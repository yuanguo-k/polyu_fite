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37"/>
  </p:notesMasterIdLst>
  <p:sldIdLst>
    <p:sldId id="297" r:id="rId3"/>
    <p:sldId id="257" r:id="rId4"/>
    <p:sldId id="264" r:id="rId5"/>
    <p:sldId id="294" r:id="rId6"/>
    <p:sldId id="282" r:id="rId7"/>
    <p:sldId id="283" r:id="rId8"/>
    <p:sldId id="261" r:id="rId9"/>
    <p:sldId id="286" r:id="rId10"/>
    <p:sldId id="279" r:id="rId11"/>
    <p:sldId id="290" r:id="rId12"/>
    <p:sldId id="278" r:id="rId13"/>
    <p:sldId id="292" r:id="rId14"/>
    <p:sldId id="285" r:id="rId15"/>
    <p:sldId id="293" r:id="rId16"/>
    <p:sldId id="289" r:id="rId17"/>
    <p:sldId id="270" r:id="rId18"/>
    <p:sldId id="263" r:id="rId19"/>
    <p:sldId id="259" r:id="rId20"/>
    <p:sldId id="280" r:id="rId21"/>
    <p:sldId id="265" r:id="rId22"/>
    <p:sldId id="295" r:id="rId23"/>
    <p:sldId id="302" r:id="rId24"/>
    <p:sldId id="260" r:id="rId25"/>
    <p:sldId id="287" r:id="rId26"/>
    <p:sldId id="266" r:id="rId27"/>
    <p:sldId id="299" r:id="rId28"/>
    <p:sldId id="300" r:id="rId29"/>
    <p:sldId id="301" r:id="rId30"/>
    <p:sldId id="296" r:id="rId31"/>
    <p:sldId id="267" r:id="rId32"/>
    <p:sldId id="272" r:id="rId33"/>
    <p:sldId id="274" r:id="rId34"/>
    <p:sldId id="276" r:id="rId35"/>
    <p:sldId id="269"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7"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191AD52-A618-C642-03FE-79C56E939A73}" name="KUANG, nick370 [Student]" initials="" userId="S::24052112r@connect.polyu.hk::da991e67-a0fd-45c3-89c0-bd436c1ccc7c"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A12337"/>
    <a:srgbClr val="CB818F"/>
    <a:srgbClr val="FAC1C3"/>
    <a:srgbClr val="A02337"/>
    <a:srgbClr val="A7344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BC90C88-FA05-6646-A260-D137A08CD5C6}" v="3" dt="2025-02-10T08:22:38.33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389"/>
    <p:restoredTop sz="87211"/>
  </p:normalViewPr>
  <p:slideViewPr>
    <p:cSldViewPr snapToGrid="0" showGuides="1">
      <p:cViewPr>
        <p:scale>
          <a:sx n="81" d="100"/>
          <a:sy n="81" d="100"/>
        </p:scale>
        <p:origin x="488" y="728"/>
      </p:cViewPr>
      <p:guideLst>
        <p:guide orient="horz" pos="2160"/>
        <p:guide pos="381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viewProps" Target="viewProps.xml"/><Relationship Id="rId21" Type="http://schemas.openxmlformats.org/officeDocument/2006/relationships/slide" Target="slides/slide19.xml"/><Relationship Id="rId34" Type="http://schemas.openxmlformats.org/officeDocument/2006/relationships/slide" Target="slides/slide32.xml"/><Relationship Id="rId42" Type="http://schemas.microsoft.com/office/2016/11/relationships/changesInfo" Target="changesInfos/changesInfo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microsoft.com/office/2018/10/relationships/authors" Target="author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microsoft.com/office/2015/10/relationships/revisionInfo" Target="revisionInfo.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UANG, nick370 [Student]" userId="da991e67-a0fd-45c3-89c0-bd436c1ccc7c" providerId="ADAL" clId="{BBC90C88-FA05-6646-A260-D137A08CD5C6}"/>
    <pc:docChg chg="undo redo custSel addSld modSld">
      <pc:chgData name="KUANG, nick370 [Student]" userId="da991e67-a0fd-45c3-89c0-bd436c1ccc7c" providerId="ADAL" clId="{BBC90C88-FA05-6646-A260-D137A08CD5C6}" dt="2025-02-11T03:45:03.802" v="867" actId="478"/>
      <pc:docMkLst>
        <pc:docMk/>
      </pc:docMkLst>
      <pc:sldChg chg="addSp delSp modSp mod">
        <pc:chgData name="KUANG, nick370 [Student]" userId="da991e67-a0fd-45c3-89c0-bd436c1ccc7c" providerId="ADAL" clId="{BBC90C88-FA05-6646-A260-D137A08CD5C6}" dt="2025-02-11T03:45:03.802" v="867" actId="478"/>
        <pc:sldMkLst>
          <pc:docMk/>
          <pc:sldMk cId="2767328977" sldId="265"/>
        </pc:sldMkLst>
        <pc:spChg chg="add del mod">
          <ac:chgData name="KUANG, nick370 [Student]" userId="da991e67-a0fd-45c3-89c0-bd436c1ccc7c" providerId="ADAL" clId="{BBC90C88-FA05-6646-A260-D137A08CD5C6}" dt="2025-02-10T11:28:09.049" v="566" actId="478"/>
          <ac:spMkLst>
            <pc:docMk/>
            <pc:sldMk cId="2767328977" sldId="265"/>
            <ac:spMk id="3" creationId="{51A146CD-9FF9-1F47-B808-4A3F1DDBDAB9}"/>
          </ac:spMkLst>
        </pc:spChg>
        <pc:spChg chg="add del mod">
          <ac:chgData name="KUANG, nick370 [Student]" userId="da991e67-a0fd-45c3-89c0-bd436c1ccc7c" providerId="ADAL" clId="{BBC90C88-FA05-6646-A260-D137A08CD5C6}" dt="2025-02-10T11:28:09.049" v="566" actId="478"/>
          <ac:spMkLst>
            <pc:docMk/>
            <pc:sldMk cId="2767328977" sldId="265"/>
            <ac:spMk id="4" creationId="{7CDCE219-028E-E449-8BEB-4EDAD69907B7}"/>
          </ac:spMkLst>
        </pc:spChg>
        <pc:spChg chg="add del mod">
          <ac:chgData name="KUANG, nick370 [Student]" userId="da991e67-a0fd-45c3-89c0-bd436c1ccc7c" providerId="ADAL" clId="{BBC90C88-FA05-6646-A260-D137A08CD5C6}" dt="2025-02-10T11:28:09.049" v="566" actId="478"/>
          <ac:spMkLst>
            <pc:docMk/>
            <pc:sldMk cId="2767328977" sldId="265"/>
            <ac:spMk id="8" creationId="{1B215CEA-336C-834B-BE9C-4F08BF08E95A}"/>
          </ac:spMkLst>
        </pc:spChg>
        <pc:spChg chg="add del mod">
          <ac:chgData name="KUANG, nick370 [Student]" userId="da991e67-a0fd-45c3-89c0-bd436c1ccc7c" providerId="ADAL" clId="{BBC90C88-FA05-6646-A260-D137A08CD5C6}" dt="2025-02-10T11:28:09.049" v="566" actId="478"/>
          <ac:spMkLst>
            <pc:docMk/>
            <pc:sldMk cId="2767328977" sldId="265"/>
            <ac:spMk id="9" creationId="{B5389A6C-B20E-894F-BFCF-B3A2A8A43619}"/>
          </ac:spMkLst>
        </pc:spChg>
        <pc:spChg chg="add del mod">
          <ac:chgData name="KUANG, nick370 [Student]" userId="da991e67-a0fd-45c3-89c0-bd436c1ccc7c" providerId="ADAL" clId="{BBC90C88-FA05-6646-A260-D137A08CD5C6}" dt="2025-02-10T11:28:09.049" v="566" actId="478"/>
          <ac:spMkLst>
            <pc:docMk/>
            <pc:sldMk cId="2767328977" sldId="265"/>
            <ac:spMk id="10" creationId="{3D3480A8-D900-A847-9BF4-985C860A2324}"/>
          </ac:spMkLst>
        </pc:spChg>
        <pc:spChg chg="add del mod">
          <ac:chgData name="KUANG, nick370 [Student]" userId="da991e67-a0fd-45c3-89c0-bd436c1ccc7c" providerId="ADAL" clId="{BBC90C88-FA05-6646-A260-D137A08CD5C6}" dt="2025-02-10T11:28:09.049" v="566" actId="478"/>
          <ac:spMkLst>
            <pc:docMk/>
            <pc:sldMk cId="2767328977" sldId="265"/>
            <ac:spMk id="11" creationId="{C96BD1A0-CF9A-214A-9770-9080C4638D6B}"/>
          </ac:spMkLst>
        </pc:spChg>
        <pc:spChg chg="add del mod">
          <ac:chgData name="KUANG, nick370 [Student]" userId="da991e67-a0fd-45c3-89c0-bd436c1ccc7c" providerId="ADAL" clId="{BBC90C88-FA05-6646-A260-D137A08CD5C6}" dt="2025-02-11T03:43:36.448" v="781" actId="478"/>
          <ac:spMkLst>
            <pc:docMk/>
            <pc:sldMk cId="2767328977" sldId="265"/>
            <ac:spMk id="12" creationId="{6DB93A73-FBA1-7A44-ADB9-60C641EF1A58}"/>
          </ac:spMkLst>
        </pc:spChg>
        <pc:spChg chg="add del mod">
          <ac:chgData name="KUANG, nick370 [Student]" userId="da991e67-a0fd-45c3-89c0-bd436c1ccc7c" providerId="ADAL" clId="{BBC90C88-FA05-6646-A260-D137A08CD5C6}" dt="2025-02-11T03:43:36.448" v="781" actId="478"/>
          <ac:spMkLst>
            <pc:docMk/>
            <pc:sldMk cId="2767328977" sldId="265"/>
            <ac:spMk id="13" creationId="{0F9F5E1F-FB3E-D547-AFBC-25CDA2DF9DD4}"/>
          </ac:spMkLst>
        </pc:spChg>
        <pc:spChg chg="add del mod">
          <ac:chgData name="KUANG, nick370 [Student]" userId="da991e67-a0fd-45c3-89c0-bd436c1ccc7c" providerId="ADAL" clId="{BBC90C88-FA05-6646-A260-D137A08CD5C6}" dt="2025-02-11T03:43:36.448" v="781" actId="478"/>
          <ac:spMkLst>
            <pc:docMk/>
            <pc:sldMk cId="2767328977" sldId="265"/>
            <ac:spMk id="14" creationId="{089F50B8-65B7-E545-BEA1-6928CF939ACF}"/>
          </ac:spMkLst>
        </pc:spChg>
        <pc:spChg chg="add del mod">
          <ac:chgData name="KUANG, nick370 [Student]" userId="da991e67-a0fd-45c3-89c0-bd436c1ccc7c" providerId="ADAL" clId="{BBC90C88-FA05-6646-A260-D137A08CD5C6}" dt="2025-02-11T03:43:36.448" v="781" actId="478"/>
          <ac:spMkLst>
            <pc:docMk/>
            <pc:sldMk cId="2767328977" sldId="265"/>
            <ac:spMk id="15" creationId="{B9E63C85-C04B-D24D-9D34-C5B34831F1A3}"/>
          </ac:spMkLst>
        </pc:spChg>
        <pc:spChg chg="add del mod">
          <ac:chgData name="KUANG, nick370 [Student]" userId="da991e67-a0fd-45c3-89c0-bd436c1ccc7c" providerId="ADAL" clId="{BBC90C88-FA05-6646-A260-D137A08CD5C6}" dt="2025-02-11T03:43:36.448" v="781" actId="478"/>
          <ac:spMkLst>
            <pc:docMk/>
            <pc:sldMk cId="2767328977" sldId="265"/>
            <ac:spMk id="16" creationId="{7D9284AC-7A20-2D48-A7C3-E8ABA02C5FE2}"/>
          </ac:spMkLst>
        </pc:spChg>
        <pc:spChg chg="add del mod">
          <ac:chgData name="KUANG, nick370 [Student]" userId="da991e67-a0fd-45c3-89c0-bd436c1ccc7c" providerId="ADAL" clId="{BBC90C88-FA05-6646-A260-D137A08CD5C6}" dt="2025-02-11T03:43:36.448" v="781" actId="478"/>
          <ac:spMkLst>
            <pc:docMk/>
            <pc:sldMk cId="2767328977" sldId="265"/>
            <ac:spMk id="17" creationId="{4C6D53C7-5947-4546-AAAB-E2FED1F54AC6}"/>
          </ac:spMkLst>
        </pc:spChg>
        <pc:spChg chg="add del mod">
          <ac:chgData name="KUANG, nick370 [Student]" userId="da991e67-a0fd-45c3-89c0-bd436c1ccc7c" providerId="ADAL" clId="{BBC90C88-FA05-6646-A260-D137A08CD5C6}" dt="2025-02-11T03:44:59.545" v="865" actId="478"/>
          <ac:spMkLst>
            <pc:docMk/>
            <pc:sldMk cId="2767328977" sldId="265"/>
            <ac:spMk id="18" creationId="{CEA5757F-D43A-D945-938B-AC2F2296C877}"/>
          </ac:spMkLst>
        </pc:spChg>
        <pc:spChg chg="add del mod">
          <ac:chgData name="KUANG, nick370 [Student]" userId="da991e67-a0fd-45c3-89c0-bd436c1ccc7c" providerId="ADAL" clId="{BBC90C88-FA05-6646-A260-D137A08CD5C6}" dt="2025-02-11T03:44:59.545" v="865" actId="478"/>
          <ac:spMkLst>
            <pc:docMk/>
            <pc:sldMk cId="2767328977" sldId="265"/>
            <ac:spMk id="19" creationId="{06C92654-948E-0A40-B752-416AC8F4DF29}"/>
          </ac:spMkLst>
        </pc:spChg>
        <pc:spChg chg="add del mod">
          <ac:chgData name="KUANG, nick370 [Student]" userId="da991e67-a0fd-45c3-89c0-bd436c1ccc7c" providerId="ADAL" clId="{BBC90C88-FA05-6646-A260-D137A08CD5C6}" dt="2025-02-11T03:45:03.802" v="867" actId="478"/>
          <ac:spMkLst>
            <pc:docMk/>
            <pc:sldMk cId="2767328977" sldId="265"/>
            <ac:spMk id="20" creationId="{672F2471-1F93-254A-884E-5D64D623F63A}"/>
          </ac:spMkLst>
        </pc:spChg>
        <pc:spChg chg="add del mod">
          <ac:chgData name="KUANG, nick370 [Student]" userId="da991e67-a0fd-45c3-89c0-bd436c1ccc7c" providerId="ADAL" clId="{BBC90C88-FA05-6646-A260-D137A08CD5C6}" dt="2025-02-11T03:45:01.894" v="866" actId="478"/>
          <ac:spMkLst>
            <pc:docMk/>
            <pc:sldMk cId="2767328977" sldId="265"/>
            <ac:spMk id="21" creationId="{1C53C69A-6EA8-4D40-AB1F-1D2DDED44322}"/>
          </ac:spMkLst>
        </pc:spChg>
        <pc:spChg chg="add del mod">
          <ac:chgData name="KUANG, nick370 [Student]" userId="da991e67-a0fd-45c3-89c0-bd436c1ccc7c" providerId="ADAL" clId="{BBC90C88-FA05-6646-A260-D137A08CD5C6}" dt="2025-02-11T03:44:59.545" v="865" actId="478"/>
          <ac:spMkLst>
            <pc:docMk/>
            <pc:sldMk cId="2767328977" sldId="265"/>
            <ac:spMk id="22" creationId="{1CBA46F4-244F-8645-8C61-90A44E4DBF89}"/>
          </ac:spMkLst>
        </pc:spChg>
        <pc:spChg chg="add del mod">
          <ac:chgData name="KUANG, nick370 [Student]" userId="da991e67-a0fd-45c3-89c0-bd436c1ccc7c" providerId="ADAL" clId="{BBC90C88-FA05-6646-A260-D137A08CD5C6}" dt="2025-02-11T03:44:59.545" v="865" actId="478"/>
          <ac:spMkLst>
            <pc:docMk/>
            <pc:sldMk cId="2767328977" sldId="265"/>
            <ac:spMk id="23" creationId="{C75879D1-56F3-1F4F-BE08-783E8A54CC31}"/>
          </ac:spMkLst>
        </pc:spChg>
        <pc:spChg chg="add del mod">
          <ac:chgData name="KUANG, nick370 [Student]" userId="da991e67-a0fd-45c3-89c0-bd436c1ccc7c" providerId="ADAL" clId="{BBC90C88-FA05-6646-A260-D137A08CD5C6}" dt="2025-02-11T03:44:59.545" v="865" actId="478"/>
          <ac:spMkLst>
            <pc:docMk/>
            <pc:sldMk cId="2767328977" sldId="265"/>
            <ac:spMk id="24" creationId="{6FDF14B1-805F-244D-B8AB-7CF86C5C4182}"/>
          </ac:spMkLst>
        </pc:spChg>
        <pc:spChg chg="add del mod">
          <ac:chgData name="KUANG, nick370 [Student]" userId="da991e67-a0fd-45c3-89c0-bd436c1ccc7c" providerId="ADAL" clId="{BBC90C88-FA05-6646-A260-D137A08CD5C6}" dt="2025-02-11T03:44:59.545" v="865" actId="478"/>
          <ac:spMkLst>
            <pc:docMk/>
            <pc:sldMk cId="2767328977" sldId="265"/>
            <ac:spMk id="25" creationId="{0B94DB59-FC00-AF43-9B24-066C6174CFE6}"/>
          </ac:spMkLst>
        </pc:spChg>
      </pc:sldChg>
      <pc:sldChg chg="addSp delSp modSp mod">
        <pc:chgData name="KUANG, nick370 [Student]" userId="da991e67-a0fd-45c3-89c0-bd436c1ccc7c" providerId="ADAL" clId="{BBC90C88-FA05-6646-A260-D137A08CD5C6}" dt="2025-02-10T17:02:12.514" v="718" actId="478"/>
        <pc:sldMkLst>
          <pc:docMk/>
          <pc:sldMk cId="3294469648" sldId="295"/>
        </pc:sldMkLst>
        <pc:spChg chg="add del">
          <ac:chgData name="KUANG, nick370 [Student]" userId="da991e67-a0fd-45c3-89c0-bd436c1ccc7c" providerId="ADAL" clId="{BBC90C88-FA05-6646-A260-D137A08CD5C6}" dt="2025-02-10T08:17:19.396" v="1" actId="22"/>
          <ac:spMkLst>
            <pc:docMk/>
            <pc:sldMk cId="3294469648" sldId="295"/>
            <ac:spMk id="4" creationId="{EA3B7D50-8638-63ED-5F00-B9142E268DA9}"/>
          </ac:spMkLst>
        </pc:spChg>
        <pc:spChg chg="add del mod">
          <ac:chgData name="KUANG, nick370 [Student]" userId="da991e67-a0fd-45c3-89c0-bd436c1ccc7c" providerId="ADAL" clId="{BBC90C88-FA05-6646-A260-D137A08CD5C6}" dt="2025-02-10T10:05:00.650" v="171"/>
          <ac:spMkLst>
            <pc:docMk/>
            <pc:sldMk cId="3294469648" sldId="295"/>
            <ac:spMk id="8" creationId="{FF412692-1CB3-6A4A-AB44-4BC29227031D}"/>
          </ac:spMkLst>
        </pc:spChg>
        <pc:spChg chg="add del mod">
          <ac:chgData name="KUANG, nick370 [Student]" userId="da991e67-a0fd-45c3-89c0-bd436c1ccc7c" providerId="ADAL" clId="{BBC90C88-FA05-6646-A260-D137A08CD5C6}" dt="2025-02-10T10:05:00.650" v="171"/>
          <ac:spMkLst>
            <pc:docMk/>
            <pc:sldMk cId="3294469648" sldId="295"/>
            <ac:spMk id="9" creationId="{A2D8346A-E22B-C140-B05D-69368B912040}"/>
          </ac:spMkLst>
        </pc:spChg>
        <pc:spChg chg="add del mod">
          <ac:chgData name="KUANG, nick370 [Student]" userId="da991e67-a0fd-45c3-89c0-bd436c1ccc7c" providerId="ADAL" clId="{BBC90C88-FA05-6646-A260-D137A08CD5C6}" dt="2025-02-10T10:05:00.650" v="171"/>
          <ac:spMkLst>
            <pc:docMk/>
            <pc:sldMk cId="3294469648" sldId="295"/>
            <ac:spMk id="10" creationId="{DC81DD03-A1A1-8E49-9F17-75F656BBF36C}"/>
          </ac:spMkLst>
        </pc:spChg>
        <pc:spChg chg="add del mod">
          <ac:chgData name="KUANG, nick370 [Student]" userId="da991e67-a0fd-45c3-89c0-bd436c1ccc7c" providerId="ADAL" clId="{BBC90C88-FA05-6646-A260-D137A08CD5C6}" dt="2025-02-10T10:05:00.650" v="171"/>
          <ac:spMkLst>
            <pc:docMk/>
            <pc:sldMk cId="3294469648" sldId="295"/>
            <ac:spMk id="11" creationId="{A5C0D607-1EF9-9442-986A-522855CB404B}"/>
          </ac:spMkLst>
        </pc:spChg>
        <pc:spChg chg="add del mod">
          <ac:chgData name="KUANG, nick370 [Student]" userId="da991e67-a0fd-45c3-89c0-bd436c1ccc7c" providerId="ADAL" clId="{BBC90C88-FA05-6646-A260-D137A08CD5C6}" dt="2025-02-10T10:05:00.650" v="171"/>
          <ac:spMkLst>
            <pc:docMk/>
            <pc:sldMk cId="3294469648" sldId="295"/>
            <ac:spMk id="12" creationId="{35990A5E-96A1-2A4A-8775-1CB3CDAC9C74}"/>
          </ac:spMkLst>
        </pc:spChg>
        <pc:spChg chg="add del mod">
          <ac:chgData name="KUANG, nick370 [Student]" userId="da991e67-a0fd-45c3-89c0-bd436c1ccc7c" providerId="ADAL" clId="{BBC90C88-FA05-6646-A260-D137A08CD5C6}" dt="2025-02-10T10:05:00.650" v="171"/>
          <ac:spMkLst>
            <pc:docMk/>
            <pc:sldMk cId="3294469648" sldId="295"/>
            <ac:spMk id="13" creationId="{E2556118-8AA3-044B-B0AF-ED46C1A32E5C}"/>
          </ac:spMkLst>
        </pc:spChg>
        <pc:spChg chg="add del mod">
          <ac:chgData name="KUANG, nick370 [Student]" userId="da991e67-a0fd-45c3-89c0-bd436c1ccc7c" providerId="ADAL" clId="{BBC90C88-FA05-6646-A260-D137A08CD5C6}" dt="2025-02-10T10:05:00.650" v="171"/>
          <ac:spMkLst>
            <pc:docMk/>
            <pc:sldMk cId="3294469648" sldId="295"/>
            <ac:spMk id="14" creationId="{2F95EA55-EF9F-7F4B-97F3-615D5AA30C4F}"/>
          </ac:spMkLst>
        </pc:spChg>
        <pc:spChg chg="add del mod">
          <ac:chgData name="KUANG, nick370 [Student]" userId="da991e67-a0fd-45c3-89c0-bd436c1ccc7c" providerId="ADAL" clId="{BBC90C88-FA05-6646-A260-D137A08CD5C6}" dt="2025-02-10T11:02:25.419" v="430" actId="478"/>
          <ac:spMkLst>
            <pc:docMk/>
            <pc:sldMk cId="3294469648" sldId="295"/>
            <ac:spMk id="15" creationId="{1A64A14F-0AF6-CD4E-92EC-8142177CE281}"/>
          </ac:spMkLst>
        </pc:spChg>
        <pc:spChg chg="add del mod">
          <ac:chgData name="KUANG, nick370 [Student]" userId="da991e67-a0fd-45c3-89c0-bd436c1ccc7c" providerId="ADAL" clId="{BBC90C88-FA05-6646-A260-D137A08CD5C6}" dt="2025-02-10T11:02:25.419" v="430" actId="478"/>
          <ac:spMkLst>
            <pc:docMk/>
            <pc:sldMk cId="3294469648" sldId="295"/>
            <ac:spMk id="16" creationId="{ECFD8A80-3A4C-424A-989A-9D3505AA6947}"/>
          </ac:spMkLst>
        </pc:spChg>
        <pc:spChg chg="add del mod">
          <ac:chgData name="KUANG, nick370 [Student]" userId="da991e67-a0fd-45c3-89c0-bd436c1ccc7c" providerId="ADAL" clId="{BBC90C88-FA05-6646-A260-D137A08CD5C6}" dt="2025-02-10T11:02:25.419" v="430" actId="478"/>
          <ac:spMkLst>
            <pc:docMk/>
            <pc:sldMk cId="3294469648" sldId="295"/>
            <ac:spMk id="17" creationId="{08E636DB-088E-424E-9824-876DF0534D0A}"/>
          </ac:spMkLst>
        </pc:spChg>
        <pc:spChg chg="add del mod">
          <ac:chgData name="KUANG, nick370 [Student]" userId="da991e67-a0fd-45c3-89c0-bd436c1ccc7c" providerId="ADAL" clId="{BBC90C88-FA05-6646-A260-D137A08CD5C6}" dt="2025-02-10T11:02:25.419" v="430" actId="478"/>
          <ac:spMkLst>
            <pc:docMk/>
            <pc:sldMk cId="3294469648" sldId="295"/>
            <ac:spMk id="18" creationId="{3CDC4D55-C221-894B-8810-44550B39CC69}"/>
          </ac:spMkLst>
        </pc:spChg>
        <pc:spChg chg="add del mod">
          <ac:chgData name="KUANG, nick370 [Student]" userId="da991e67-a0fd-45c3-89c0-bd436c1ccc7c" providerId="ADAL" clId="{BBC90C88-FA05-6646-A260-D137A08CD5C6}" dt="2025-02-10T11:02:25.419" v="430" actId="478"/>
          <ac:spMkLst>
            <pc:docMk/>
            <pc:sldMk cId="3294469648" sldId="295"/>
            <ac:spMk id="19" creationId="{2EF2D863-EE29-0840-819F-A67A24C42623}"/>
          </ac:spMkLst>
        </pc:spChg>
        <pc:spChg chg="add del mod">
          <ac:chgData name="KUANG, nick370 [Student]" userId="da991e67-a0fd-45c3-89c0-bd436c1ccc7c" providerId="ADAL" clId="{BBC90C88-FA05-6646-A260-D137A08CD5C6}" dt="2025-02-10T11:02:25.419" v="430" actId="478"/>
          <ac:spMkLst>
            <pc:docMk/>
            <pc:sldMk cId="3294469648" sldId="295"/>
            <ac:spMk id="20" creationId="{1409D931-8CBD-6149-B928-88D02EE714C0}"/>
          </ac:spMkLst>
        </pc:spChg>
        <pc:spChg chg="add del mod">
          <ac:chgData name="KUANG, nick370 [Student]" userId="da991e67-a0fd-45c3-89c0-bd436c1ccc7c" providerId="ADAL" clId="{BBC90C88-FA05-6646-A260-D137A08CD5C6}" dt="2025-02-10T11:02:25.419" v="430" actId="478"/>
          <ac:spMkLst>
            <pc:docMk/>
            <pc:sldMk cId="3294469648" sldId="295"/>
            <ac:spMk id="21" creationId="{7AAF2CD1-276E-2545-B00B-CC8D74047FA9}"/>
          </ac:spMkLst>
        </pc:spChg>
        <pc:spChg chg="add del mod">
          <ac:chgData name="KUANG, nick370 [Student]" userId="da991e67-a0fd-45c3-89c0-bd436c1ccc7c" providerId="ADAL" clId="{BBC90C88-FA05-6646-A260-D137A08CD5C6}" dt="2025-02-10T11:02:25.419" v="430" actId="478"/>
          <ac:spMkLst>
            <pc:docMk/>
            <pc:sldMk cId="3294469648" sldId="295"/>
            <ac:spMk id="22" creationId="{FFBC3023-9A6A-4F47-A256-125C5B670710}"/>
          </ac:spMkLst>
        </pc:spChg>
        <pc:spChg chg="add del mod">
          <ac:chgData name="KUANG, nick370 [Student]" userId="da991e67-a0fd-45c3-89c0-bd436c1ccc7c" providerId="ADAL" clId="{BBC90C88-FA05-6646-A260-D137A08CD5C6}" dt="2025-02-10T10:44:51.676" v="331"/>
          <ac:spMkLst>
            <pc:docMk/>
            <pc:sldMk cId="3294469648" sldId="295"/>
            <ac:spMk id="23" creationId="{462E0F71-BDBA-6E43-AE57-39180DB114A4}"/>
          </ac:spMkLst>
        </pc:spChg>
        <pc:spChg chg="add del mod">
          <ac:chgData name="KUANG, nick370 [Student]" userId="da991e67-a0fd-45c3-89c0-bd436c1ccc7c" providerId="ADAL" clId="{BBC90C88-FA05-6646-A260-D137A08CD5C6}" dt="2025-02-10T10:44:51.676" v="331"/>
          <ac:spMkLst>
            <pc:docMk/>
            <pc:sldMk cId="3294469648" sldId="295"/>
            <ac:spMk id="24" creationId="{2C1F7047-CEE8-C545-B5B6-DC416C47F0FB}"/>
          </ac:spMkLst>
        </pc:spChg>
        <pc:spChg chg="add del mod">
          <ac:chgData name="KUANG, nick370 [Student]" userId="da991e67-a0fd-45c3-89c0-bd436c1ccc7c" providerId="ADAL" clId="{BBC90C88-FA05-6646-A260-D137A08CD5C6}" dt="2025-02-10T10:44:51.676" v="331"/>
          <ac:spMkLst>
            <pc:docMk/>
            <pc:sldMk cId="3294469648" sldId="295"/>
            <ac:spMk id="25" creationId="{3DA0A3C3-7AA9-EE44-AE82-FD1AAB9471DC}"/>
          </ac:spMkLst>
        </pc:spChg>
        <pc:spChg chg="add del mod">
          <ac:chgData name="KUANG, nick370 [Student]" userId="da991e67-a0fd-45c3-89c0-bd436c1ccc7c" providerId="ADAL" clId="{BBC90C88-FA05-6646-A260-D137A08CD5C6}" dt="2025-02-10T10:44:51.676" v="331"/>
          <ac:spMkLst>
            <pc:docMk/>
            <pc:sldMk cId="3294469648" sldId="295"/>
            <ac:spMk id="26" creationId="{0E38E04A-8BC6-1D44-BDEE-12A4B4C3C399}"/>
          </ac:spMkLst>
        </pc:spChg>
        <pc:spChg chg="add del mod">
          <ac:chgData name="KUANG, nick370 [Student]" userId="da991e67-a0fd-45c3-89c0-bd436c1ccc7c" providerId="ADAL" clId="{BBC90C88-FA05-6646-A260-D137A08CD5C6}" dt="2025-02-10T10:44:51.676" v="331"/>
          <ac:spMkLst>
            <pc:docMk/>
            <pc:sldMk cId="3294469648" sldId="295"/>
            <ac:spMk id="27" creationId="{E4F9BD15-2A5C-FE48-B808-03FCBDBA97FA}"/>
          </ac:spMkLst>
        </pc:spChg>
        <pc:spChg chg="add del mod">
          <ac:chgData name="KUANG, nick370 [Student]" userId="da991e67-a0fd-45c3-89c0-bd436c1ccc7c" providerId="ADAL" clId="{BBC90C88-FA05-6646-A260-D137A08CD5C6}" dt="2025-02-10T10:44:51.676" v="331"/>
          <ac:spMkLst>
            <pc:docMk/>
            <pc:sldMk cId="3294469648" sldId="295"/>
            <ac:spMk id="28" creationId="{4DAEC6CA-C343-7C46-8ADB-D7BF49B942EF}"/>
          </ac:spMkLst>
        </pc:spChg>
        <pc:spChg chg="add del mod">
          <ac:chgData name="KUANG, nick370 [Student]" userId="da991e67-a0fd-45c3-89c0-bd436c1ccc7c" providerId="ADAL" clId="{BBC90C88-FA05-6646-A260-D137A08CD5C6}" dt="2025-02-10T10:44:51.676" v="331"/>
          <ac:spMkLst>
            <pc:docMk/>
            <pc:sldMk cId="3294469648" sldId="295"/>
            <ac:spMk id="29" creationId="{09E1B44B-242C-E143-AD79-1E6C7361E5EA}"/>
          </ac:spMkLst>
        </pc:spChg>
        <pc:spChg chg="add del mod">
          <ac:chgData name="KUANG, nick370 [Student]" userId="da991e67-a0fd-45c3-89c0-bd436c1ccc7c" providerId="ADAL" clId="{BBC90C88-FA05-6646-A260-D137A08CD5C6}" dt="2025-02-10T11:00:42.447" v="428"/>
          <ac:spMkLst>
            <pc:docMk/>
            <pc:sldMk cId="3294469648" sldId="295"/>
            <ac:spMk id="30" creationId="{AD508B26-464F-2A44-A09E-D533F3E4D637}"/>
          </ac:spMkLst>
        </pc:spChg>
        <pc:spChg chg="add del mod">
          <ac:chgData name="KUANG, nick370 [Student]" userId="da991e67-a0fd-45c3-89c0-bd436c1ccc7c" providerId="ADAL" clId="{BBC90C88-FA05-6646-A260-D137A08CD5C6}" dt="2025-02-10T11:00:42.447" v="428"/>
          <ac:spMkLst>
            <pc:docMk/>
            <pc:sldMk cId="3294469648" sldId="295"/>
            <ac:spMk id="31" creationId="{B911025E-9C3F-374E-9EC1-0C928D49D590}"/>
          </ac:spMkLst>
        </pc:spChg>
        <pc:spChg chg="add del mod">
          <ac:chgData name="KUANG, nick370 [Student]" userId="da991e67-a0fd-45c3-89c0-bd436c1ccc7c" providerId="ADAL" clId="{BBC90C88-FA05-6646-A260-D137A08CD5C6}" dt="2025-02-10T11:00:42.447" v="428"/>
          <ac:spMkLst>
            <pc:docMk/>
            <pc:sldMk cId="3294469648" sldId="295"/>
            <ac:spMk id="32" creationId="{941824FB-61A8-0446-BCF9-1F85FED27AD0}"/>
          </ac:spMkLst>
        </pc:spChg>
        <pc:spChg chg="add del mod">
          <ac:chgData name="KUANG, nick370 [Student]" userId="da991e67-a0fd-45c3-89c0-bd436c1ccc7c" providerId="ADAL" clId="{BBC90C88-FA05-6646-A260-D137A08CD5C6}" dt="2025-02-10T11:00:42.447" v="428"/>
          <ac:spMkLst>
            <pc:docMk/>
            <pc:sldMk cId="3294469648" sldId="295"/>
            <ac:spMk id="33" creationId="{8C8C2081-F43E-254C-B3DE-78038378DD34}"/>
          </ac:spMkLst>
        </pc:spChg>
        <pc:spChg chg="add del mod">
          <ac:chgData name="KUANG, nick370 [Student]" userId="da991e67-a0fd-45c3-89c0-bd436c1ccc7c" providerId="ADAL" clId="{BBC90C88-FA05-6646-A260-D137A08CD5C6}" dt="2025-02-10T11:00:42.447" v="428"/>
          <ac:spMkLst>
            <pc:docMk/>
            <pc:sldMk cId="3294469648" sldId="295"/>
            <ac:spMk id="34" creationId="{018DA6B2-86A4-1F40-8680-80B1054EE5AD}"/>
          </ac:spMkLst>
        </pc:spChg>
        <pc:spChg chg="add del mod">
          <ac:chgData name="KUANG, nick370 [Student]" userId="da991e67-a0fd-45c3-89c0-bd436c1ccc7c" providerId="ADAL" clId="{BBC90C88-FA05-6646-A260-D137A08CD5C6}" dt="2025-02-10T11:00:42.447" v="428"/>
          <ac:spMkLst>
            <pc:docMk/>
            <pc:sldMk cId="3294469648" sldId="295"/>
            <ac:spMk id="35" creationId="{45CB0795-A032-9F41-B246-60CD6216F66D}"/>
          </ac:spMkLst>
        </pc:spChg>
        <pc:spChg chg="add del mod">
          <ac:chgData name="KUANG, nick370 [Student]" userId="da991e67-a0fd-45c3-89c0-bd436c1ccc7c" providerId="ADAL" clId="{BBC90C88-FA05-6646-A260-D137A08CD5C6}" dt="2025-02-10T11:00:42.447" v="428"/>
          <ac:spMkLst>
            <pc:docMk/>
            <pc:sldMk cId="3294469648" sldId="295"/>
            <ac:spMk id="36" creationId="{1283C434-F16E-4A46-98A5-480D1A7FA589}"/>
          </ac:spMkLst>
        </pc:spChg>
        <pc:spChg chg="add del mod">
          <ac:chgData name="KUANG, nick370 [Student]" userId="da991e67-a0fd-45c3-89c0-bd436c1ccc7c" providerId="ADAL" clId="{BBC90C88-FA05-6646-A260-D137A08CD5C6}" dt="2025-02-10T11:00:42.447" v="428"/>
          <ac:spMkLst>
            <pc:docMk/>
            <pc:sldMk cId="3294469648" sldId="295"/>
            <ac:spMk id="37" creationId="{2CF5829F-911C-6140-BFA0-084DBB29E28D}"/>
          </ac:spMkLst>
        </pc:spChg>
        <pc:spChg chg="add del mod">
          <ac:chgData name="KUANG, nick370 [Student]" userId="da991e67-a0fd-45c3-89c0-bd436c1ccc7c" providerId="ADAL" clId="{BBC90C88-FA05-6646-A260-D137A08CD5C6}" dt="2025-02-10T11:00:42.447" v="428"/>
          <ac:spMkLst>
            <pc:docMk/>
            <pc:sldMk cId="3294469648" sldId="295"/>
            <ac:spMk id="38" creationId="{EB9ED688-DC03-A34D-B4AD-2E717E3A1344}"/>
          </ac:spMkLst>
        </pc:spChg>
        <pc:spChg chg="add del mod">
          <ac:chgData name="KUANG, nick370 [Student]" userId="da991e67-a0fd-45c3-89c0-bd436c1ccc7c" providerId="ADAL" clId="{BBC90C88-FA05-6646-A260-D137A08CD5C6}" dt="2025-02-10T11:14:49.992" v="503"/>
          <ac:spMkLst>
            <pc:docMk/>
            <pc:sldMk cId="3294469648" sldId="295"/>
            <ac:spMk id="39" creationId="{BC02D364-7C48-0947-806A-C97BF2C8B461}"/>
          </ac:spMkLst>
        </pc:spChg>
        <pc:spChg chg="add del mod">
          <ac:chgData name="KUANG, nick370 [Student]" userId="da991e67-a0fd-45c3-89c0-bd436c1ccc7c" providerId="ADAL" clId="{BBC90C88-FA05-6646-A260-D137A08CD5C6}" dt="2025-02-10T11:14:49.992" v="503"/>
          <ac:spMkLst>
            <pc:docMk/>
            <pc:sldMk cId="3294469648" sldId="295"/>
            <ac:spMk id="40" creationId="{9CA3505A-F9D7-9840-A0DA-B102ED3EFA22}"/>
          </ac:spMkLst>
        </pc:spChg>
        <pc:spChg chg="add del mod">
          <ac:chgData name="KUANG, nick370 [Student]" userId="da991e67-a0fd-45c3-89c0-bd436c1ccc7c" providerId="ADAL" clId="{BBC90C88-FA05-6646-A260-D137A08CD5C6}" dt="2025-02-10T11:14:49.992" v="503"/>
          <ac:spMkLst>
            <pc:docMk/>
            <pc:sldMk cId="3294469648" sldId="295"/>
            <ac:spMk id="41" creationId="{1075E3D0-67C1-2F4E-82AD-BADC2BFBAACC}"/>
          </ac:spMkLst>
        </pc:spChg>
        <pc:spChg chg="add del mod">
          <ac:chgData name="KUANG, nick370 [Student]" userId="da991e67-a0fd-45c3-89c0-bd436c1ccc7c" providerId="ADAL" clId="{BBC90C88-FA05-6646-A260-D137A08CD5C6}" dt="2025-02-10T11:14:49.992" v="503"/>
          <ac:spMkLst>
            <pc:docMk/>
            <pc:sldMk cId="3294469648" sldId="295"/>
            <ac:spMk id="42" creationId="{2870D0EB-4EAD-4047-9088-21AC8A6852AA}"/>
          </ac:spMkLst>
        </pc:spChg>
        <pc:spChg chg="add del mod">
          <ac:chgData name="KUANG, nick370 [Student]" userId="da991e67-a0fd-45c3-89c0-bd436c1ccc7c" providerId="ADAL" clId="{BBC90C88-FA05-6646-A260-D137A08CD5C6}" dt="2025-02-10T11:14:49.992" v="503"/>
          <ac:spMkLst>
            <pc:docMk/>
            <pc:sldMk cId="3294469648" sldId="295"/>
            <ac:spMk id="43" creationId="{899C714B-24AE-8E45-880C-A160D5BF8FDC}"/>
          </ac:spMkLst>
        </pc:spChg>
        <pc:spChg chg="add del mod">
          <ac:chgData name="KUANG, nick370 [Student]" userId="da991e67-a0fd-45c3-89c0-bd436c1ccc7c" providerId="ADAL" clId="{BBC90C88-FA05-6646-A260-D137A08CD5C6}" dt="2025-02-10T11:14:49.992" v="503"/>
          <ac:spMkLst>
            <pc:docMk/>
            <pc:sldMk cId="3294469648" sldId="295"/>
            <ac:spMk id="44" creationId="{C8A7B1A9-C60F-5C4A-9EEC-C120036D0218}"/>
          </ac:spMkLst>
        </pc:spChg>
        <pc:spChg chg="add del mod">
          <ac:chgData name="KUANG, nick370 [Student]" userId="da991e67-a0fd-45c3-89c0-bd436c1ccc7c" providerId="ADAL" clId="{BBC90C88-FA05-6646-A260-D137A08CD5C6}" dt="2025-02-10T11:14:49.992" v="503"/>
          <ac:spMkLst>
            <pc:docMk/>
            <pc:sldMk cId="3294469648" sldId="295"/>
            <ac:spMk id="45" creationId="{6183224E-1478-944B-A3EA-8C1EB1ED417B}"/>
          </ac:spMkLst>
        </pc:spChg>
        <pc:spChg chg="add del mod">
          <ac:chgData name="KUANG, nick370 [Student]" userId="da991e67-a0fd-45c3-89c0-bd436c1ccc7c" providerId="ADAL" clId="{BBC90C88-FA05-6646-A260-D137A08CD5C6}" dt="2025-02-10T16:48:35.185" v="637"/>
          <ac:spMkLst>
            <pc:docMk/>
            <pc:sldMk cId="3294469648" sldId="295"/>
            <ac:spMk id="46" creationId="{6075878F-111C-2544-B00D-C9062E7DE414}"/>
          </ac:spMkLst>
        </pc:spChg>
        <pc:spChg chg="add del mod">
          <ac:chgData name="KUANG, nick370 [Student]" userId="da991e67-a0fd-45c3-89c0-bd436c1ccc7c" providerId="ADAL" clId="{BBC90C88-FA05-6646-A260-D137A08CD5C6}" dt="2025-02-10T16:48:35.185" v="637"/>
          <ac:spMkLst>
            <pc:docMk/>
            <pc:sldMk cId="3294469648" sldId="295"/>
            <ac:spMk id="47" creationId="{AD1F6698-485C-C34B-9E6B-DA6C086A0409}"/>
          </ac:spMkLst>
        </pc:spChg>
        <pc:spChg chg="add del mod">
          <ac:chgData name="KUANG, nick370 [Student]" userId="da991e67-a0fd-45c3-89c0-bd436c1ccc7c" providerId="ADAL" clId="{BBC90C88-FA05-6646-A260-D137A08CD5C6}" dt="2025-02-10T16:48:35.185" v="637"/>
          <ac:spMkLst>
            <pc:docMk/>
            <pc:sldMk cId="3294469648" sldId="295"/>
            <ac:spMk id="48" creationId="{03E670BF-363E-CF43-89A7-B7A21B9FC5A2}"/>
          </ac:spMkLst>
        </pc:spChg>
        <pc:spChg chg="add del mod">
          <ac:chgData name="KUANG, nick370 [Student]" userId="da991e67-a0fd-45c3-89c0-bd436c1ccc7c" providerId="ADAL" clId="{BBC90C88-FA05-6646-A260-D137A08CD5C6}" dt="2025-02-10T16:48:35.185" v="637"/>
          <ac:spMkLst>
            <pc:docMk/>
            <pc:sldMk cId="3294469648" sldId="295"/>
            <ac:spMk id="49" creationId="{1B321896-CE04-D84D-9505-A7EFE4586198}"/>
          </ac:spMkLst>
        </pc:spChg>
        <pc:spChg chg="add del mod">
          <ac:chgData name="KUANG, nick370 [Student]" userId="da991e67-a0fd-45c3-89c0-bd436c1ccc7c" providerId="ADAL" clId="{BBC90C88-FA05-6646-A260-D137A08CD5C6}" dt="2025-02-10T16:48:35.185" v="637"/>
          <ac:spMkLst>
            <pc:docMk/>
            <pc:sldMk cId="3294469648" sldId="295"/>
            <ac:spMk id="50" creationId="{9B91F4F2-4A33-6C43-A2B3-9AF9DF6223B9}"/>
          </ac:spMkLst>
        </pc:spChg>
        <pc:spChg chg="add del mod">
          <ac:chgData name="KUANG, nick370 [Student]" userId="da991e67-a0fd-45c3-89c0-bd436c1ccc7c" providerId="ADAL" clId="{BBC90C88-FA05-6646-A260-D137A08CD5C6}" dt="2025-02-10T16:48:35.185" v="637"/>
          <ac:spMkLst>
            <pc:docMk/>
            <pc:sldMk cId="3294469648" sldId="295"/>
            <ac:spMk id="51" creationId="{2DBCF927-1160-0149-8DFB-EBB5F2A08B20}"/>
          </ac:spMkLst>
        </pc:spChg>
        <pc:spChg chg="add del mod">
          <ac:chgData name="KUANG, nick370 [Student]" userId="da991e67-a0fd-45c3-89c0-bd436c1ccc7c" providerId="ADAL" clId="{BBC90C88-FA05-6646-A260-D137A08CD5C6}" dt="2025-02-10T16:48:35.185" v="637"/>
          <ac:spMkLst>
            <pc:docMk/>
            <pc:sldMk cId="3294469648" sldId="295"/>
            <ac:spMk id="52" creationId="{1FBE5E62-5065-8745-8A43-D5979BCE0EB1}"/>
          </ac:spMkLst>
        </pc:spChg>
        <pc:spChg chg="add del mod">
          <ac:chgData name="KUANG, nick370 [Student]" userId="da991e67-a0fd-45c3-89c0-bd436c1ccc7c" providerId="ADAL" clId="{BBC90C88-FA05-6646-A260-D137A08CD5C6}" dt="2025-02-10T17:02:12.514" v="718" actId="478"/>
          <ac:spMkLst>
            <pc:docMk/>
            <pc:sldMk cId="3294469648" sldId="295"/>
            <ac:spMk id="53" creationId="{BD92FEEE-3A4B-9B4E-9C7D-D0DC3B6B59DA}"/>
          </ac:spMkLst>
        </pc:spChg>
        <pc:spChg chg="add del mod">
          <ac:chgData name="KUANG, nick370 [Student]" userId="da991e67-a0fd-45c3-89c0-bd436c1ccc7c" providerId="ADAL" clId="{BBC90C88-FA05-6646-A260-D137A08CD5C6}" dt="2025-02-10T17:02:12.514" v="718" actId="478"/>
          <ac:spMkLst>
            <pc:docMk/>
            <pc:sldMk cId="3294469648" sldId="295"/>
            <ac:spMk id="54" creationId="{28475B40-30DC-994B-98D2-72320C56DFBB}"/>
          </ac:spMkLst>
        </pc:spChg>
        <pc:spChg chg="add del mod">
          <ac:chgData name="KUANG, nick370 [Student]" userId="da991e67-a0fd-45c3-89c0-bd436c1ccc7c" providerId="ADAL" clId="{BBC90C88-FA05-6646-A260-D137A08CD5C6}" dt="2025-02-10T17:02:12.514" v="718" actId="478"/>
          <ac:spMkLst>
            <pc:docMk/>
            <pc:sldMk cId="3294469648" sldId="295"/>
            <ac:spMk id="55" creationId="{9032DD5C-1938-0340-A6AF-5F7303A06C8A}"/>
          </ac:spMkLst>
        </pc:spChg>
        <pc:spChg chg="add del mod">
          <ac:chgData name="KUANG, nick370 [Student]" userId="da991e67-a0fd-45c3-89c0-bd436c1ccc7c" providerId="ADAL" clId="{BBC90C88-FA05-6646-A260-D137A08CD5C6}" dt="2025-02-10T17:02:12.514" v="718" actId="478"/>
          <ac:spMkLst>
            <pc:docMk/>
            <pc:sldMk cId="3294469648" sldId="295"/>
            <ac:spMk id="56" creationId="{90D416C0-1976-EB4F-8679-F77314A95EFC}"/>
          </ac:spMkLst>
        </pc:spChg>
        <pc:spChg chg="add del mod">
          <ac:chgData name="KUANG, nick370 [Student]" userId="da991e67-a0fd-45c3-89c0-bd436c1ccc7c" providerId="ADAL" clId="{BBC90C88-FA05-6646-A260-D137A08CD5C6}" dt="2025-02-10T17:02:12.514" v="718" actId="478"/>
          <ac:spMkLst>
            <pc:docMk/>
            <pc:sldMk cId="3294469648" sldId="295"/>
            <ac:spMk id="57" creationId="{F21F0E11-8F57-DF4D-9188-33681FE3529B}"/>
          </ac:spMkLst>
        </pc:spChg>
        <pc:spChg chg="add del mod">
          <ac:chgData name="KUANG, nick370 [Student]" userId="da991e67-a0fd-45c3-89c0-bd436c1ccc7c" providerId="ADAL" clId="{BBC90C88-FA05-6646-A260-D137A08CD5C6}" dt="2025-02-10T17:02:12.514" v="718" actId="478"/>
          <ac:spMkLst>
            <pc:docMk/>
            <pc:sldMk cId="3294469648" sldId="295"/>
            <ac:spMk id="58" creationId="{EFEE9A84-DA2F-7442-A9F7-111237491C96}"/>
          </ac:spMkLst>
        </pc:spChg>
        <pc:spChg chg="add del mod">
          <ac:chgData name="KUANG, nick370 [Student]" userId="da991e67-a0fd-45c3-89c0-bd436c1ccc7c" providerId="ADAL" clId="{BBC90C88-FA05-6646-A260-D137A08CD5C6}" dt="2025-02-10T17:02:12.514" v="718" actId="478"/>
          <ac:spMkLst>
            <pc:docMk/>
            <pc:sldMk cId="3294469648" sldId="295"/>
            <ac:spMk id="59" creationId="{D45CB37A-24A9-5347-9158-04EEE84F6736}"/>
          </ac:spMkLst>
        </pc:spChg>
        <pc:spChg chg="add del mod">
          <ac:chgData name="KUANG, nick370 [Student]" userId="da991e67-a0fd-45c3-89c0-bd436c1ccc7c" providerId="ADAL" clId="{BBC90C88-FA05-6646-A260-D137A08CD5C6}" dt="2025-02-10T17:02:12.514" v="718" actId="478"/>
          <ac:spMkLst>
            <pc:docMk/>
            <pc:sldMk cId="3294469648" sldId="295"/>
            <ac:spMk id="60" creationId="{2A5CE9F4-ABE7-8E4F-AFDC-8E9C50E9E50C}"/>
          </ac:spMkLst>
        </pc:spChg>
      </pc:sldChg>
      <pc:sldChg chg="addSp delSp modSp add mod delAnim">
        <pc:chgData name="KUANG, nick370 [Student]" userId="da991e67-a0fd-45c3-89c0-bd436c1ccc7c" providerId="ADAL" clId="{BBC90C88-FA05-6646-A260-D137A08CD5C6}" dt="2025-02-10T08:25:03.467" v="78" actId="1076"/>
        <pc:sldMkLst>
          <pc:docMk/>
          <pc:sldMk cId="3599857942" sldId="302"/>
        </pc:sldMkLst>
        <pc:spChg chg="mod">
          <ac:chgData name="KUANG, nick370 [Student]" userId="da991e67-a0fd-45c3-89c0-bd436c1ccc7c" providerId="ADAL" clId="{BBC90C88-FA05-6646-A260-D137A08CD5C6}" dt="2025-02-10T08:21:06.031" v="7" actId="207"/>
          <ac:spMkLst>
            <pc:docMk/>
            <pc:sldMk cId="3599857942" sldId="302"/>
            <ac:spMk id="2" creationId="{B2823BF9-8E2D-200C-EC7E-309D56A30F16}"/>
          </ac:spMkLst>
        </pc:spChg>
        <pc:spChg chg="del">
          <ac:chgData name="KUANG, nick370 [Student]" userId="da991e67-a0fd-45c3-89c0-bd436c1ccc7c" providerId="ADAL" clId="{BBC90C88-FA05-6646-A260-D137A08CD5C6}" dt="2025-02-10T08:20:37.152" v="3" actId="478"/>
          <ac:spMkLst>
            <pc:docMk/>
            <pc:sldMk cId="3599857942" sldId="302"/>
            <ac:spMk id="3" creationId="{3EE760EA-FF35-FE48-4952-7EE3AB750147}"/>
          </ac:spMkLst>
        </pc:spChg>
        <pc:spChg chg="add del mod">
          <ac:chgData name="KUANG, nick370 [Student]" userId="da991e67-a0fd-45c3-89c0-bd436c1ccc7c" providerId="ADAL" clId="{BBC90C88-FA05-6646-A260-D137A08CD5C6}" dt="2025-02-10T08:21:54.561" v="8" actId="478"/>
          <ac:spMkLst>
            <pc:docMk/>
            <pc:sldMk cId="3599857942" sldId="302"/>
            <ac:spMk id="8" creationId="{32817C06-7072-AFE0-6750-884F08A3B49C}"/>
          </ac:spMkLst>
        </pc:spChg>
        <pc:spChg chg="add del mod">
          <ac:chgData name="KUANG, nick370 [Student]" userId="da991e67-a0fd-45c3-89c0-bd436c1ccc7c" providerId="ADAL" clId="{BBC90C88-FA05-6646-A260-D137A08CD5C6}" dt="2025-02-10T08:21:54.561" v="8" actId="478"/>
          <ac:spMkLst>
            <pc:docMk/>
            <pc:sldMk cId="3599857942" sldId="302"/>
            <ac:spMk id="9" creationId="{85B14B7D-3719-6DCF-BDA1-2A7B0F8BBEBF}"/>
          </ac:spMkLst>
        </pc:spChg>
        <pc:spChg chg="add del mod">
          <ac:chgData name="KUANG, nick370 [Student]" userId="da991e67-a0fd-45c3-89c0-bd436c1ccc7c" providerId="ADAL" clId="{BBC90C88-FA05-6646-A260-D137A08CD5C6}" dt="2025-02-10T08:21:54.561" v="8" actId="478"/>
          <ac:spMkLst>
            <pc:docMk/>
            <pc:sldMk cId="3599857942" sldId="302"/>
            <ac:spMk id="10" creationId="{01749917-EDCE-EA09-4348-4F5685C174C4}"/>
          </ac:spMkLst>
        </pc:spChg>
        <pc:spChg chg="add del mod">
          <ac:chgData name="KUANG, nick370 [Student]" userId="da991e67-a0fd-45c3-89c0-bd436c1ccc7c" providerId="ADAL" clId="{BBC90C88-FA05-6646-A260-D137A08CD5C6}" dt="2025-02-10T08:21:54.561" v="8" actId="478"/>
          <ac:spMkLst>
            <pc:docMk/>
            <pc:sldMk cId="3599857942" sldId="302"/>
            <ac:spMk id="11" creationId="{8A8B39F2-F1E6-A474-42D1-E2126A0C9AC4}"/>
          </ac:spMkLst>
        </pc:spChg>
        <pc:spChg chg="add del mod">
          <ac:chgData name="KUANG, nick370 [Student]" userId="da991e67-a0fd-45c3-89c0-bd436c1ccc7c" providerId="ADAL" clId="{BBC90C88-FA05-6646-A260-D137A08CD5C6}" dt="2025-02-10T08:21:54.561" v="8" actId="478"/>
          <ac:spMkLst>
            <pc:docMk/>
            <pc:sldMk cId="3599857942" sldId="302"/>
            <ac:spMk id="13" creationId="{9F75373C-883A-CE94-1E8A-9CC736E03D71}"/>
          </ac:spMkLst>
        </pc:spChg>
        <pc:spChg chg="add del mod">
          <ac:chgData name="KUANG, nick370 [Student]" userId="da991e67-a0fd-45c3-89c0-bd436c1ccc7c" providerId="ADAL" clId="{BBC90C88-FA05-6646-A260-D137A08CD5C6}" dt="2025-02-10T08:21:54.561" v="8" actId="478"/>
          <ac:spMkLst>
            <pc:docMk/>
            <pc:sldMk cId="3599857942" sldId="302"/>
            <ac:spMk id="14" creationId="{72ED351D-416C-E26C-7E2D-DDB196C02BA4}"/>
          </ac:spMkLst>
        </pc:spChg>
        <pc:spChg chg="add del mod">
          <ac:chgData name="KUANG, nick370 [Student]" userId="da991e67-a0fd-45c3-89c0-bd436c1ccc7c" providerId="ADAL" clId="{BBC90C88-FA05-6646-A260-D137A08CD5C6}" dt="2025-02-10T08:21:54.561" v="8" actId="478"/>
          <ac:spMkLst>
            <pc:docMk/>
            <pc:sldMk cId="3599857942" sldId="302"/>
            <ac:spMk id="16" creationId="{212EEDC3-6B7D-ED1B-3D06-2C3067C77751}"/>
          </ac:spMkLst>
        </pc:spChg>
        <pc:spChg chg="add del mod">
          <ac:chgData name="KUANG, nick370 [Student]" userId="da991e67-a0fd-45c3-89c0-bd436c1ccc7c" providerId="ADAL" clId="{BBC90C88-FA05-6646-A260-D137A08CD5C6}" dt="2025-02-10T08:21:54.561" v="8" actId="478"/>
          <ac:spMkLst>
            <pc:docMk/>
            <pc:sldMk cId="3599857942" sldId="302"/>
            <ac:spMk id="17" creationId="{2A354457-CA5B-9E4D-8C64-190083E1E61C}"/>
          </ac:spMkLst>
        </pc:spChg>
        <pc:spChg chg="add del mod">
          <ac:chgData name="KUANG, nick370 [Student]" userId="da991e67-a0fd-45c3-89c0-bd436c1ccc7c" providerId="ADAL" clId="{BBC90C88-FA05-6646-A260-D137A08CD5C6}" dt="2025-02-10T08:21:54.561" v="8" actId="478"/>
          <ac:spMkLst>
            <pc:docMk/>
            <pc:sldMk cId="3599857942" sldId="302"/>
            <ac:spMk id="18" creationId="{A8472331-FA92-FE9C-770A-0B92B2FCF390}"/>
          </ac:spMkLst>
        </pc:spChg>
        <pc:spChg chg="add del mod">
          <ac:chgData name="KUANG, nick370 [Student]" userId="da991e67-a0fd-45c3-89c0-bd436c1ccc7c" providerId="ADAL" clId="{BBC90C88-FA05-6646-A260-D137A08CD5C6}" dt="2025-02-10T08:21:54.561" v="8" actId="478"/>
          <ac:spMkLst>
            <pc:docMk/>
            <pc:sldMk cId="3599857942" sldId="302"/>
            <ac:spMk id="20" creationId="{16C93217-E614-F2A9-92FF-21372B5657B7}"/>
          </ac:spMkLst>
        </pc:spChg>
        <pc:spChg chg="mod">
          <ac:chgData name="KUANG, nick370 [Student]" userId="da991e67-a0fd-45c3-89c0-bd436c1ccc7c" providerId="ADAL" clId="{BBC90C88-FA05-6646-A260-D137A08CD5C6}" dt="2025-02-10T08:22:24.342" v="41" actId="20577"/>
          <ac:spMkLst>
            <pc:docMk/>
            <pc:sldMk cId="3599857942" sldId="302"/>
            <ac:spMk id="33" creationId="{965D58D0-EF3C-D541-BEA9-B8996021846B}"/>
          </ac:spMkLst>
        </pc:spChg>
        <pc:spChg chg="mod">
          <ac:chgData name="KUANG, nick370 [Student]" userId="da991e67-a0fd-45c3-89c0-bd436c1ccc7c" providerId="ADAL" clId="{BBC90C88-FA05-6646-A260-D137A08CD5C6}" dt="2025-02-10T08:24:03.179" v="67" actId="207"/>
          <ac:spMkLst>
            <pc:docMk/>
            <pc:sldMk cId="3599857942" sldId="302"/>
            <ac:spMk id="34" creationId="{452C0B36-1DCF-B532-C477-0F2BF55956D3}"/>
          </ac:spMkLst>
        </pc:spChg>
        <pc:spChg chg="add mod">
          <ac:chgData name="KUANG, nick370 [Student]" userId="da991e67-a0fd-45c3-89c0-bd436c1ccc7c" providerId="ADAL" clId="{BBC90C88-FA05-6646-A260-D137A08CD5C6}" dt="2025-02-10T08:24:16.669" v="68" actId="1076"/>
          <ac:spMkLst>
            <pc:docMk/>
            <pc:sldMk cId="3599857942" sldId="302"/>
            <ac:spMk id="35" creationId="{E820FC80-A3EC-78F1-9EBA-3C197E9FEF86}"/>
          </ac:spMkLst>
        </pc:spChg>
        <pc:spChg chg="mod">
          <ac:chgData name="KUANG, nick370 [Student]" userId="da991e67-a0fd-45c3-89c0-bd436c1ccc7c" providerId="ADAL" clId="{BBC90C88-FA05-6646-A260-D137A08CD5C6}" dt="2025-02-10T08:24:16.669" v="68" actId="1076"/>
          <ac:spMkLst>
            <pc:docMk/>
            <pc:sldMk cId="3599857942" sldId="302"/>
            <ac:spMk id="36" creationId="{8F75DE0F-EC4C-60BB-3FCA-572117D7E762}"/>
          </ac:spMkLst>
        </pc:spChg>
        <pc:spChg chg="add del mod">
          <ac:chgData name="KUANG, nick370 [Student]" userId="da991e67-a0fd-45c3-89c0-bd436c1ccc7c" providerId="ADAL" clId="{BBC90C88-FA05-6646-A260-D137A08CD5C6}" dt="2025-02-10T08:24:24.018" v="71" actId="478"/>
          <ac:spMkLst>
            <pc:docMk/>
            <pc:sldMk cId="3599857942" sldId="302"/>
            <ac:spMk id="37" creationId="{E128117D-7385-6D41-9975-B372ABE26C01}"/>
          </ac:spMkLst>
        </pc:spChg>
        <pc:spChg chg="add del mod">
          <ac:chgData name="KUANG, nick370 [Student]" userId="da991e67-a0fd-45c3-89c0-bd436c1ccc7c" providerId="ADAL" clId="{BBC90C88-FA05-6646-A260-D137A08CD5C6}" dt="2025-02-10T08:24:24.018" v="71" actId="478"/>
          <ac:spMkLst>
            <pc:docMk/>
            <pc:sldMk cId="3599857942" sldId="302"/>
            <ac:spMk id="38" creationId="{BCA69268-B1AB-F38F-34E5-A95E1B110905}"/>
          </ac:spMkLst>
        </pc:spChg>
        <pc:spChg chg="add mod">
          <ac:chgData name="KUANG, nick370 [Student]" userId="da991e67-a0fd-45c3-89c0-bd436c1ccc7c" providerId="ADAL" clId="{BBC90C88-FA05-6646-A260-D137A08CD5C6}" dt="2025-02-10T08:24:16.669" v="68" actId="1076"/>
          <ac:spMkLst>
            <pc:docMk/>
            <pc:sldMk cId="3599857942" sldId="302"/>
            <ac:spMk id="39" creationId="{B1FB4FDF-337E-7B8C-BC8E-C7837F50E31F}"/>
          </ac:spMkLst>
        </pc:spChg>
        <pc:spChg chg="mod">
          <ac:chgData name="KUANG, nick370 [Student]" userId="da991e67-a0fd-45c3-89c0-bd436c1ccc7c" providerId="ADAL" clId="{BBC90C88-FA05-6646-A260-D137A08CD5C6}" dt="2025-02-10T08:24:16.669" v="68" actId="1076"/>
          <ac:spMkLst>
            <pc:docMk/>
            <pc:sldMk cId="3599857942" sldId="302"/>
            <ac:spMk id="40" creationId="{7F5012C3-9C6B-3EE4-369F-2A35D0D80947}"/>
          </ac:spMkLst>
        </pc:spChg>
        <pc:spChg chg="mod">
          <ac:chgData name="KUANG, nick370 [Student]" userId="da991e67-a0fd-45c3-89c0-bd436c1ccc7c" providerId="ADAL" clId="{BBC90C88-FA05-6646-A260-D137A08CD5C6}" dt="2025-02-10T08:25:03.467" v="78" actId="1076"/>
          <ac:spMkLst>
            <pc:docMk/>
            <pc:sldMk cId="3599857942" sldId="302"/>
            <ac:spMk id="41" creationId="{FE465BE6-4C27-82D4-23B9-24AC0DEB13B5}"/>
          </ac:spMkLst>
        </pc:spChg>
        <pc:spChg chg="mod">
          <ac:chgData name="KUANG, nick370 [Student]" userId="da991e67-a0fd-45c3-89c0-bd436c1ccc7c" providerId="ADAL" clId="{BBC90C88-FA05-6646-A260-D137A08CD5C6}" dt="2025-02-10T08:25:03.467" v="78" actId="1076"/>
          <ac:spMkLst>
            <pc:docMk/>
            <pc:sldMk cId="3599857942" sldId="302"/>
            <ac:spMk id="42" creationId="{703BD551-4D7E-DB10-3A39-9B7FF40A5681}"/>
          </ac:spMkLst>
        </pc:spChg>
        <pc:spChg chg="add mod">
          <ac:chgData name="KUANG, nick370 [Student]" userId="da991e67-a0fd-45c3-89c0-bd436c1ccc7c" providerId="ADAL" clId="{BBC90C88-FA05-6646-A260-D137A08CD5C6}" dt="2025-02-10T08:24:38.451" v="72" actId="1076"/>
          <ac:spMkLst>
            <pc:docMk/>
            <pc:sldMk cId="3599857942" sldId="302"/>
            <ac:spMk id="43" creationId="{B89F429A-F748-B73D-2FA6-16791F93A9DA}"/>
          </ac:spMkLst>
        </pc:spChg>
        <pc:spChg chg="add mod">
          <ac:chgData name="KUANG, nick370 [Student]" userId="da991e67-a0fd-45c3-89c0-bd436c1ccc7c" providerId="ADAL" clId="{BBC90C88-FA05-6646-A260-D137A08CD5C6}" dt="2025-02-10T08:24:38.451" v="72" actId="1076"/>
          <ac:spMkLst>
            <pc:docMk/>
            <pc:sldMk cId="3599857942" sldId="302"/>
            <ac:spMk id="44" creationId="{2B467F47-D986-23EF-546E-012590A367D0}"/>
          </ac:spMkLst>
        </pc:spChg>
        <pc:spChg chg="mod">
          <ac:chgData name="KUANG, nick370 [Student]" userId="da991e67-a0fd-45c3-89c0-bd436c1ccc7c" providerId="ADAL" clId="{BBC90C88-FA05-6646-A260-D137A08CD5C6}" dt="2025-02-10T08:23:59.318" v="59" actId="1076"/>
          <ac:spMkLst>
            <pc:docMk/>
            <pc:sldMk cId="3599857942" sldId="302"/>
            <ac:spMk id="45" creationId="{E067BECD-587F-44A6-3ACC-95C8645672C4}"/>
          </ac:spMkLst>
        </pc:spChg>
        <pc:spChg chg="mod">
          <ac:chgData name="KUANG, nick370 [Student]" userId="da991e67-a0fd-45c3-89c0-bd436c1ccc7c" providerId="ADAL" clId="{BBC90C88-FA05-6646-A260-D137A08CD5C6}" dt="2025-02-10T08:24:38.451" v="72" actId="1076"/>
          <ac:spMkLst>
            <pc:docMk/>
            <pc:sldMk cId="3599857942" sldId="302"/>
            <ac:spMk id="46" creationId="{81168CE4-426D-66A0-A25F-7D8650671951}"/>
          </ac:spMkLst>
        </pc:spChg>
        <pc:spChg chg="del mod">
          <ac:chgData name="KUANG, nick370 [Student]" userId="da991e67-a0fd-45c3-89c0-bd436c1ccc7c" providerId="ADAL" clId="{BBC90C88-FA05-6646-A260-D137A08CD5C6}" dt="2025-02-10T08:24:44.449" v="73" actId="478"/>
          <ac:spMkLst>
            <pc:docMk/>
            <pc:sldMk cId="3599857942" sldId="302"/>
            <ac:spMk id="47" creationId="{97A57042-8C84-123E-27B5-2547A9D4F54A}"/>
          </ac:spMkLst>
        </pc:spChg>
        <pc:spChg chg="del mod">
          <ac:chgData name="KUANG, nick370 [Student]" userId="da991e67-a0fd-45c3-89c0-bd436c1ccc7c" providerId="ADAL" clId="{BBC90C88-FA05-6646-A260-D137A08CD5C6}" dt="2025-02-10T08:24:47.766" v="75" actId="478"/>
          <ac:spMkLst>
            <pc:docMk/>
            <pc:sldMk cId="3599857942" sldId="302"/>
            <ac:spMk id="48" creationId="{CA46077C-12F8-467B-B9C9-E530B4B59CE6}"/>
          </ac:spMkLst>
        </pc:spChg>
        <pc:spChg chg="mod">
          <ac:chgData name="KUANG, nick370 [Student]" userId="da991e67-a0fd-45c3-89c0-bd436c1ccc7c" providerId="ADAL" clId="{BBC90C88-FA05-6646-A260-D137A08CD5C6}" dt="2025-02-10T08:24:16.669" v="68" actId="1076"/>
          <ac:spMkLst>
            <pc:docMk/>
            <pc:sldMk cId="3599857942" sldId="302"/>
            <ac:spMk id="50" creationId="{D4A4310B-42B1-122B-65B8-2DCDC48F630F}"/>
          </ac:spMkLst>
        </pc:spChg>
        <pc:spChg chg="add del mod">
          <ac:chgData name="KUANG, nick370 [Student]" userId="da991e67-a0fd-45c3-89c0-bd436c1ccc7c" providerId="ADAL" clId="{BBC90C88-FA05-6646-A260-D137A08CD5C6}" dt="2025-02-10T08:24:24.018" v="71" actId="478"/>
          <ac:spMkLst>
            <pc:docMk/>
            <pc:sldMk cId="3599857942" sldId="302"/>
            <ac:spMk id="51" creationId="{85B3079A-05D2-8077-AF10-730E959E7497}"/>
          </ac:spMkLst>
        </pc:spChg>
        <pc:spChg chg="add del mod">
          <ac:chgData name="KUANG, nick370 [Student]" userId="da991e67-a0fd-45c3-89c0-bd436c1ccc7c" providerId="ADAL" clId="{BBC90C88-FA05-6646-A260-D137A08CD5C6}" dt="2025-02-10T08:24:21.630" v="70" actId="478"/>
          <ac:spMkLst>
            <pc:docMk/>
            <pc:sldMk cId="3599857942" sldId="302"/>
            <ac:spMk id="52" creationId="{89307747-0546-AB33-A19E-EACB3E94BD94}"/>
          </ac:spMkLst>
        </pc:spChg>
        <pc:spChg chg="add mod">
          <ac:chgData name="KUANG, nick370 [Student]" userId="da991e67-a0fd-45c3-89c0-bd436c1ccc7c" providerId="ADAL" clId="{BBC90C88-FA05-6646-A260-D137A08CD5C6}" dt="2025-02-10T08:25:03.467" v="78" actId="1076"/>
          <ac:spMkLst>
            <pc:docMk/>
            <pc:sldMk cId="3599857942" sldId="302"/>
            <ac:spMk id="53" creationId="{9958C45B-61AC-C35A-0BD7-4B6D5CCE5441}"/>
          </ac:spMkLst>
        </pc:spChg>
        <pc:spChg chg="mod">
          <ac:chgData name="KUANG, nick370 [Student]" userId="da991e67-a0fd-45c3-89c0-bd436c1ccc7c" providerId="ADAL" clId="{BBC90C88-FA05-6646-A260-D137A08CD5C6}" dt="2025-02-10T08:24:38.451" v="72" actId="1076"/>
          <ac:spMkLst>
            <pc:docMk/>
            <pc:sldMk cId="3599857942" sldId="302"/>
            <ac:spMk id="54" creationId="{BE3D1AF0-A86B-A5D7-F625-51452CC0E9A4}"/>
          </ac:spMkLst>
        </pc:spChg>
        <pc:spChg chg="add mod">
          <ac:chgData name="KUANG, nick370 [Student]" userId="da991e67-a0fd-45c3-89c0-bd436c1ccc7c" providerId="ADAL" clId="{BBC90C88-FA05-6646-A260-D137A08CD5C6}" dt="2025-02-10T08:24:38.451" v="72" actId="1076"/>
          <ac:spMkLst>
            <pc:docMk/>
            <pc:sldMk cId="3599857942" sldId="302"/>
            <ac:spMk id="55" creationId="{3803C0EB-7C66-3C6E-296C-E1D77B7CE99B}"/>
          </ac:spMkLst>
        </pc:spChg>
        <pc:spChg chg="del mod">
          <ac:chgData name="KUANG, nick370 [Student]" userId="da991e67-a0fd-45c3-89c0-bd436c1ccc7c" providerId="ADAL" clId="{BBC90C88-FA05-6646-A260-D137A08CD5C6}" dt="2025-02-10T08:24:46.090" v="74" actId="478"/>
          <ac:spMkLst>
            <pc:docMk/>
            <pc:sldMk cId="3599857942" sldId="302"/>
            <ac:spMk id="56" creationId="{A6A33F11-B858-AEBA-F119-94D6C9440837}"/>
          </ac:spMkLst>
        </pc:spChg>
        <pc:spChg chg="mod">
          <ac:chgData name="KUANG, nick370 [Student]" userId="da991e67-a0fd-45c3-89c0-bd436c1ccc7c" providerId="ADAL" clId="{BBC90C88-FA05-6646-A260-D137A08CD5C6}" dt="2025-02-10T08:21:55.134" v="9"/>
          <ac:spMkLst>
            <pc:docMk/>
            <pc:sldMk cId="3599857942" sldId="302"/>
            <ac:spMk id="58" creationId="{B8E06303-B64B-35F1-C897-E3A642F39D7A}"/>
          </ac:spMkLst>
        </pc:spChg>
      </pc:sldChg>
    </pc:docChg>
  </pc:docChgLst>
  <pc:docChgLst>
    <pc:chgData name="KUANG, nick370 [Student]" userId="da991e67-a0fd-45c3-89c0-bd436c1ccc7c" providerId="ADAL" clId="{0BA50602-42CF-1046-B11D-CDFE40841E90}"/>
    <pc:docChg chg="undo redo custSel addSld delSld modSld sldOrd">
      <pc:chgData name="KUANG, nick370 [Student]" userId="da991e67-a0fd-45c3-89c0-bd436c1ccc7c" providerId="ADAL" clId="{0BA50602-42CF-1046-B11D-CDFE40841E90}" dt="2024-09-06T09:04:17.956" v="7800" actId="20577"/>
      <pc:docMkLst>
        <pc:docMk/>
      </pc:docMkLst>
      <pc:sldChg chg="modSp mod">
        <pc:chgData name="KUANG, nick370 [Student]" userId="da991e67-a0fd-45c3-89c0-bd436c1ccc7c" providerId="ADAL" clId="{0BA50602-42CF-1046-B11D-CDFE40841E90}" dt="2024-09-05T05:50:32.042" v="5367" actId="20577"/>
        <pc:sldMkLst>
          <pc:docMk/>
          <pc:sldMk cId="1139326662" sldId="257"/>
        </pc:sldMkLst>
      </pc:sldChg>
      <pc:sldChg chg="addSp delSp modSp mod modNotesTx">
        <pc:chgData name="KUANG, nick370 [Student]" userId="da991e67-a0fd-45c3-89c0-bd436c1ccc7c" providerId="ADAL" clId="{0BA50602-42CF-1046-B11D-CDFE40841E90}" dt="2024-09-06T09:03:43.583" v="7758" actId="14100"/>
        <pc:sldMkLst>
          <pc:docMk/>
          <pc:sldMk cId="3038216366" sldId="259"/>
        </pc:sldMkLst>
      </pc:sldChg>
      <pc:sldChg chg="addSp delSp modSp mod">
        <pc:chgData name="KUANG, nick370 [Student]" userId="da991e67-a0fd-45c3-89c0-bd436c1ccc7c" providerId="ADAL" clId="{0BA50602-42CF-1046-B11D-CDFE40841E90}" dt="2024-09-04T08:44:54.008" v="3896" actId="108"/>
        <pc:sldMkLst>
          <pc:docMk/>
          <pc:sldMk cId="1150833675" sldId="260"/>
        </pc:sldMkLst>
      </pc:sldChg>
      <pc:sldChg chg="modNotesTx">
        <pc:chgData name="KUANG, nick370 [Student]" userId="da991e67-a0fd-45c3-89c0-bd436c1ccc7c" providerId="ADAL" clId="{0BA50602-42CF-1046-B11D-CDFE40841E90}" dt="2024-08-31T05:37:17.437" v="617" actId="20577"/>
        <pc:sldMkLst>
          <pc:docMk/>
          <pc:sldMk cId="3308121740" sldId="261"/>
        </pc:sldMkLst>
      </pc:sldChg>
      <pc:sldChg chg="modSp mod modNotesTx">
        <pc:chgData name="KUANG, nick370 [Student]" userId="da991e67-a0fd-45c3-89c0-bd436c1ccc7c" providerId="ADAL" clId="{0BA50602-42CF-1046-B11D-CDFE40841E90}" dt="2024-08-31T05:45:32.332" v="963"/>
        <pc:sldMkLst>
          <pc:docMk/>
          <pc:sldMk cId="2767328977" sldId="265"/>
        </pc:sldMkLst>
      </pc:sldChg>
      <pc:sldChg chg="modSp mod">
        <pc:chgData name="KUANG, nick370 [Student]" userId="da991e67-a0fd-45c3-89c0-bd436c1ccc7c" providerId="ADAL" clId="{0BA50602-42CF-1046-B11D-CDFE40841E90}" dt="2024-08-31T07:17:27.650" v="1105" actId="113"/>
        <pc:sldMkLst>
          <pc:docMk/>
          <pc:sldMk cId="1530318261" sldId="266"/>
        </pc:sldMkLst>
      </pc:sldChg>
      <pc:sldChg chg="modSp mod">
        <pc:chgData name="KUANG, nick370 [Student]" userId="da991e67-a0fd-45c3-89c0-bd436c1ccc7c" providerId="ADAL" clId="{0BA50602-42CF-1046-B11D-CDFE40841E90}" dt="2024-08-31T07:12:02.560" v="1102" actId="27636"/>
        <pc:sldMkLst>
          <pc:docMk/>
          <pc:sldMk cId="1710992471" sldId="267"/>
        </pc:sldMkLst>
      </pc:sldChg>
      <pc:sldChg chg="modSp mod">
        <pc:chgData name="KUANG, nick370 [Student]" userId="da991e67-a0fd-45c3-89c0-bd436c1ccc7c" providerId="ADAL" clId="{0BA50602-42CF-1046-B11D-CDFE40841E90}" dt="2024-08-31T07:18:27.061" v="1139" actId="20577"/>
        <pc:sldMkLst>
          <pc:docMk/>
          <pc:sldMk cId="4273196726" sldId="276"/>
        </pc:sldMkLst>
      </pc:sldChg>
      <pc:sldChg chg="new del">
        <pc:chgData name="KUANG, nick370 [Student]" userId="da991e67-a0fd-45c3-89c0-bd436c1ccc7c" providerId="ADAL" clId="{0BA50602-42CF-1046-B11D-CDFE40841E90}" dt="2024-09-04T02:55:58.309" v="1193" actId="2696"/>
        <pc:sldMkLst>
          <pc:docMk/>
          <pc:sldMk cId="4236887260" sldId="277"/>
        </pc:sldMkLst>
      </pc:sldChg>
      <pc:sldChg chg="addSp delSp modSp add mod ord modNotesTx">
        <pc:chgData name="KUANG, nick370 [Student]" userId="da991e67-a0fd-45c3-89c0-bd436c1ccc7c" providerId="ADAL" clId="{0BA50602-42CF-1046-B11D-CDFE40841E90}" dt="2024-09-06T09:02:37.665" v="7748" actId="1076"/>
        <pc:sldMkLst>
          <pc:docMk/>
          <pc:sldMk cId="609556918" sldId="278"/>
        </pc:sldMkLst>
      </pc:sldChg>
      <pc:sldChg chg="modSp add mod ord">
        <pc:chgData name="KUANG, nick370 [Student]" userId="da991e67-a0fd-45c3-89c0-bd436c1ccc7c" providerId="ADAL" clId="{0BA50602-42CF-1046-B11D-CDFE40841E90}" dt="2024-09-04T02:56:18.842" v="1212" actId="20577"/>
        <pc:sldMkLst>
          <pc:docMk/>
          <pc:sldMk cId="2743314401" sldId="279"/>
        </pc:sldMkLst>
      </pc:sldChg>
      <pc:sldChg chg="delSp modSp add mod">
        <pc:chgData name="KUANG, nick370 [Student]" userId="da991e67-a0fd-45c3-89c0-bd436c1ccc7c" providerId="ADAL" clId="{0BA50602-42CF-1046-B11D-CDFE40841E90}" dt="2024-09-06T09:04:17.956" v="7800" actId="20577"/>
        <pc:sldMkLst>
          <pc:docMk/>
          <pc:sldMk cId="1324781570" sldId="280"/>
        </pc:sldMkLst>
      </pc:sldChg>
      <pc:sldChg chg="new del">
        <pc:chgData name="KUANG, nick370 [Student]" userId="da991e67-a0fd-45c3-89c0-bd436c1ccc7c" providerId="ADAL" clId="{0BA50602-42CF-1046-B11D-CDFE40841E90}" dt="2024-09-04T03:06:19.044" v="1411" actId="2696"/>
        <pc:sldMkLst>
          <pc:docMk/>
          <pc:sldMk cId="3503001242" sldId="281"/>
        </pc:sldMkLst>
      </pc:sldChg>
      <pc:sldChg chg="new del">
        <pc:chgData name="KUANG, nick370 [Student]" userId="da991e67-a0fd-45c3-89c0-bd436c1ccc7c" providerId="ADAL" clId="{0BA50602-42CF-1046-B11D-CDFE40841E90}" dt="2024-09-04T03:06:48.242" v="1422" actId="2696"/>
        <pc:sldMkLst>
          <pc:docMk/>
          <pc:sldMk cId="3578471875" sldId="281"/>
        </pc:sldMkLst>
      </pc:sldChg>
      <pc:sldChg chg="modSp add del mod">
        <pc:chgData name="KUANG, nick370 [Student]" userId="da991e67-a0fd-45c3-89c0-bd436c1ccc7c" providerId="ADAL" clId="{0BA50602-42CF-1046-B11D-CDFE40841E90}" dt="2024-09-04T03:06:41.430" v="1418" actId="2696"/>
        <pc:sldMkLst>
          <pc:docMk/>
          <pc:sldMk cId="225916973" sldId="282"/>
        </pc:sldMkLst>
      </pc:sldChg>
      <pc:sldChg chg="add">
        <pc:chgData name="KUANG, nick370 [Student]" userId="da991e67-a0fd-45c3-89c0-bd436c1ccc7c" providerId="ADAL" clId="{0BA50602-42CF-1046-B11D-CDFE40841E90}" dt="2024-09-04T08:22:38.113" v="3357"/>
        <pc:sldMkLst>
          <pc:docMk/>
          <pc:sldMk cId="972838214" sldId="282"/>
        </pc:sldMkLst>
      </pc:sldChg>
      <pc:sldChg chg="modSp add del mod">
        <pc:chgData name="KUANG, nick370 [Student]" userId="da991e67-a0fd-45c3-89c0-bd436c1ccc7c" providerId="ADAL" clId="{0BA50602-42CF-1046-B11D-CDFE40841E90}" dt="2024-09-04T08:22:31.086" v="3355" actId="2696"/>
        <pc:sldMkLst>
          <pc:docMk/>
          <pc:sldMk cId="3160032593" sldId="282"/>
        </pc:sldMkLst>
      </pc:sldChg>
      <pc:sldChg chg="modSp add del mod">
        <pc:chgData name="KUANG, nick370 [Student]" userId="da991e67-a0fd-45c3-89c0-bd436c1ccc7c" providerId="ADAL" clId="{0BA50602-42CF-1046-B11D-CDFE40841E90}" dt="2024-09-04T08:22:31.102" v="3356" actId="2696"/>
        <pc:sldMkLst>
          <pc:docMk/>
          <pc:sldMk cId="214161084" sldId="283"/>
        </pc:sldMkLst>
      </pc:sldChg>
      <pc:sldChg chg="delSp modSp add mod modAnim modNotesTx">
        <pc:chgData name="KUANG, nick370 [Student]" userId="da991e67-a0fd-45c3-89c0-bd436c1ccc7c" providerId="ADAL" clId="{0BA50602-42CF-1046-B11D-CDFE40841E90}" dt="2024-09-06T08:54:03.656" v="7634"/>
        <pc:sldMkLst>
          <pc:docMk/>
          <pc:sldMk cId="1129104417" sldId="283"/>
        </pc:sldMkLst>
      </pc:sldChg>
      <pc:sldChg chg="add del">
        <pc:chgData name="KUANG, nick370 [Student]" userId="da991e67-a0fd-45c3-89c0-bd436c1ccc7c" providerId="ADAL" clId="{0BA50602-42CF-1046-B11D-CDFE40841E90}" dt="2024-09-04T03:06:41.441" v="1419" actId="2696"/>
        <pc:sldMkLst>
          <pc:docMk/>
          <pc:sldMk cId="3253381675" sldId="283"/>
        </pc:sldMkLst>
      </pc:sldChg>
      <pc:sldChg chg="new del">
        <pc:chgData name="KUANG, nick370 [Student]" userId="da991e67-a0fd-45c3-89c0-bd436c1ccc7c" providerId="ADAL" clId="{0BA50602-42CF-1046-B11D-CDFE40841E90}" dt="2024-09-04T03:54:12.077" v="2091" actId="2696"/>
        <pc:sldMkLst>
          <pc:docMk/>
          <pc:sldMk cId="2099439468" sldId="284"/>
        </pc:sldMkLst>
      </pc:sldChg>
      <pc:sldChg chg="modSp add del mod ord">
        <pc:chgData name="KUANG, nick370 [Student]" userId="da991e67-a0fd-45c3-89c0-bd436c1ccc7c" providerId="ADAL" clId="{0BA50602-42CF-1046-B11D-CDFE40841E90}" dt="2024-09-05T18:02:36.642" v="7468" actId="2696"/>
        <pc:sldMkLst>
          <pc:docMk/>
          <pc:sldMk cId="3405572700" sldId="284"/>
        </pc:sldMkLst>
      </pc:sldChg>
      <pc:sldChg chg="addSp delSp modSp add mod">
        <pc:chgData name="KUANG, nick370 [Student]" userId="da991e67-a0fd-45c3-89c0-bd436c1ccc7c" providerId="ADAL" clId="{0BA50602-42CF-1046-B11D-CDFE40841E90}" dt="2024-09-06T09:01:57.620" v="7743" actId="692"/>
        <pc:sldMkLst>
          <pc:docMk/>
          <pc:sldMk cId="1205962" sldId="285"/>
        </pc:sldMkLst>
      </pc:sldChg>
      <pc:sldChg chg="delSp modSp add mod">
        <pc:chgData name="KUANG, nick370 [Student]" userId="da991e67-a0fd-45c3-89c0-bd436c1ccc7c" providerId="ADAL" clId="{0BA50602-42CF-1046-B11D-CDFE40841E90}" dt="2024-09-06T08:19:01.357" v="7617" actId="113"/>
        <pc:sldMkLst>
          <pc:docMk/>
          <pc:sldMk cId="2540817675" sldId="286"/>
        </pc:sldMkLst>
      </pc:sldChg>
      <pc:sldChg chg="modSp add del mod">
        <pc:chgData name="KUANG, nick370 [Student]" userId="da991e67-a0fd-45c3-89c0-bd436c1ccc7c" providerId="ADAL" clId="{0BA50602-42CF-1046-B11D-CDFE40841E90}" dt="2024-09-04T08:44:58.851" v="3897" actId="2696"/>
        <pc:sldMkLst>
          <pc:docMk/>
          <pc:sldMk cId="940104437" sldId="287"/>
        </pc:sldMkLst>
      </pc:sldChg>
      <pc:sldChg chg="modSp add mod">
        <pc:chgData name="KUANG, nick370 [Student]" userId="da991e67-a0fd-45c3-89c0-bd436c1ccc7c" providerId="ADAL" clId="{0BA50602-42CF-1046-B11D-CDFE40841E90}" dt="2024-09-04T08:57:36.174" v="4840" actId="20577"/>
        <pc:sldMkLst>
          <pc:docMk/>
          <pc:sldMk cId="2942081763" sldId="287"/>
        </pc:sldMkLst>
      </pc:sldChg>
      <pc:sldChg chg="new del">
        <pc:chgData name="KUANG, nick370 [Student]" userId="da991e67-a0fd-45c3-89c0-bd436c1ccc7c" providerId="ADAL" clId="{0BA50602-42CF-1046-B11D-CDFE40841E90}" dt="2024-09-04T09:15:44.347" v="4842" actId="2696"/>
        <pc:sldMkLst>
          <pc:docMk/>
          <pc:sldMk cId="1247033779" sldId="288"/>
        </pc:sldMkLst>
      </pc:sldChg>
      <pc:sldChg chg="delSp modSp add del mod">
        <pc:chgData name="KUANG, nick370 [Student]" userId="da991e67-a0fd-45c3-89c0-bd436c1ccc7c" providerId="ADAL" clId="{0BA50602-42CF-1046-B11D-CDFE40841E90}" dt="2024-09-06T09:03:53.708" v="7759" actId="2696"/>
        <pc:sldMkLst>
          <pc:docMk/>
          <pc:sldMk cId="3009262148" sldId="288"/>
        </pc:sldMkLst>
      </pc:sldChg>
      <pc:sldChg chg="addSp delSp modSp add mod ord modNotesTx">
        <pc:chgData name="KUANG, nick370 [Student]" userId="da991e67-a0fd-45c3-89c0-bd436c1ccc7c" providerId="ADAL" clId="{0BA50602-42CF-1046-B11D-CDFE40841E90}" dt="2024-09-06T09:03:02.046" v="7754" actId="27636"/>
        <pc:sldMkLst>
          <pc:docMk/>
          <pc:sldMk cId="1323102405" sldId="289"/>
        </pc:sldMkLst>
      </pc:sldChg>
      <pc:sldChg chg="new del">
        <pc:chgData name="KUANG, nick370 [Student]" userId="da991e67-a0fd-45c3-89c0-bd436c1ccc7c" providerId="ADAL" clId="{0BA50602-42CF-1046-B11D-CDFE40841E90}" dt="2024-09-05T05:32:02.970" v="5150" actId="2696"/>
        <pc:sldMkLst>
          <pc:docMk/>
          <pc:sldMk cId="3719383294" sldId="289"/>
        </pc:sldMkLst>
      </pc:sldChg>
      <pc:sldChg chg="modSp add del mod ord">
        <pc:chgData name="KUANG, nick370 [Student]" userId="da991e67-a0fd-45c3-89c0-bd436c1ccc7c" providerId="ADAL" clId="{0BA50602-42CF-1046-B11D-CDFE40841E90}" dt="2024-09-05T05:48:22.494" v="5353" actId="2696"/>
        <pc:sldMkLst>
          <pc:docMk/>
          <pc:sldMk cId="51535190" sldId="290"/>
        </pc:sldMkLst>
      </pc:sldChg>
      <pc:sldChg chg="new del">
        <pc:chgData name="KUANG, nick370 [Student]" userId="da991e67-a0fd-45c3-89c0-bd436c1ccc7c" providerId="ADAL" clId="{0BA50602-42CF-1046-B11D-CDFE40841E90}" dt="2024-09-05T05:47:14.196" v="5340" actId="2696"/>
        <pc:sldMkLst>
          <pc:docMk/>
          <pc:sldMk cId="516489623" sldId="290"/>
        </pc:sldMkLst>
      </pc:sldChg>
      <pc:sldChg chg="new del">
        <pc:chgData name="KUANG, nick370 [Student]" userId="da991e67-a0fd-45c3-89c0-bd436c1ccc7c" providerId="ADAL" clId="{0BA50602-42CF-1046-B11D-CDFE40841E90}" dt="2024-09-05T05:47:21.643" v="5342" actId="2696"/>
        <pc:sldMkLst>
          <pc:docMk/>
          <pc:sldMk cId="690201013" sldId="290"/>
        </pc:sldMkLst>
      </pc:sldChg>
      <pc:sldChg chg="addSp modSp add mod ord modAnim">
        <pc:chgData name="KUANG, nick370 [Student]" userId="da991e67-a0fd-45c3-89c0-bd436c1ccc7c" providerId="ADAL" clId="{0BA50602-42CF-1046-B11D-CDFE40841E90}" dt="2024-09-06T09:02:13.952" v="7745" actId="1076"/>
        <pc:sldMkLst>
          <pc:docMk/>
          <pc:sldMk cId="2212603726" sldId="290"/>
        </pc:sldMkLst>
      </pc:sldChg>
      <pc:sldChg chg="add del ord">
        <pc:chgData name="KUANG, nick370 [Student]" userId="da991e67-a0fd-45c3-89c0-bd436c1ccc7c" providerId="ADAL" clId="{0BA50602-42CF-1046-B11D-CDFE40841E90}" dt="2024-09-05T18:03:21.882" v="7512" actId="2696"/>
        <pc:sldMkLst>
          <pc:docMk/>
          <pc:sldMk cId="3611689476" sldId="291"/>
        </pc:sldMkLst>
      </pc:sldChg>
      <pc:sldChg chg="add">
        <pc:chgData name="KUANG, nick370 [Student]" userId="da991e67-a0fd-45c3-89c0-bd436c1ccc7c" providerId="ADAL" clId="{0BA50602-42CF-1046-B11D-CDFE40841E90}" dt="2024-09-05T18:02:24.304" v="7465" actId="2890"/>
        <pc:sldMkLst>
          <pc:docMk/>
          <pc:sldMk cId="1990956696" sldId="292"/>
        </pc:sldMkLst>
      </pc:sldChg>
      <pc:sldChg chg="modSp add mod ord">
        <pc:chgData name="KUANG, nick370 [Student]" userId="da991e67-a0fd-45c3-89c0-bd436c1ccc7c" providerId="ADAL" clId="{0BA50602-42CF-1046-B11D-CDFE40841E90}" dt="2024-09-05T18:03:16.380" v="7511" actId="14100"/>
        <pc:sldMkLst>
          <pc:docMk/>
          <pc:sldMk cId="3586952505" sldId="293"/>
        </pc:sldMkLst>
      </pc:sldChg>
    </pc:docChg>
  </pc:docChgLst>
  <pc:docChgLst>
    <pc:chgData name="KUANG, nick370 [Student]" userId="da991e67-a0fd-45c3-89c0-bd436c1ccc7c" providerId="ADAL" clId="{E74C5E19-5E27-2446-A56E-7ED96AA10B18}"/>
    <pc:docChg chg="undo custSel addSld delSld modSld sldOrd">
      <pc:chgData name="KUANG, nick370 [Student]" userId="da991e67-a0fd-45c3-89c0-bd436c1ccc7c" providerId="ADAL" clId="{E74C5E19-5E27-2446-A56E-7ED96AA10B18}" dt="2024-11-14T06:18:05.382" v="2863" actId="478"/>
      <pc:docMkLst>
        <pc:docMk/>
      </pc:docMkLst>
      <pc:sldChg chg="del">
        <pc:chgData name="KUANG, nick370 [Student]" userId="da991e67-a0fd-45c3-89c0-bd436c1ccc7c" providerId="ADAL" clId="{E74C5E19-5E27-2446-A56E-7ED96AA10B18}" dt="2024-11-13T04:47:46.752" v="2610" actId="2696"/>
        <pc:sldMkLst>
          <pc:docMk/>
          <pc:sldMk cId="3913440257" sldId="256"/>
        </pc:sldMkLst>
      </pc:sldChg>
      <pc:sldChg chg="modSp mod modAnim">
        <pc:chgData name="KUANG, nick370 [Student]" userId="da991e67-a0fd-45c3-89c0-bd436c1ccc7c" providerId="ADAL" clId="{E74C5E19-5E27-2446-A56E-7ED96AA10B18}" dt="2024-11-13T04:51:50.590" v="2631" actId="20577"/>
        <pc:sldMkLst>
          <pc:docMk/>
          <pc:sldMk cId="1139326662" sldId="257"/>
        </pc:sldMkLst>
        <pc:spChg chg="mod">
          <ac:chgData name="KUANG, nick370 [Student]" userId="da991e67-a0fd-45c3-89c0-bd436c1ccc7c" providerId="ADAL" clId="{E74C5E19-5E27-2446-A56E-7ED96AA10B18}" dt="2024-11-13T04:51:50.590" v="2631" actId="20577"/>
          <ac:spMkLst>
            <pc:docMk/>
            <pc:sldMk cId="1139326662" sldId="257"/>
            <ac:spMk id="9" creationId="{821657F7-31A1-042A-FE46-C1E8D548CFA1}"/>
          </ac:spMkLst>
        </pc:spChg>
      </pc:sldChg>
      <pc:sldChg chg="delSp modSp mod modNotesTx">
        <pc:chgData name="KUANG, nick370 [Student]" userId="da991e67-a0fd-45c3-89c0-bd436c1ccc7c" providerId="ADAL" clId="{E74C5E19-5E27-2446-A56E-7ED96AA10B18}" dt="2024-11-10T13:06:37.477" v="2605" actId="478"/>
        <pc:sldMkLst>
          <pc:docMk/>
          <pc:sldMk cId="3038216366" sldId="259"/>
        </pc:sldMkLst>
      </pc:sldChg>
      <pc:sldChg chg="mod modShow">
        <pc:chgData name="KUANG, nick370 [Student]" userId="da991e67-a0fd-45c3-89c0-bd436c1ccc7c" providerId="ADAL" clId="{E74C5E19-5E27-2446-A56E-7ED96AA10B18}" dt="2024-11-08T09:13:51.610" v="1358" actId="729"/>
        <pc:sldMkLst>
          <pc:docMk/>
          <pc:sldMk cId="1150833675" sldId="260"/>
        </pc:sldMkLst>
      </pc:sldChg>
      <pc:sldChg chg="delSp modSp mod ord modAnim modNotesTx">
        <pc:chgData name="KUANG, nick370 [Student]" userId="da991e67-a0fd-45c3-89c0-bd436c1ccc7c" providerId="ADAL" clId="{E74C5E19-5E27-2446-A56E-7ED96AA10B18}" dt="2024-11-14T03:30:10.542" v="2839" actId="20577"/>
        <pc:sldMkLst>
          <pc:docMk/>
          <pc:sldMk cId="3308121740" sldId="261"/>
        </pc:sldMkLst>
        <pc:spChg chg="mod">
          <ac:chgData name="KUANG, nick370 [Student]" userId="da991e67-a0fd-45c3-89c0-bd436c1ccc7c" providerId="ADAL" clId="{E74C5E19-5E27-2446-A56E-7ED96AA10B18}" dt="2024-11-14T03:26:17.261" v="2837" actId="20577"/>
          <ac:spMkLst>
            <pc:docMk/>
            <pc:sldMk cId="3308121740" sldId="261"/>
            <ac:spMk id="2" creationId="{607D9401-C860-BD4A-B133-F172015F31D8}"/>
          </ac:spMkLst>
        </pc:spChg>
      </pc:sldChg>
      <pc:sldChg chg="addSp modSp mod">
        <pc:chgData name="KUANG, nick370 [Student]" userId="da991e67-a0fd-45c3-89c0-bd436c1ccc7c" providerId="ADAL" clId="{E74C5E19-5E27-2446-A56E-7ED96AA10B18}" dt="2024-11-08T09:17:17.471" v="1471"/>
        <pc:sldMkLst>
          <pc:docMk/>
          <pc:sldMk cId="313249849" sldId="263"/>
        </pc:sldMkLst>
      </pc:sldChg>
      <pc:sldChg chg="modSp mod modAnim modNotesTx">
        <pc:chgData name="KUANG, nick370 [Student]" userId="da991e67-a0fd-45c3-89c0-bd436c1ccc7c" providerId="ADAL" clId="{E74C5E19-5E27-2446-A56E-7ED96AA10B18}" dt="2024-11-10T06:49:05.920" v="2318" actId="20577"/>
        <pc:sldMkLst>
          <pc:docMk/>
          <pc:sldMk cId="1530530841" sldId="264"/>
        </pc:sldMkLst>
      </pc:sldChg>
      <pc:sldChg chg="delSp modSp mod ord modAnim">
        <pc:chgData name="KUANG, nick370 [Student]" userId="da991e67-a0fd-45c3-89c0-bd436c1ccc7c" providerId="ADAL" clId="{E74C5E19-5E27-2446-A56E-7ED96AA10B18}" dt="2024-11-13T12:45:24.297" v="2675"/>
        <pc:sldMkLst>
          <pc:docMk/>
          <pc:sldMk cId="2767328977" sldId="265"/>
        </pc:sldMkLst>
      </pc:sldChg>
      <pc:sldChg chg="addSp delSp modSp mod modAnim modNotesTx">
        <pc:chgData name="KUANG, nick370 [Student]" userId="da991e67-a0fd-45c3-89c0-bd436c1ccc7c" providerId="ADAL" clId="{E74C5E19-5E27-2446-A56E-7ED96AA10B18}" dt="2024-11-14T06:18:05.382" v="2863" actId="478"/>
        <pc:sldMkLst>
          <pc:docMk/>
          <pc:sldMk cId="1530318261" sldId="266"/>
        </pc:sldMkLst>
        <pc:spChg chg="mod">
          <ac:chgData name="KUANG, nick370 [Student]" userId="da991e67-a0fd-45c3-89c0-bd436c1ccc7c" providerId="ADAL" clId="{E74C5E19-5E27-2446-A56E-7ED96AA10B18}" dt="2024-11-14T03:14:36.880" v="2804" actId="20577"/>
          <ac:spMkLst>
            <pc:docMk/>
            <pc:sldMk cId="1530318261" sldId="266"/>
            <ac:spMk id="2" creationId="{607D9401-C860-BD4A-B133-F172015F31D8}"/>
          </ac:spMkLst>
        </pc:spChg>
      </pc:sldChg>
      <pc:sldChg chg="modSp mod modAnim">
        <pc:chgData name="KUANG, nick370 [Student]" userId="da991e67-a0fd-45c3-89c0-bd436c1ccc7c" providerId="ADAL" clId="{E74C5E19-5E27-2446-A56E-7ED96AA10B18}" dt="2024-11-13T12:58:04.484" v="2727"/>
        <pc:sldMkLst>
          <pc:docMk/>
          <pc:sldMk cId="1710992471" sldId="267"/>
        </pc:sldMkLst>
        <pc:spChg chg="mod">
          <ac:chgData name="KUANG, nick370 [Student]" userId="da991e67-a0fd-45c3-89c0-bd436c1ccc7c" providerId="ADAL" clId="{E74C5E19-5E27-2446-A56E-7ED96AA10B18}" dt="2024-11-13T12:57:58.286" v="2724" actId="20578"/>
          <ac:spMkLst>
            <pc:docMk/>
            <pc:sldMk cId="1710992471" sldId="267"/>
            <ac:spMk id="2" creationId="{607D9401-C860-BD4A-B133-F172015F31D8}"/>
          </ac:spMkLst>
        </pc:spChg>
      </pc:sldChg>
      <pc:sldChg chg="modSp mod modNotesTx">
        <pc:chgData name="KUANG, nick370 [Student]" userId="da991e67-a0fd-45c3-89c0-bd436c1ccc7c" providerId="ADAL" clId="{E74C5E19-5E27-2446-A56E-7ED96AA10B18}" dt="2024-11-14T04:31:40.273" v="2860"/>
        <pc:sldMkLst>
          <pc:docMk/>
          <pc:sldMk cId="3498163288" sldId="269"/>
        </pc:sldMkLst>
        <pc:spChg chg="mod">
          <ac:chgData name="KUANG, nick370 [Student]" userId="da991e67-a0fd-45c3-89c0-bd436c1ccc7c" providerId="ADAL" clId="{E74C5E19-5E27-2446-A56E-7ED96AA10B18}" dt="2024-11-14T04:31:38.633" v="2859" actId="27636"/>
          <ac:spMkLst>
            <pc:docMk/>
            <pc:sldMk cId="3498163288" sldId="269"/>
            <ac:spMk id="2" creationId="{607D9401-C860-BD4A-B133-F172015F31D8}"/>
          </ac:spMkLst>
        </pc:spChg>
      </pc:sldChg>
      <pc:sldChg chg="modSp mod modAnim">
        <pc:chgData name="KUANG, nick370 [Student]" userId="da991e67-a0fd-45c3-89c0-bd436c1ccc7c" providerId="ADAL" clId="{E74C5E19-5E27-2446-A56E-7ED96AA10B18}" dt="2024-11-14T03:59:09.277" v="2857" actId="20577"/>
        <pc:sldMkLst>
          <pc:docMk/>
          <pc:sldMk cId="2466019878" sldId="272"/>
        </pc:sldMkLst>
        <pc:spChg chg="mod">
          <ac:chgData name="KUANG, nick370 [Student]" userId="da991e67-a0fd-45c3-89c0-bd436c1ccc7c" providerId="ADAL" clId="{E74C5E19-5E27-2446-A56E-7ED96AA10B18}" dt="2024-11-14T03:59:09.277" v="2857" actId="20577"/>
          <ac:spMkLst>
            <pc:docMk/>
            <pc:sldMk cId="2466019878" sldId="272"/>
            <ac:spMk id="2" creationId="{E6D97692-AE55-FBDB-B0D2-B808BBCE43B5}"/>
          </ac:spMkLst>
        </pc:spChg>
      </pc:sldChg>
      <pc:sldChg chg="modSp mod">
        <pc:chgData name="KUANG, nick370 [Student]" userId="da991e67-a0fd-45c3-89c0-bd436c1ccc7c" providerId="ADAL" clId="{E74C5E19-5E27-2446-A56E-7ED96AA10B18}" dt="2024-11-08T11:52:29.038" v="1796" actId="20577"/>
        <pc:sldMkLst>
          <pc:docMk/>
          <pc:sldMk cId="4273196726" sldId="276"/>
        </pc:sldMkLst>
      </pc:sldChg>
      <pc:sldChg chg="delSp modSp mod setBg modNotesTx">
        <pc:chgData name="KUANG, nick370 [Student]" userId="da991e67-a0fd-45c3-89c0-bd436c1ccc7c" providerId="ADAL" clId="{E74C5E19-5E27-2446-A56E-7ED96AA10B18}" dt="2024-11-10T12:07:08.503" v="2591" actId="20577"/>
        <pc:sldMkLst>
          <pc:docMk/>
          <pc:sldMk cId="609556918" sldId="278"/>
        </pc:sldMkLst>
      </pc:sldChg>
      <pc:sldChg chg="addSp delSp modSp mod modAnim modNotesTx">
        <pc:chgData name="KUANG, nick370 [Student]" userId="da991e67-a0fd-45c3-89c0-bd436c1ccc7c" providerId="ADAL" clId="{E74C5E19-5E27-2446-A56E-7ED96AA10B18}" dt="2024-11-13T12:45:05.448" v="2671"/>
        <pc:sldMkLst>
          <pc:docMk/>
          <pc:sldMk cId="1324781570" sldId="280"/>
        </pc:sldMkLst>
      </pc:sldChg>
      <pc:sldChg chg="modSp">
        <pc:chgData name="KUANG, nick370 [Student]" userId="da991e67-a0fd-45c3-89c0-bd436c1ccc7c" providerId="ADAL" clId="{E74C5E19-5E27-2446-A56E-7ED96AA10B18}" dt="2024-11-10T04:57:48.731" v="2026" actId="167"/>
        <pc:sldMkLst>
          <pc:docMk/>
          <pc:sldMk cId="972838214" sldId="282"/>
        </pc:sldMkLst>
      </pc:sldChg>
      <pc:sldChg chg="addSp delSp modSp mod modAnim">
        <pc:chgData name="KUANG, nick370 [Student]" userId="da991e67-a0fd-45c3-89c0-bd436c1ccc7c" providerId="ADAL" clId="{E74C5E19-5E27-2446-A56E-7ED96AA10B18}" dt="2024-11-13T12:14:22.178" v="2662" actId="20577"/>
        <pc:sldMkLst>
          <pc:docMk/>
          <pc:sldMk cId="1129104417" sldId="283"/>
        </pc:sldMkLst>
        <pc:spChg chg="mod">
          <ac:chgData name="KUANG, nick370 [Student]" userId="da991e67-a0fd-45c3-89c0-bd436c1ccc7c" providerId="ADAL" clId="{E74C5E19-5E27-2446-A56E-7ED96AA10B18}" dt="2024-11-13T12:14:22.178" v="2662" actId="20577"/>
          <ac:spMkLst>
            <pc:docMk/>
            <pc:sldMk cId="1129104417" sldId="283"/>
            <ac:spMk id="3" creationId="{6113324C-002C-9D45-2674-B0B00E4E157C}"/>
          </ac:spMkLst>
        </pc:spChg>
      </pc:sldChg>
      <pc:sldChg chg="delSp modSp mod modAnim">
        <pc:chgData name="KUANG, nick370 [Student]" userId="da991e67-a0fd-45c3-89c0-bd436c1ccc7c" providerId="ADAL" clId="{E74C5E19-5E27-2446-A56E-7ED96AA10B18}" dt="2024-11-13T12:35:25.328" v="2666" actId="20577"/>
        <pc:sldMkLst>
          <pc:docMk/>
          <pc:sldMk cId="1205962" sldId="285"/>
        </pc:sldMkLst>
        <pc:spChg chg="mod">
          <ac:chgData name="KUANG, nick370 [Student]" userId="da991e67-a0fd-45c3-89c0-bd436c1ccc7c" providerId="ADAL" clId="{E74C5E19-5E27-2446-A56E-7ED96AA10B18}" dt="2024-11-13T12:35:25.328" v="2666" actId="20577"/>
          <ac:spMkLst>
            <pc:docMk/>
            <pc:sldMk cId="1205962" sldId="285"/>
            <ac:spMk id="3" creationId="{6113324C-002C-9D45-2674-B0B00E4E157C}"/>
          </ac:spMkLst>
        </pc:spChg>
      </pc:sldChg>
      <pc:sldChg chg="delSp modSp mod modAnim modNotesTx">
        <pc:chgData name="KUANG, nick370 [Student]" userId="da991e67-a0fd-45c3-89c0-bd436c1ccc7c" providerId="ADAL" clId="{E74C5E19-5E27-2446-A56E-7ED96AA10B18}" dt="2024-11-10T05:00:57.364" v="2054" actId="20577"/>
        <pc:sldMkLst>
          <pc:docMk/>
          <pc:sldMk cId="2540817675" sldId="286"/>
        </pc:sldMkLst>
      </pc:sldChg>
      <pc:sldChg chg="mod modShow">
        <pc:chgData name="KUANG, nick370 [Student]" userId="da991e67-a0fd-45c3-89c0-bd436c1ccc7c" providerId="ADAL" clId="{E74C5E19-5E27-2446-A56E-7ED96AA10B18}" dt="2024-11-08T09:13:53.377" v="1359" actId="729"/>
        <pc:sldMkLst>
          <pc:docMk/>
          <pc:sldMk cId="2942081763" sldId="287"/>
        </pc:sldMkLst>
      </pc:sldChg>
      <pc:sldChg chg="delSp modSp mod modAnim">
        <pc:chgData name="KUANG, nick370 [Student]" userId="da991e67-a0fd-45c3-89c0-bd436c1ccc7c" providerId="ADAL" clId="{E74C5E19-5E27-2446-A56E-7ED96AA10B18}" dt="2024-11-10T13:05:56.553" v="2604"/>
        <pc:sldMkLst>
          <pc:docMk/>
          <pc:sldMk cId="1323102405" sldId="289"/>
        </pc:sldMkLst>
      </pc:sldChg>
      <pc:sldChg chg="delSp modSp mod modAnim">
        <pc:chgData name="KUANG, nick370 [Student]" userId="da991e67-a0fd-45c3-89c0-bd436c1ccc7c" providerId="ADAL" clId="{E74C5E19-5E27-2446-A56E-7ED96AA10B18}" dt="2024-11-10T12:54:29.226" v="2603" actId="20577"/>
        <pc:sldMkLst>
          <pc:docMk/>
          <pc:sldMk cId="2212603726" sldId="290"/>
        </pc:sldMkLst>
      </pc:sldChg>
      <pc:sldChg chg="modSp add mod modAnim">
        <pc:chgData name="KUANG, nick370 [Student]" userId="da991e67-a0fd-45c3-89c0-bd436c1ccc7c" providerId="ADAL" clId="{E74C5E19-5E27-2446-A56E-7ED96AA10B18}" dt="2024-11-10T06:19:58.578" v="2176" actId="20577"/>
        <pc:sldMkLst>
          <pc:docMk/>
          <pc:sldMk cId="1082279064" sldId="294"/>
        </pc:sldMkLst>
      </pc:sldChg>
      <pc:sldChg chg="modSp add del mod">
        <pc:chgData name="KUANG, nick370 [Student]" userId="da991e67-a0fd-45c3-89c0-bd436c1ccc7c" providerId="ADAL" clId="{E74C5E19-5E27-2446-A56E-7ED96AA10B18}" dt="2024-11-08T08:28:25.922" v="382" actId="2890"/>
        <pc:sldMkLst>
          <pc:docMk/>
          <pc:sldMk cId="1344986045" sldId="294"/>
        </pc:sldMkLst>
      </pc:sldChg>
      <pc:sldChg chg="new del">
        <pc:chgData name="KUANG, nick370 [Student]" userId="da991e67-a0fd-45c3-89c0-bd436c1ccc7c" providerId="ADAL" clId="{E74C5E19-5E27-2446-A56E-7ED96AA10B18}" dt="2024-11-08T09:12:38.995" v="1338" actId="2696"/>
        <pc:sldMkLst>
          <pc:docMk/>
          <pc:sldMk cId="2726418356" sldId="295"/>
        </pc:sldMkLst>
      </pc:sldChg>
      <pc:sldChg chg="delSp modSp add mod ord modAnim">
        <pc:chgData name="KUANG, nick370 [Student]" userId="da991e67-a0fd-45c3-89c0-bd436c1ccc7c" providerId="ADAL" clId="{E74C5E19-5E27-2446-A56E-7ED96AA10B18}" dt="2024-11-13T12:48:35.513" v="2718" actId="20577"/>
        <pc:sldMkLst>
          <pc:docMk/>
          <pc:sldMk cId="3294469648" sldId="295"/>
        </pc:sldMkLst>
        <pc:spChg chg="mod">
          <ac:chgData name="KUANG, nick370 [Student]" userId="da991e67-a0fd-45c3-89c0-bd436c1ccc7c" providerId="ADAL" clId="{E74C5E19-5E27-2446-A56E-7ED96AA10B18}" dt="2024-11-13T12:48:35.513" v="2718" actId="20577"/>
          <ac:spMkLst>
            <pc:docMk/>
            <pc:sldMk cId="3294469648" sldId="295"/>
            <ac:spMk id="3" creationId="{CD7AFF37-1EDF-12C8-097E-9B957658BFF1}"/>
          </ac:spMkLst>
        </pc:spChg>
      </pc:sldChg>
      <pc:sldChg chg="addSp delSp modSp new mod">
        <pc:chgData name="KUANG, nick370 [Student]" userId="da991e67-a0fd-45c3-89c0-bd436c1ccc7c" providerId="ADAL" clId="{E74C5E19-5E27-2446-A56E-7ED96AA10B18}" dt="2024-11-08T09:25:33.703" v="1653" actId="20577"/>
        <pc:sldMkLst>
          <pc:docMk/>
          <pc:sldMk cId="3206460130" sldId="296"/>
        </pc:sldMkLst>
      </pc:sldChg>
      <pc:sldChg chg="addSp modSp new del mod">
        <pc:chgData name="KUANG, nick370 [Student]" userId="da991e67-a0fd-45c3-89c0-bd436c1ccc7c" providerId="ADAL" clId="{E74C5E19-5E27-2446-A56E-7ED96AA10B18}" dt="2024-11-10T10:47:08.137" v="2561" actId="2696"/>
        <pc:sldMkLst>
          <pc:docMk/>
          <pc:sldMk cId="3716852517" sldId="297"/>
        </pc:sldMkLst>
      </pc:sldChg>
      <pc:sldChg chg="modSp add mod setBg">
        <pc:chgData name="KUANG, nick370 [Student]" userId="da991e67-a0fd-45c3-89c0-bd436c1ccc7c" providerId="ADAL" clId="{E74C5E19-5E27-2446-A56E-7ED96AA10B18}" dt="2024-11-13T04:53:13.186" v="2642" actId="20577"/>
        <pc:sldMkLst>
          <pc:docMk/>
          <pc:sldMk cId="4121718048" sldId="297"/>
        </pc:sldMkLst>
        <pc:spChg chg="mod">
          <ac:chgData name="KUANG, nick370 [Student]" userId="da991e67-a0fd-45c3-89c0-bd436c1ccc7c" providerId="ADAL" clId="{E74C5E19-5E27-2446-A56E-7ED96AA10B18}" dt="2024-11-13T04:53:13.186" v="2642" actId="20577"/>
          <ac:spMkLst>
            <pc:docMk/>
            <pc:sldMk cId="4121718048" sldId="297"/>
            <ac:spMk id="14" creationId="{1244BA93-D014-5750-7CCB-C721F48C8B18}"/>
          </ac:spMkLst>
        </pc:spChg>
      </pc:sldChg>
      <pc:sldChg chg="new del">
        <pc:chgData name="KUANG, nick370 [Student]" userId="da991e67-a0fd-45c3-89c0-bd436c1ccc7c" providerId="ADAL" clId="{E74C5E19-5E27-2446-A56E-7ED96AA10B18}" dt="2024-11-14T03:04:27.169" v="2763" actId="2696"/>
        <pc:sldMkLst>
          <pc:docMk/>
          <pc:sldMk cId="3298898028" sldId="298"/>
        </pc:sldMkLst>
      </pc:sldChg>
      <pc:sldChg chg="addSp delSp modSp add mod modAnim modNotesTx">
        <pc:chgData name="KUANG, nick370 [Student]" userId="da991e67-a0fd-45c3-89c0-bd436c1ccc7c" providerId="ADAL" clId="{E74C5E19-5E27-2446-A56E-7ED96AA10B18}" dt="2024-11-14T03:07:01.917" v="2782"/>
        <pc:sldMkLst>
          <pc:docMk/>
          <pc:sldMk cId="806208553" sldId="299"/>
        </pc:sldMkLst>
        <pc:spChg chg="mod">
          <ac:chgData name="KUANG, nick370 [Student]" userId="da991e67-a0fd-45c3-89c0-bd436c1ccc7c" providerId="ADAL" clId="{E74C5E19-5E27-2446-A56E-7ED96AA10B18}" dt="2024-11-14T03:04:59.187" v="2769" actId="20577"/>
          <ac:spMkLst>
            <pc:docMk/>
            <pc:sldMk cId="806208553" sldId="299"/>
            <ac:spMk id="2" creationId="{902B12CD-AB6F-B6C7-5F5B-9010AB3B96C5}"/>
          </ac:spMkLst>
        </pc:spChg>
        <pc:spChg chg="mod">
          <ac:chgData name="KUANG, nick370 [Student]" userId="da991e67-a0fd-45c3-89c0-bd436c1ccc7c" providerId="ADAL" clId="{E74C5E19-5E27-2446-A56E-7ED96AA10B18}" dt="2024-11-14T03:04:29.866" v="2764" actId="20577"/>
          <ac:spMkLst>
            <pc:docMk/>
            <pc:sldMk cId="806208553" sldId="299"/>
            <ac:spMk id="7" creationId="{29E25B7B-8876-4F5D-3556-6253777343DF}"/>
          </ac:spMkLst>
        </pc:spChg>
        <pc:picChg chg="add mod">
          <ac:chgData name="KUANG, nick370 [Student]" userId="da991e67-a0fd-45c3-89c0-bd436c1ccc7c" providerId="ADAL" clId="{E74C5E19-5E27-2446-A56E-7ED96AA10B18}" dt="2024-11-14T03:06:42.903" v="2780" actId="1076"/>
          <ac:picMkLst>
            <pc:docMk/>
            <pc:sldMk cId="806208553" sldId="299"/>
            <ac:picMk id="9" creationId="{E3647AE8-6383-110A-CDF1-4590A51EDC6C}"/>
          </ac:picMkLst>
        </pc:picChg>
      </pc:sldChg>
      <pc:sldChg chg="new del">
        <pc:chgData name="KUANG, nick370 [Student]" userId="da991e67-a0fd-45c3-89c0-bd436c1ccc7c" providerId="ADAL" clId="{E74C5E19-5E27-2446-A56E-7ED96AA10B18}" dt="2024-11-14T03:04:41.639" v="2767" actId="2696"/>
        <pc:sldMkLst>
          <pc:docMk/>
          <pc:sldMk cId="3067869181" sldId="300"/>
        </pc:sldMkLst>
      </pc:sldChg>
      <pc:sldChg chg="addSp modSp add mod modAnim">
        <pc:chgData name="KUANG, nick370 [Student]" userId="da991e67-a0fd-45c3-89c0-bd436c1ccc7c" providerId="ADAL" clId="{E74C5E19-5E27-2446-A56E-7ED96AA10B18}" dt="2024-11-14T03:09:25.713" v="2797" actId="1076"/>
        <pc:sldMkLst>
          <pc:docMk/>
          <pc:sldMk cId="3872425308" sldId="300"/>
        </pc:sldMkLst>
        <pc:spChg chg="mod">
          <ac:chgData name="KUANG, nick370 [Student]" userId="da991e67-a0fd-45c3-89c0-bd436c1ccc7c" providerId="ADAL" clId="{E74C5E19-5E27-2446-A56E-7ED96AA10B18}" dt="2024-11-14T03:08:58.373" v="2790" actId="20577"/>
          <ac:spMkLst>
            <pc:docMk/>
            <pc:sldMk cId="3872425308" sldId="300"/>
            <ac:spMk id="2" creationId="{9A022925-CA20-D9E5-91E4-1B13A02DD992}"/>
          </ac:spMkLst>
        </pc:spChg>
        <pc:picChg chg="add mod">
          <ac:chgData name="KUANG, nick370 [Student]" userId="da991e67-a0fd-45c3-89c0-bd436c1ccc7c" providerId="ADAL" clId="{E74C5E19-5E27-2446-A56E-7ED96AA10B18}" dt="2024-11-14T03:09:25.713" v="2797" actId="1076"/>
          <ac:picMkLst>
            <pc:docMk/>
            <pc:sldMk cId="3872425308" sldId="300"/>
            <ac:picMk id="4" creationId="{BCC87A66-F7E1-510F-9152-EF3738556DED}"/>
          </ac:picMkLst>
        </pc:picChg>
      </pc:sldChg>
      <pc:sldChg chg="addSp modSp add mod modAnim">
        <pc:chgData name="KUANG, nick370 [Student]" userId="da991e67-a0fd-45c3-89c0-bd436c1ccc7c" providerId="ADAL" clId="{E74C5E19-5E27-2446-A56E-7ED96AA10B18}" dt="2024-11-14T03:14:14.922" v="2803" actId="1076"/>
        <pc:sldMkLst>
          <pc:docMk/>
          <pc:sldMk cId="1258597296" sldId="301"/>
        </pc:sldMkLst>
        <pc:spChg chg="mod">
          <ac:chgData name="KUANG, nick370 [Student]" userId="da991e67-a0fd-45c3-89c0-bd436c1ccc7c" providerId="ADAL" clId="{E74C5E19-5E27-2446-A56E-7ED96AA10B18}" dt="2024-11-14T03:07:53.905" v="2787" actId="20577"/>
          <ac:spMkLst>
            <pc:docMk/>
            <pc:sldMk cId="1258597296" sldId="301"/>
            <ac:spMk id="2" creationId="{4885BA06-F852-6112-E77F-840CF481930B}"/>
          </ac:spMkLst>
        </pc:spChg>
        <pc:picChg chg="add mod">
          <ac:chgData name="KUANG, nick370 [Student]" userId="da991e67-a0fd-45c3-89c0-bd436c1ccc7c" providerId="ADAL" clId="{E74C5E19-5E27-2446-A56E-7ED96AA10B18}" dt="2024-11-14T03:14:14.922" v="2803" actId="1076"/>
          <ac:picMkLst>
            <pc:docMk/>
            <pc:sldMk cId="1258597296" sldId="301"/>
            <ac:picMk id="4" creationId="{C32B58C4-B637-0053-B349-96915D15A4DB}"/>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B8E9D6-D85C-BC4E-BE3C-2CE896704C92}" type="datetimeFigureOut">
              <a:rPr lang="en-US" smtClean="0"/>
              <a:t>2/10/25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FF7121-1E65-FC43-B0D1-71937F09E088}" type="slidenum">
              <a:rPr lang="en-US" smtClean="0"/>
              <a:t>‹#›</a:t>
            </a:fld>
            <a:endParaRPr lang="en-US"/>
          </a:p>
        </p:txBody>
      </p:sp>
    </p:spTree>
    <p:extLst>
      <p:ext uri="{BB962C8B-B14F-4D97-AF65-F5344CB8AC3E}">
        <p14:creationId xmlns:p14="http://schemas.microsoft.com/office/powerpoint/2010/main" val="352022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91322C-8645-A291-48D8-11A2C56588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D91BB2-3461-F354-B215-7DE9D23D61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44C917-222A-5951-E62F-EE6EE27A167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3D2D2F8-5D8B-5B1A-181B-816F4385D9A7}"/>
              </a:ext>
            </a:extLst>
          </p:cNvPr>
          <p:cNvSpPr>
            <a:spLocks noGrp="1"/>
          </p:cNvSpPr>
          <p:nvPr>
            <p:ph type="sldNum" sz="quarter" idx="5"/>
          </p:nvPr>
        </p:nvSpPr>
        <p:spPr/>
        <p:txBody>
          <a:bodyPr/>
          <a:lstStyle/>
          <a:p>
            <a:fld id="{7EFF7121-1E65-FC43-B0D1-71937F09E088}" type="slidenum">
              <a:rPr lang="en-US" smtClean="0"/>
              <a:t>1</a:t>
            </a:fld>
            <a:endParaRPr lang="en-US"/>
          </a:p>
        </p:txBody>
      </p:sp>
    </p:spTree>
    <p:extLst>
      <p:ext uri="{BB962C8B-B14F-4D97-AF65-F5344CB8AC3E}">
        <p14:creationId xmlns:p14="http://schemas.microsoft.com/office/powerpoint/2010/main" val="39037112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a:p>
            <a:pPr marL="228600" indent="-228600">
              <a:buAutoNum type="arabicPeriod"/>
            </a:pPr>
            <a:r>
              <a:rPr lang="en-US" dirty="0"/>
              <a:t>What is data science</a:t>
            </a:r>
          </a:p>
          <a:p>
            <a:pPr marL="228600" indent="-228600">
              <a:buAutoNum type="arabicPeriod"/>
            </a:pPr>
            <a:r>
              <a:rPr lang="en-US" dirty="0"/>
              <a:t>Workflow</a:t>
            </a:r>
          </a:p>
          <a:p>
            <a:r>
              <a:rPr lang="en-US" dirty="0"/>
              <a:t>Why Pandas over Microsoft Excel (software tools)?</a:t>
            </a:r>
          </a:p>
          <a:p>
            <a:pPr marL="228600" indent="-228600">
              <a:buAutoNum type="arabicPeriod"/>
            </a:pPr>
            <a:r>
              <a:rPr lang="en-US" b="1" dirty="0"/>
              <a:t>free</a:t>
            </a:r>
            <a:r>
              <a:rPr lang="en-US" dirty="0"/>
              <a:t>,</a:t>
            </a:r>
          </a:p>
          <a:p>
            <a:pPr marL="228600" indent="-228600">
              <a:buAutoNum type="arabicPeriod"/>
            </a:pPr>
            <a:r>
              <a:rPr lang="en-GB" b="1" dirty="0"/>
              <a:t>Efficiency with Large Datasets</a:t>
            </a:r>
            <a:r>
              <a:rPr lang="en-GB" dirty="0"/>
              <a:t>: Pandas handles large datasets more efficiently than Excel, Excel can struggle with millions of rows.</a:t>
            </a:r>
          </a:p>
          <a:p>
            <a:pPr marL="228600" indent="-228600">
              <a:buAutoNum type="arabicPeriod"/>
            </a:pPr>
            <a:r>
              <a:rPr lang="en-GB" b="1" dirty="0"/>
              <a:t>Reproducibility</a:t>
            </a:r>
            <a:r>
              <a:rPr lang="en-GB" dirty="0"/>
              <a:t>: With Pandas, you can write scripts that can be reused, allowing you to reproduce the same analysis on different datasets. In Excel, you'd have to repeat steps manually, which can be error-prone and time-consuming.</a:t>
            </a:r>
          </a:p>
          <a:p>
            <a:pPr marL="228600" indent="-228600">
              <a:buAutoNum type="arabicPeriod"/>
            </a:pPr>
            <a:r>
              <a:rPr lang="en-GB" b="1" dirty="0"/>
              <a:t>Integration with Other Libraries</a:t>
            </a:r>
            <a:r>
              <a:rPr lang="en-GB" dirty="0"/>
              <a:t>: Pandas works well with other Python libraries, such as NumPy for mathematical operations, Matplotlib for visualization, and Scikit-Learn for machine learning, creating a powerful ecosystem for data analysis that Excel cannot match.</a:t>
            </a:r>
          </a:p>
          <a:p>
            <a:pPr marL="228600" indent="-228600">
              <a:buAutoNum type="arabicPeriod"/>
            </a:pPr>
            <a:endParaRPr lang="en-GB" dirty="0"/>
          </a:p>
          <a:p>
            <a:pPr marL="0" indent="0">
              <a:buNone/>
            </a:pPr>
            <a:endParaRPr lang="en-GB" dirty="0"/>
          </a:p>
        </p:txBody>
      </p:sp>
      <p:sp>
        <p:nvSpPr>
          <p:cNvPr id="4" name="Slide Number Placeholder 3"/>
          <p:cNvSpPr>
            <a:spLocks noGrp="1"/>
          </p:cNvSpPr>
          <p:nvPr>
            <p:ph type="sldNum" sz="quarter" idx="5"/>
          </p:nvPr>
        </p:nvSpPr>
        <p:spPr/>
        <p:txBody>
          <a:bodyPr/>
          <a:lstStyle/>
          <a:p>
            <a:fld id="{7EFF7121-1E65-FC43-B0D1-71937F09E088}" type="slidenum">
              <a:rPr lang="en-US" smtClean="0"/>
              <a:t>3</a:t>
            </a:fld>
            <a:endParaRPr lang="en-US"/>
          </a:p>
        </p:txBody>
      </p:sp>
    </p:spTree>
    <p:extLst>
      <p:ext uri="{BB962C8B-B14F-4D97-AF65-F5344CB8AC3E}">
        <p14:creationId xmlns:p14="http://schemas.microsoft.com/office/powerpoint/2010/main" val="3681843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EFF7121-1E65-FC43-B0D1-71937F09E088}" type="slidenum">
              <a:rPr lang="en-US" smtClean="0"/>
              <a:t>4</a:t>
            </a:fld>
            <a:endParaRPr lang="en-US"/>
          </a:p>
        </p:txBody>
      </p:sp>
    </p:spTree>
    <p:extLst>
      <p:ext uri="{BB962C8B-B14F-4D97-AF65-F5344CB8AC3E}">
        <p14:creationId xmlns:p14="http://schemas.microsoft.com/office/powerpoint/2010/main" val="39400596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www.slideshare.net</a:t>
            </a:r>
            <a:r>
              <a:rPr lang="en-US" dirty="0"/>
              <a:t>/slideshow/big-data-25-facts/39489862#26</a:t>
            </a:r>
          </a:p>
        </p:txBody>
      </p:sp>
      <p:sp>
        <p:nvSpPr>
          <p:cNvPr id="4" name="Slide Number Placeholder 3"/>
          <p:cNvSpPr>
            <a:spLocks noGrp="1"/>
          </p:cNvSpPr>
          <p:nvPr>
            <p:ph type="sldNum" sz="quarter" idx="5"/>
          </p:nvPr>
        </p:nvSpPr>
        <p:spPr/>
        <p:txBody>
          <a:bodyPr/>
          <a:lstStyle/>
          <a:p>
            <a:fld id="{7EFF7121-1E65-FC43-B0D1-71937F09E088}" type="slidenum">
              <a:rPr lang="en-US" smtClean="0"/>
              <a:t>6</a:t>
            </a:fld>
            <a:endParaRPr lang="en-US"/>
          </a:p>
        </p:txBody>
      </p:sp>
    </p:spTree>
    <p:extLst>
      <p:ext uri="{BB962C8B-B14F-4D97-AF65-F5344CB8AC3E}">
        <p14:creationId xmlns:p14="http://schemas.microsoft.com/office/powerpoint/2010/main" val="6770223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mj-lt"/>
              <a:buAutoNum type="arabicPeriod"/>
            </a:pPr>
            <a:r>
              <a:rPr lang="en-GB" b="1" dirty="0"/>
              <a:t>Manufacturing</a:t>
            </a:r>
            <a:endParaRPr lang="en-GB" dirty="0"/>
          </a:p>
          <a:p>
            <a:pPr marL="742950" lvl="1" indent="-285750">
              <a:buFont typeface="+mj-lt"/>
              <a:buAutoNum type="arabicPeriod"/>
            </a:pPr>
            <a:r>
              <a:rPr lang="en-GB" b="1" dirty="0"/>
              <a:t>Process Optimization</a:t>
            </a:r>
            <a:r>
              <a:rPr lang="en-GB" dirty="0"/>
              <a:t>: Enhance efficiency in distribution.</a:t>
            </a:r>
          </a:p>
          <a:p>
            <a:pPr marL="742950" lvl="1" indent="-285750">
              <a:buFont typeface="+mj-lt"/>
              <a:buAutoNum type="arabicPeriod"/>
            </a:pPr>
            <a:r>
              <a:rPr lang="en-GB" b="1" dirty="0"/>
              <a:t>Quality Control</a:t>
            </a:r>
            <a:r>
              <a:rPr lang="en-GB" dirty="0"/>
              <a:t>: Implement predictive maintenance and defect detection.</a:t>
            </a:r>
          </a:p>
          <a:p>
            <a:pPr>
              <a:buFont typeface="+mj-lt"/>
              <a:buAutoNum type="arabicPeriod"/>
            </a:pPr>
            <a:r>
              <a:rPr lang="en-GB" b="1" dirty="0"/>
              <a:t>Transportation</a:t>
            </a:r>
            <a:endParaRPr lang="en-GB" dirty="0"/>
          </a:p>
          <a:p>
            <a:pPr marL="742950" lvl="1" indent="-285750">
              <a:buFont typeface="+mj-lt"/>
              <a:buAutoNum type="arabicPeriod"/>
            </a:pPr>
            <a:r>
              <a:rPr lang="en-GB" b="1" dirty="0"/>
              <a:t>Route Optimization</a:t>
            </a:r>
            <a:r>
              <a:rPr lang="en-GB" dirty="0"/>
              <a:t>: Determine the most efficient travel paths to reduce time and cost.</a:t>
            </a:r>
          </a:p>
          <a:p>
            <a:pPr marL="742950" lvl="1" indent="-285750">
              <a:buFont typeface="+mj-lt"/>
              <a:buAutoNum type="arabicPeriod"/>
            </a:pPr>
            <a:r>
              <a:rPr lang="en-GB" b="1" dirty="0"/>
              <a:t>Traffic Forecasting</a:t>
            </a:r>
            <a:r>
              <a:rPr lang="en-GB" dirty="0"/>
              <a:t>: Predict traffic patterns to improve traffic management and reduce congestion.</a:t>
            </a:r>
          </a:p>
          <a:p>
            <a:pPr>
              <a:buFont typeface="+mj-lt"/>
              <a:buAutoNum type="arabicPeriod"/>
            </a:pPr>
            <a:r>
              <a:rPr lang="en-GB" b="1" dirty="0"/>
              <a:t>Retail</a:t>
            </a:r>
            <a:endParaRPr lang="en-GB" dirty="0"/>
          </a:p>
          <a:p>
            <a:pPr marL="742950" lvl="1" indent="-285750">
              <a:buFont typeface="+mj-lt"/>
              <a:buAutoNum type="arabicPeriod"/>
            </a:pPr>
            <a:r>
              <a:rPr lang="en-GB" b="1" dirty="0"/>
              <a:t>Customer Segmentation</a:t>
            </a:r>
            <a:r>
              <a:rPr lang="en-GB" dirty="0"/>
              <a:t>: Group customers based on </a:t>
            </a:r>
            <a:r>
              <a:rPr lang="en-GB" dirty="0" err="1"/>
              <a:t>behaviors</a:t>
            </a:r>
            <a:r>
              <a:rPr lang="en-GB" dirty="0"/>
              <a:t> and preferences for targeted marketing.</a:t>
            </a:r>
          </a:p>
          <a:p>
            <a:pPr marL="742950" lvl="1" indent="-285750">
              <a:buFont typeface="+mj-lt"/>
              <a:buAutoNum type="arabicPeriod"/>
            </a:pPr>
            <a:r>
              <a:rPr lang="en-GB" b="1" dirty="0"/>
              <a:t>Inventory Management</a:t>
            </a:r>
            <a:r>
              <a:rPr lang="en-GB" dirty="0"/>
              <a:t>: Optimize stock levels to reduce waste and meet demand.</a:t>
            </a:r>
          </a:p>
          <a:p>
            <a:pPr marL="742950" lvl="1" indent="-285750">
              <a:buFont typeface="+mj-lt"/>
              <a:buAutoNum type="arabicPeriod"/>
            </a:pPr>
            <a:r>
              <a:rPr lang="en-GB" b="1" dirty="0"/>
              <a:t>Recommender Systems</a:t>
            </a:r>
            <a:r>
              <a:rPr lang="en-GB" dirty="0"/>
              <a:t>: Personalize product recommendations to increase sales and customer satisfaction.</a:t>
            </a:r>
          </a:p>
          <a:p>
            <a:pPr>
              <a:buFont typeface="+mj-lt"/>
              <a:buAutoNum type="arabicPeriod"/>
            </a:pPr>
            <a:r>
              <a:rPr lang="en-GB" b="1" dirty="0"/>
              <a:t>Finance</a:t>
            </a:r>
            <a:endParaRPr lang="en-GB" dirty="0"/>
          </a:p>
          <a:p>
            <a:pPr marL="742950" lvl="1" indent="-285750">
              <a:buFont typeface="+mj-lt"/>
              <a:buAutoNum type="arabicPeriod"/>
            </a:pPr>
            <a:r>
              <a:rPr lang="en-GB" b="1" dirty="0"/>
              <a:t>Market Prediction</a:t>
            </a:r>
            <a:r>
              <a:rPr lang="en-GB" dirty="0"/>
              <a:t>: Forecast stock prices and market trends for informed investment decisions.</a:t>
            </a:r>
          </a:p>
          <a:p>
            <a:pPr marL="742950" lvl="1" indent="-285750">
              <a:buFont typeface="+mj-lt"/>
              <a:buAutoNum type="arabicPeriod"/>
            </a:pPr>
            <a:r>
              <a:rPr lang="en-GB" b="1" dirty="0"/>
              <a:t>Fraud Detection</a:t>
            </a:r>
            <a:r>
              <a:rPr lang="en-GB" dirty="0"/>
              <a:t>: Identify fraudulent activities in real-time to protect assets.</a:t>
            </a:r>
          </a:p>
          <a:p>
            <a:pPr>
              <a:buFont typeface="+mj-lt"/>
              <a:buAutoNum type="arabicPeriod"/>
            </a:pPr>
            <a:r>
              <a:rPr lang="en-GB" b="1" dirty="0"/>
              <a:t>Healthcare</a:t>
            </a:r>
            <a:endParaRPr lang="en-GB" dirty="0"/>
          </a:p>
          <a:p>
            <a:pPr marL="742950" lvl="1" indent="-285750">
              <a:buFont typeface="+mj-lt"/>
              <a:buAutoNum type="arabicPeriod"/>
            </a:pPr>
            <a:r>
              <a:rPr lang="en-GB" b="1"/>
              <a:t>Personalized </a:t>
            </a:r>
            <a:r>
              <a:rPr lang="en-GB" b="1" dirty="0"/>
              <a:t>Medicine</a:t>
            </a:r>
            <a:r>
              <a:rPr lang="en-GB" dirty="0"/>
              <a:t>: Tailor treatments to individual patients based on genetic and other data.</a:t>
            </a:r>
          </a:p>
          <a:p>
            <a:pPr>
              <a:buFont typeface="+mj-lt"/>
              <a:buAutoNum type="arabicPeriod"/>
            </a:pPr>
            <a:r>
              <a:rPr lang="en-GB" b="1" dirty="0"/>
              <a:t>Housing</a:t>
            </a:r>
            <a:endParaRPr lang="en-GB" dirty="0"/>
          </a:p>
          <a:p>
            <a:pPr marL="742950" lvl="1" indent="-285750">
              <a:buFont typeface="+mj-lt"/>
              <a:buAutoNum type="arabicPeriod"/>
            </a:pPr>
            <a:r>
              <a:rPr lang="en-GB" b="1" dirty="0"/>
              <a:t>House Price Prediction</a:t>
            </a:r>
            <a:r>
              <a:rPr lang="en-GB" dirty="0"/>
              <a:t>: Estimate property values using data on location, trends, and market conditions.</a:t>
            </a:r>
          </a:p>
          <a:p>
            <a:endParaRPr lang="en-US" dirty="0"/>
          </a:p>
        </p:txBody>
      </p:sp>
      <p:sp>
        <p:nvSpPr>
          <p:cNvPr id="4" name="Slide Number Placeholder 3"/>
          <p:cNvSpPr>
            <a:spLocks noGrp="1"/>
          </p:cNvSpPr>
          <p:nvPr>
            <p:ph type="sldNum" sz="quarter" idx="5"/>
          </p:nvPr>
        </p:nvSpPr>
        <p:spPr/>
        <p:txBody>
          <a:bodyPr/>
          <a:lstStyle/>
          <a:p>
            <a:fld id="{7EFF7121-1E65-FC43-B0D1-71937F09E088}" type="slidenum">
              <a:rPr lang="en-US" smtClean="0"/>
              <a:t>7</a:t>
            </a:fld>
            <a:endParaRPr lang="en-US"/>
          </a:p>
        </p:txBody>
      </p:sp>
    </p:spTree>
    <p:extLst>
      <p:ext uri="{BB962C8B-B14F-4D97-AF65-F5344CB8AC3E}">
        <p14:creationId xmlns:p14="http://schemas.microsoft.com/office/powerpoint/2010/main" val="21776410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EFF7121-1E65-FC43-B0D1-71937F09E088}" type="slidenum">
              <a:rPr lang="en-US" smtClean="0"/>
              <a:t>8</a:t>
            </a:fld>
            <a:endParaRPr lang="en-US"/>
          </a:p>
        </p:txBody>
      </p:sp>
    </p:spTree>
    <p:extLst>
      <p:ext uri="{BB962C8B-B14F-4D97-AF65-F5344CB8AC3E}">
        <p14:creationId xmlns:p14="http://schemas.microsoft.com/office/powerpoint/2010/main" val="16613255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world, every single move leaves a trace</a:t>
            </a:r>
          </a:p>
        </p:txBody>
      </p:sp>
      <p:sp>
        <p:nvSpPr>
          <p:cNvPr id="4" name="Slide Number Placeholder 3"/>
          <p:cNvSpPr>
            <a:spLocks noGrp="1"/>
          </p:cNvSpPr>
          <p:nvPr>
            <p:ph type="sldNum" sz="quarter" idx="5"/>
          </p:nvPr>
        </p:nvSpPr>
        <p:spPr/>
        <p:txBody>
          <a:bodyPr/>
          <a:lstStyle/>
          <a:p>
            <a:fld id="{7EFF7121-1E65-FC43-B0D1-71937F09E088}" type="slidenum">
              <a:rPr lang="en-US" smtClean="0"/>
              <a:t>10</a:t>
            </a:fld>
            <a:endParaRPr lang="en-US"/>
          </a:p>
        </p:txBody>
      </p:sp>
    </p:spTree>
    <p:extLst>
      <p:ext uri="{BB962C8B-B14F-4D97-AF65-F5344CB8AC3E}">
        <p14:creationId xmlns:p14="http://schemas.microsoft.com/office/powerpoint/2010/main" val="3574631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US" dirty="0"/>
            </a:br>
            <a:br>
              <a:rPr lang="en-US" dirty="0"/>
            </a:br>
            <a:r>
              <a:rPr lang="en-US" dirty="0"/>
              <a:t>JSON: lightweight</a:t>
            </a:r>
          </a:p>
          <a:p>
            <a:r>
              <a:rPr lang="en-US"/>
              <a:t>XML: tags, </a:t>
            </a:r>
            <a:r>
              <a:rPr lang="en-GB" dirty="0"/>
              <a:t>widely used in web services</a:t>
            </a:r>
            <a:endParaRPr lang="en-US" dirty="0"/>
          </a:p>
        </p:txBody>
      </p:sp>
      <p:sp>
        <p:nvSpPr>
          <p:cNvPr id="4" name="Slide Number Placeholder 3"/>
          <p:cNvSpPr>
            <a:spLocks noGrp="1"/>
          </p:cNvSpPr>
          <p:nvPr>
            <p:ph type="sldNum" sz="quarter" idx="5"/>
          </p:nvPr>
        </p:nvSpPr>
        <p:spPr/>
        <p:txBody>
          <a:bodyPr/>
          <a:lstStyle/>
          <a:p>
            <a:fld id="{7EFF7121-1E65-FC43-B0D1-71937F09E088}" type="slidenum">
              <a:rPr lang="en-US" smtClean="0"/>
              <a:t>11</a:t>
            </a:fld>
            <a:endParaRPr lang="en-US"/>
          </a:p>
        </p:txBody>
      </p:sp>
    </p:spTree>
    <p:extLst>
      <p:ext uri="{BB962C8B-B14F-4D97-AF65-F5344CB8AC3E}">
        <p14:creationId xmlns:p14="http://schemas.microsoft.com/office/powerpoint/2010/main" val="25085217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Venn diagram from </a:t>
            </a:r>
            <a:r>
              <a:rPr lang="en-US" dirty="0" err="1"/>
              <a:t>Meidum.com</a:t>
            </a:r>
            <a:r>
              <a:rPr lang="en-US" dirty="0"/>
              <a:t>!!</a:t>
            </a:r>
          </a:p>
        </p:txBody>
      </p:sp>
      <p:sp>
        <p:nvSpPr>
          <p:cNvPr id="4" name="Slide Number Placeholder 3"/>
          <p:cNvSpPr>
            <a:spLocks noGrp="1"/>
          </p:cNvSpPr>
          <p:nvPr>
            <p:ph type="sldNum" sz="quarter" idx="5"/>
          </p:nvPr>
        </p:nvSpPr>
        <p:spPr/>
        <p:txBody>
          <a:bodyPr/>
          <a:lstStyle/>
          <a:p>
            <a:fld id="{7EFF7121-1E65-FC43-B0D1-71937F09E088}" type="slidenum">
              <a:rPr lang="en-US" smtClean="0"/>
              <a:t>13</a:t>
            </a:fld>
            <a:endParaRPr lang="en-US"/>
          </a:p>
        </p:txBody>
      </p:sp>
    </p:spTree>
    <p:extLst>
      <p:ext uri="{BB962C8B-B14F-4D97-AF65-F5344CB8AC3E}">
        <p14:creationId xmlns:p14="http://schemas.microsoft.com/office/powerpoint/2010/main" val="32915342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EFF7121-1E65-FC43-B0D1-71937F09E088}" type="slidenum">
              <a:rPr lang="en-US" smtClean="0"/>
              <a:t>15</a:t>
            </a:fld>
            <a:endParaRPr lang="en-US"/>
          </a:p>
        </p:txBody>
      </p:sp>
    </p:spTree>
    <p:extLst>
      <p:ext uri="{BB962C8B-B14F-4D97-AF65-F5344CB8AC3E}">
        <p14:creationId xmlns:p14="http://schemas.microsoft.com/office/powerpoint/2010/main" val="1626792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data science to answer questions</a:t>
            </a:r>
          </a:p>
          <a:p>
            <a:pPr marL="228600" indent="-228600">
              <a:buAutoNum type="arabicPeriod"/>
            </a:pPr>
            <a:r>
              <a:rPr lang="en-US" dirty="0"/>
              <a:t>Domain :Understand the context, what this data </a:t>
            </a:r>
            <a:r>
              <a:rPr lang="en-US" dirty="0" err="1"/>
              <a:t>relly</a:t>
            </a:r>
            <a:r>
              <a:rPr lang="en-US" dirty="0"/>
              <a:t> mean and how it may help</a:t>
            </a:r>
          </a:p>
          <a:p>
            <a:pPr marL="228600" indent="-228600">
              <a:buAutoNum type="arabicPeriod"/>
            </a:pPr>
            <a:r>
              <a:rPr lang="en-US" dirty="0"/>
              <a:t>Undergo preprocessing into a structured data</a:t>
            </a:r>
          </a:p>
          <a:p>
            <a:pPr marL="228600" indent="-228600">
              <a:buAutoNum type="arabicPeriod"/>
            </a:pPr>
            <a:endParaRPr lang="en-US" dirty="0"/>
          </a:p>
          <a:p>
            <a:pPr marL="228600" indent="-228600">
              <a:buAutoNum type="arabicPeriod"/>
            </a:pPr>
            <a:endParaRPr lang="en-US" dirty="0"/>
          </a:p>
          <a:p>
            <a:endParaRPr lang="en-US" dirty="0"/>
          </a:p>
        </p:txBody>
      </p:sp>
      <p:sp>
        <p:nvSpPr>
          <p:cNvPr id="4" name="Slide Number Placeholder 3"/>
          <p:cNvSpPr>
            <a:spLocks noGrp="1"/>
          </p:cNvSpPr>
          <p:nvPr>
            <p:ph type="sldNum" sz="quarter" idx="5"/>
          </p:nvPr>
        </p:nvSpPr>
        <p:spPr/>
        <p:txBody>
          <a:bodyPr/>
          <a:lstStyle/>
          <a:p>
            <a:fld id="{7EFF7121-1E65-FC43-B0D1-71937F09E088}" type="slidenum">
              <a:rPr lang="en-US" smtClean="0"/>
              <a:t>18</a:t>
            </a:fld>
            <a:endParaRPr lang="en-US"/>
          </a:p>
        </p:txBody>
      </p:sp>
    </p:spTree>
    <p:extLst>
      <p:ext uri="{BB962C8B-B14F-4D97-AF65-F5344CB8AC3E}">
        <p14:creationId xmlns:p14="http://schemas.microsoft.com/office/powerpoint/2010/main" val="25297587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EFF7121-1E65-FC43-B0D1-71937F09E088}" type="slidenum">
              <a:rPr lang="en-US" smtClean="0"/>
              <a:t>19</a:t>
            </a:fld>
            <a:endParaRPr lang="en-US"/>
          </a:p>
        </p:txBody>
      </p:sp>
    </p:spTree>
    <p:extLst>
      <p:ext uri="{BB962C8B-B14F-4D97-AF65-F5344CB8AC3E}">
        <p14:creationId xmlns:p14="http://schemas.microsoft.com/office/powerpoint/2010/main" val="23487177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Implement robust security measures to prevent data from falling into the wrong hands.</a:t>
            </a:r>
          </a:p>
          <a:p>
            <a:endParaRPr lang="en-US" dirty="0"/>
          </a:p>
        </p:txBody>
      </p:sp>
      <p:sp>
        <p:nvSpPr>
          <p:cNvPr id="4" name="Slide Number Placeholder 3"/>
          <p:cNvSpPr>
            <a:spLocks noGrp="1"/>
          </p:cNvSpPr>
          <p:nvPr>
            <p:ph type="sldNum" sz="quarter" idx="5"/>
          </p:nvPr>
        </p:nvSpPr>
        <p:spPr/>
        <p:txBody>
          <a:bodyPr/>
          <a:lstStyle/>
          <a:p>
            <a:fld id="{7EFF7121-1E65-FC43-B0D1-71937F09E088}" type="slidenum">
              <a:rPr lang="en-US" smtClean="0"/>
              <a:t>20</a:t>
            </a:fld>
            <a:endParaRPr lang="en-US"/>
          </a:p>
        </p:txBody>
      </p:sp>
    </p:spTree>
    <p:extLst>
      <p:ext uri="{BB962C8B-B14F-4D97-AF65-F5344CB8AC3E}">
        <p14:creationId xmlns:p14="http://schemas.microsoft.com/office/powerpoint/2010/main" val="41147509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EFF7121-1E65-FC43-B0D1-71937F09E088}" type="slidenum">
              <a:rPr lang="en-US" smtClean="0"/>
              <a:t>21</a:t>
            </a:fld>
            <a:endParaRPr lang="en-US"/>
          </a:p>
        </p:txBody>
      </p:sp>
    </p:spTree>
    <p:extLst>
      <p:ext uri="{BB962C8B-B14F-4D97-AF65-F5344CB8AC3E}">
        <p14:creationId xmlns:p14="http://schemas.microsoft.com/office/powerpoint/2010/main" val="31479671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06F507-5673-D1FD-54BF-738C54848F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FEB47C-8111-CC99-427C-AAB951F14A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04CB4B-3986-35BA-BBD3-B68848699A2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B22FE38-A587-9ECF-AF17-6A0B23F1577A}"/>
              </a:ext>
            </a:extLst>
          </p:cNvPr>
          <p:cNvSpPr>
            <a:spLocks noGrp="1"/>
          </p:cNvSpPr>
          <p:nvPr>
            <p:ph type="sldNum" sz="quarter" idx="5"/>
          </p:nvPr>
        </p:nvSpPr>
        <p:spPr/>
        <p:txBody>
          <a:bodyPr/>
          <a:lstStyle/>
          <a:p>
            <a:fld id="{7EFF7121-1E65-FC43-B0D1-71937F09E088}" type="slidenum">
              <a:rPr lang="en-US" smtClean="0"/>
              <a:t>22</a:t>
            </a:fld>
            <a:endParaRPr lang="en-US"/>
          </a:p>
        </p:txBody>
      </p:sp>
    </p:spTree>
    <p:extLst>
      <p:ext uri="{BB962C8B-B14F-4D97-AF65-F5344CB8AC3E}">
        <p14:creationId xmlns:p14="http://schemas.microsoft.com/office/powerpoint/2010/main" val="31440742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Char char="•"/>
            </a:pPr>
            <a:r>
              <a:rPr lang="en-GB" b="1" dirty="0"/>
              <a:t>Ease of Learning and Understanding:</a:t>
            </a:r>
          </a:p>
          <a:p>
            <a:pPr lvl="1">
              <a:buFont typeface="Arial" panose="020B0604020202020204" pitchFamily="34" charset="0"/>
              <a:buChar char="•"/>
            </a:pPr>
            <a:r>
              <a:rPr lang="en-GB" dirty="0"/>
              <a:t>Python's simple syntax and readability make it ideal for both beginners and experienced programmers.</a:t>
            </a:r>
          </a:p>
          <a:p>
            <a:pPr>
              <a:buFont typeface="Arial" panose="020B0604020202020204" pitchFamily="34" charset="0"/>
              <a:buChar char="•"/>
            </a:pPr>
            <a:r>
              <a:rPr lang="en-GB" b="1" dirty="0"/>
              <a:t>Rich Ecosystem of Libraries:</a:t>
            </a:r>
          </a:p>
          <a:p>
            <a:pPr lvl="1">
              <a:buFont typeface="Arial" panose="020B0604020202020204" pitchFamily="34" charset="0"/>
              <a:buChar char="•"/>
            </a:pPr>
            <a:r>
              <a:rPr lang="en-GB" dirty="0"/>
              <a:t>Extensive libraries such as </a:t>
            </a:r>
            <a:r>
              <a:rPr lang="en-GB" b="1" dirty="0"/>
              <a:t>NumPy</a:t>
            </a:r>
            <a:r>
              <a:rPr lang="en-GB" dirty="0"/>
              <a:t>, </a:t>
            </a:r>
            <a:r>
              <a:rPr lang="en-GB" b="1" dirty="0"/>
              <a:t>Pandas</a:t>
            </a:r>
            <a:r>
              <a:rPr lang="en-GB" dirty="0"/>
              <a:t>, and </a:t>
            </a:r>
            <a:r>
              <a:rPr lang="en-GB" b="1" dirty="0"/>
              <a:t>Matplotlib</a:t>
            </a:r>
            <a:r>
              <a:rPr lang="en-GB" dirty="0"/>
              <a:t> support a wide range of data science tasks.</a:t>
            </a:r>
          </a:p>
          <a:p>
            <a:pPr>
              <a:buFont typeface="Arial" panose="020B0604020202020204" pitchFamily="34" charset="0"/>
              <a:buChar char="•"/>
            </a:pPr>
            <a:r>
              <a:rPr lang="en-GB" b="1" dirty="0"/>
              <a:t>Strong Community and Support:</a:t>
            </a:r>
          </a:p>
          <a:p>
            <a:pPr lvl="1">
              <a:buFont typeface="Arial" panose="020B0604020202020204" pitchFamily="34" charset="0"/>
              <a:buChar char="•"/>
            </a:pPr>
            <a:r>
              <a:rPr lang="en-GB" dirty="0"/>
              <a:t>A large, active community contributes to continuous development and provides abundant resources and support.</a:t>
            </a:r>
            <a:br>
              <a:rPr lang="en-GB" dirty="0"/>
            </a:br>
            <a:endParaRPr lang="en-GB" dirty="0"/>
          </a:p>
        </p:txBody>
      </p:sp>
      <p:sp>
        <p:nvSpPr>
          <p:cNvPr id="4" name="Slide Number Placeholder 3"/>
          <p:cNvSpPr>
            <a:spLocks noGrp="1"/>
          </p:cNvSpPr>
          <p:nvPr>
            <p:ph type="sldNum" sz="quarter" idx="5"/>
          </p:nvPr>
        </p:nvSpPr>
        <p:spPr/>
        <p:txBody>
          <a:bodyPr/>
          <a:lstStyle/>
          <a:p>
            <a:fld id="{7EFF7121-1E65-FC43-B0D1-71937F09E088}" type="slidenum">
              <a:rPr lang="en-US" smtClean="0"/>
              <a:t>25</a:t>
            </a:fld>
            <a:endParaRPr lang="en-US"/>
          </a:p>
        </p:txBody>
      </p:sp>
    </p:spTree>
    <p:extLst>
      <p:ext uri="{BB962C8B-B14F-4D97-AF65-F5344CB8AC3E}">
        <p14:creationId xmlns:p14="http://schemas.microsoft.com/office/powerpoint/2010/main" val="18302808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64AA38-2879-FCDE-327A-6038A3C4FD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5EAFD9-F58E-E5AF-8F23-3F3DD49C50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71F508-F6F3-5719-761C-FCD402FEB161}"/>
              </a:ext>
            </a:extLst>
          </p:cNvPr>
          <p:cNvSpPr>
            <a:spLocks noGrp="1"/>
          </p:cNvSpPr>
          <p:nvPr>
            <p:ph type="body" idx="1"/>
          </p:nvPr>
        </p:nvSpPr>
        <p:spPr/>
        <p:txBody>
          <a:bodyPr/>
          <a:lstStyle/>
          <a:p>
            <a:pPr>
              <a:buFont typeface="Arial" panose="020B0604020202020204" pitchFamily="34" charset="0"/>
              <a:buChar char="•"/>
            </a:pPr>
            <a:endParaRPr lang="en-GB" dirty="0"/>
          </a:p>
        </p:txBody>
      </p:sp>
      <p:sp>
        <p:nvSpPr>
          <p:cNvPr id="4" name="Slide Number Placeholder 3">
            <a:extLst>
              <a:ext uri="{FF2B5EF4-FFF2-40B4-BE49-F238E27FC236}">
                <a16:creationId xmlns:a16="http://schemas.microsoft.com/office/drawing/2014/main" id="{A3B6478B-EF7B-AC99-4F85-1E033BA6C228}"/>
              </a:ext>
            </a:extLst>
          </p:cNvPr>
          <p:cNvSpPr>
            <a:spLocks noGrp="1"/>
          </p:cNvSpPr>
          <p:nvPr>
            <p:ph type="sldNum" sz="quarter" idx="5"/>
          </p:nvPr>
        </p:nvSpPr>
        <p:spPr/>
        <p:txBody>
          <a:bodyPr/>
          <a:lstStyle/>
          <a:p>
            <a:fld id="{7EFF7121-1E65-FC43-B0D1-71937F09E088}" type="slidenum">
              <a:rPr lang="en-US" smtClean="0"/>
              <a:t>26</a:t>
            </a:fld>
            <a:endParaRPr lang="en-US"/>
          </a:p>
        </p:txBody>
      </p:sp>
    </p:spTree>
    <p:extLst>
      <p:ext uri="{BB962C8B-B14F-4D97-AF65-F5344CB8AC3E}">
        <p14:creationId xmlns:p14="http://schemas.microsoft.com/office/powerpoint/2010/main" val="35307272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65A9D-429E-7247-3C4E-BE2A9B69C0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74DF02-5978-D49E-11F0-5F4DF44903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D5C76C-D02C-A117-8886-B289C46B6226}"/>
              </a:ext>
            </a:extLst>
          </p:cNvPr>
          <p:cNvSpPr>
            <a:spLocks noGrp="1"/>
          </p:cNvSpPr>
          <p:nvPr>
            <p:ph type="body" idx="1"/>
          </p:nvPr>
        </p:nvSpPr>
        <p:spPr/>
        <p:txBody>
          <a:bodyPr/>
          <a:lstStyle/>
          <a:p>
            <a:pPr>
              <a:buFont typeface="Arial" panose="020B0604020202020204" pitchFamily="34" charset="0"/>
              <a:buChar char="•"/>
            </a:pPr>
            <a:r>
              <a:rPr lang="en-GB" b="1" dirty="0"/>
              <a:t>Ease of Learning and Understanding:</a:t>
            </a:r>
          </a:p>
          <a:p>
            <a:pPr lvl="1">
              <a:buFont typeface="Arial" panose="020B0604020202020204" pitchFamily="34" charset="0"/>
              <a:buChar char="•"/>
            </a:pPr>
            <a:r>
              <a:rPr lang="en-GB" dirty="0"/>
              <a:t>Python's simple syntax and readability make it ideal for both beginners and experienced programmers.</a:t>
            </a:r>
          </a:p>
          <a:p>
            <a:pPr>
              <a:buFont typeface="Arial" panose="020B0604020202020204" pitchFamily="34" charset="0"/>
              <a:buChar char="•"/>
            </a:pPr>
            <a:r>
              <a:rPr lang="en-GB" b="1" dirty="0"/>
              <a:t>Rich Ecosystem of Libraries:</a:t>
            </a:r>
          </a:p>
          <a:p>
            <a:pPr lvl="1">
              <a:buFont typeface="Arial" panose="020B0604020202020204" pitchFamily="34" charset="0"/>
              <a:buChar char="•"/>
            </a:pPr>
            <a:r>
              <a:rPr lang="en-GB" dirty="0"/>
              <a:t>Extensive libraries such as </a:t>
            </a:r>
            <a:r>
              <a:rPr lang="en-GB" b="1" dirty="0"/>
              <a:t>NumPy</a:t>
            </a:r>
            <a:r>
              <a:rPr lang="en-GB" dirty="0"/>
              <a:t>, </a:t>
            </a:r>
            <a:r>
              <a:rPr lang="en-GB" b="1" dirty="0"/>
              <a:t>Pandas</a:t>
            </a:r>
            <a:r>
              <a:rPr lang="en-GB" dirty="0"/>
              <a:t>, and </a:t>
            </a:r>
            <a:r>
              <a:rPr lang="en-GB" b="1" dirty="0"/>
              <a:t>Matplotlib</a:t>
            </a:r>
            <a:r>
              <a:rPr lang="en-GB" dirty="0"/>
              <a:t> support a wide range of data science tasks.</a:t>
            </a:r>
          </a:p>
          <a:p>
            <a:pPr>
              <a:buFont typeface="Arial" panose="020B0604020202020204" pitchFamily="34" charset="0"/>
              <a:buChar char="•"/>
            </a:pPr>
            <a:r>
              <a:rPr lang="en-GB" b="1" dirty="0"/>
              <a:t>Strong Community and Support:</a:t>
            </a:r>
          </a:p>
          <a:p>
            <a:pPr lvl="1">
              <a:buFont typeface="Arial" panose="020B0604020202020204" pitchFamily="34" charset="0"/>
              <a:buChar char="•"/>
            </a:pPr>
            <a:r>
              <a:rPr lang="en-GB" dirty="0"/>
              <a:t>A large, active community contributes to continuous development and provides abundant resources and support.</a:t>
            </a:r>
            <a:br>
              <a:rPr lang="en-GB" dirty="0"/>
            </a:br>
            <a:endParaRPr lang="en-GB" dirty="0"/>
          </a:p>
        </p:txBody>
      </p:sp>
      <p:sp>
        <p:nvSpPr>
          <p:cNvPr id="4" name="Slide Number Placeholder 3">
            <a:extLst>
              <a:ext uri="{FF2B5EF4-FFF2-40B4-BE49-F238E27FC236}">
                <a16:creationId xmlns:a16="http://schemas.microsoft.com/office/drawing/2014/main" id="{3A48BB01-CC08-4BF7-677B-DDF476BD9594}"/>
              </a:ext>
            </a:extLst>
          </p:cNvPr>
          <p:cNvSpPr>
            <a:spLocks noGrp="1"/>
          </p:cNvSpPr>
          <p:nvPr>
            <p:ph type="sldNum" sz="quarter" idx="5"/>
          </p:nvPr>
        </p:nvSpPr>
        <p:spPr/>
        <p:txBody>
          <a:bodyPr/>
          <a:lstStyle/>
          <a:p>
            <a:fld id="{7EFF7121-1E65-FC43-B0D1-71937F09E088}" type="slidenum">
              <a:rPr lang="en-US" smtClean="0"/>
              <a:t>27</a:t>
            </a:fld>
            <a:endParaRPr lang="en-US"/>
          </a:p>
        </p:txBody>
      </p:sp>
    </p:spTree>
    <p:extLst>
      <p:ext uri="{BB962C8B-B14F-4D97-AF65-F5344CB8AC3E}">
        <p14:creationId xmlns:p14="http://schemas.microsoft.com/office/powerpoint/2010/main" val="1705503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1D7D2C-12A3-EA34-715D-130BFE0BA6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DCC7D3-EBB8-A38F-7630-8192144BF6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D7A1CF-2E49-5A77-5A20-C6C24093A862}"/>
              </a:ext>
            </a:extLst>
          </p:cNvPr>
          <p:cNvSpPr>
            <a:spLocks noGrp="1"/>
          </p:cNvSpPr>
          <p:nvPr>
            <p:ph type="body" idx="1"/>
          </p:nvPr>
        </p:nvSpPr>
        <p:spPr/>
        <p:txBody>
          <a:bodyPr/>
          <a:lstStyle/>
          <a:p>
            <a:pPr>
              <a:buFont typeface="Arial" panose="020B0604020202020204" pitchFamily="34" charset="0"/>
              <a:buChar char="•"/>
            </a:pPr>
            <a:r>
              <a:rPr lang="en-GB" b="1" dirty="0"/>
              <a:t>Ease of Learning and Understanding:</a:t>
            </a:r>
          </a:p>
          <a:p>
            <a:pPr lvl="1">
              <a:buFont typeface="Arial" panose="020B0604020202020204" pitchFamily="34" charset="0"/>
              <a:buChar char="•"/>
            </a:pPr>
            <a:r>
              <a:rPr lang="en-GB" dirty="0"/>
              <a:t>Python's simple syntax and readability make it ideal for both beginners and experienced programmers.</a:t>
            </a:r>
          </a:p>
          <a:p>
            <a:pPr>
              <a:buFont typeface="Arial" panose="020B0604020202020204" pitchFamily="34" charset="0"/>
              <a:buChar char="•"/>
            </a:pPr>
            <a:r>
              <a:rPr lang="en-GB" b="1" dirty="0"/>
              <a:t>Rich Ecosystem of Libraries:</a:t>
            </a:r>
          </a:p>
          <a:p>
            <a:pPr lvl="1">
              <a:buFont typeface="Arial" panose="020B0604020202020204" pitchFamily="34" charset="0"/>
              <a:buChar char="•"/>
            </a:pPr>
            <a:r>
              <a:rPr lang="en-GB" dirty="0"/>
              <a:t>Extensive libraries such as </a:t>
            </a:r>
            <a:r>
              <a:rPr lang="en-GB" b="1" dirty="0"/>
              <a:t>NumPy</a:t>
            </a:r>
            <a:r>
              <a:rPr lang="en-GB" dirty="0"/>
              <a:t>, </a:t>
            </a:r>
            <a:r>
              <a:rPr lang="en-GB" b="1" dirty="0"/>
              <a:t>Pandas</a:t>
            </a:r>
            <a:r>
              <a:rPr lang="en-GB" dirty="0"/>
              <a:t>, and </a:t>
            </a:r>
            <a:r>
              <a:rPr lang="en-GB" b="1" dirty="0"/>
              <a:t>Matplotlib</a:t>
            </a:r>
            <a:r>
              <a:rPr lang="en-GB" dirty="0"/>
              <a:t> support a wide range of data science tasks.</a:t>
            </a:r>
          </a:p>
          <a:p>
            <a:pPr>
              <a:buFont typeface="Arial" panose="020B0604020202020204" pitchFamily="34" charset="0"/>
              <a:buChar char="•"/>
            </a:pPr>
            <a:r>
              <a:rPr lang="en-GB" b="1" dirty="0"/>
              <a:t>Strong Community and Support:</a:t>
            </a:r>
          </a:p>
          <a:p>
            <a:pPr lvl="1">
              <a:buFont typeface="Arial" panose="020B0604020202020204" pitchFamily="34" charset="0"/>
              <a:buChar char="•"/>
            </a:pPr>
            <a:r>
              <a:rPr lang="en-GB" dirty="0"/>
              <a:t>A large, active community contributes to continuous development and provides abundant resources and support.</a:t>
            </a:r>
            <a:br>
              <a:rPr lang="en-GB" dirty="0"/>
            </a:br>
            <a:endParaRPr lang="en-GB" dirty="0"/>
          </a:p>
        </p:txBody>
      </p:sp>
      <p:sp>
        <p:nvSpPr>
          <p:cNvPr id="4" name="Slide Number Placeholder 3">
            <a:extLst>
              <a:ext uri="{FF2B5EF4-FFF2-40B4-BE49-F238E27FC236}">
                <a16:creationId xmlns:a16="http://schemas.microsoft.com/office/drawing/2014/main" id="{7AACF17D-E52E-4788-D605-7753EFAEC881}"/>
              </a:ext>
            </a:extLst>
          </p:cNvPr>
          <p:cNvSpPr>
            <a:spLocks noGrp="1"/>
          </p:cNvSpPr>
          <p:nvPr>
            <p:ph type="sldNum" sz="quarter" idx="5"/>
          </p:nvPr>
        </p:nvSpPr>
        <p:spPr/>
        <p:txBody>
          <a:bodyPr/>
          <a:lstStyle/>
          <a:p>
            <a:fld id="{7EFF7121-1E65-FC43-B0D1-71937F09E088}" type="slidenum">
              <a:rPr lang="en-US" smtClean="0"/>
              <a:t>28</a:t>
            </a:fld>
            <a:endParaRPr lang="en-US"/>
          </a:p>
        </p:txBody>
      </p:sp>
    </p:spTree>
    <p:extLst>
      <p:ext uri="{BB962C8B-B14F-4D97-AF65-F5344CB8AC3E}">
        <p14:creationId xmlns:p14="http://schemas.microsoft.com/office/powerpoint/2010/main" val="375867846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EFF7121-1E65-FC43-B0D1-71937F09E088}" type="slidenum">
              <a:rPr lang="en-US" smtClean="0"/>
              <a:t>31</a:t>
            </a:fld>
            <a:endParaRPr lang="en-US"/>
          </a:p>
        </p:txBody>
      </p:sp>
    </p:spTree>
    <p:extLst>
      <p:ext uri="{BB962C8B-B14F-4D97-AF65-F5344CB8AC3E}">
        <p14:creationId xmlns:p14="http://schemas.microsoft.com/office/powerpoint/2010/main" val="22197484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Courier New" panose="02070309020205020404" pitchFamily="49" charset="0"/>
                <a:cs typeface="Courier New" panose="02070309020205020404" pitchFamily="49" charset="0"/>
              </a:rPr>
              <a:t># &gt; </a:t>
            </a:r>
            <a:r>
              <a:rPr lang="en-US" sz="1200" dirty="0" err="1">
                <a:latin typeface="Courier New" panose="02070309020205020404" pitchFamily="49" charset="0"/>
                <a:cs typeface="Courier New" panose="02070309020205020404" pitchFamily="49" charset="0"/>
              </a:rPr>
              <a:t>conda</a:t>
            </a:r>
            <a:r>
              <a:rPr lang="en-US" sz="1200" dirty="0">
                <a:latin typeface="Courier New" panose="02070309020205020404" pitchFamily="49" charset="0"/>
                <a:cs typeface="Courier New" panose="02070309020205020404" pitchFamily="49" charset="0"/>
              </a:rPr>
              <a:t> install </a:t>
            </a:r>
            <a:r>
              <a:rPr lang="en-US" altLang="zh-CN" sz="1200" dirty="0" err="1">
                <a:latin typeface="Courier New" panose="02070309020205020404" pitchFamily="49" charset="0"/>
                <a:cs typeface="Courier New" panose="02070309020205020404" pitchFamily="49" charset="0"/>
              </a:rPr>
              <a:t>jupyter</a:t>
            </a:r>
            <a:endParaRPr lang="en-US" sz="1200">
              <a:latin typeface="Courier New" panose="02070309020205020404" pitchFamily="49" charset="0"/>
              <a:cs typeface="Courier New" panose="02070309020205020404" pitchFamily="49" charset="0"/>
            </a:endParaRPr>
          </a:p>
          <a:p>
            <a:endParaRPr lang="en-US" dirty="0"/>
          </a:p>
        </p:txBody>
      </p:sp>
      <p:sp>
        <p:nvSpPr>
          <p:cNvPr id="4" name="Slide Number Placeholder 3"/>
          <p:cNvSpPr>
            <a:spLocks noGrp="1"/>
          </p:cNvSpPr>
          <p:nvPr>
            <p:ph type="sldNum" sz="quarter" idx="5"/>
          </p:nvPr>
        </p:nvSpPr>
        <p:spPr/>
        <p:txBody>
          <a:bodyPr/>
          <a:lstStyle/>
          <a:p>
            <a:fld id="{7EFF7121-1E65-FC43-B0D1-71937F09E088}" type="slidenum">
              <a:rPr lang="en-US" smtClean="0"/>
              <a:t>34</a:t>
            </a:fld>
            <a:endParaRPr lang="en-US"/>
          </a:p>
        </p:txBody>
      </p:sp>
    </p:spTree>
    <p:extLst>
      <p:ext uri="{BB962C8B-B14F-4D97-AF65-F5344CB8AC3E}">
        <p14:creationId xmlns:p14="http://schemas.microsoft.com/office/powerpoint/2010/main" val="19807845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26281-99B5-9592-19C2-02F7164F22E6}"/>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41ED4543-2C88-2DFB-3CC2-59602FEA106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240486BB-9CAE-FA21-E13A-E846F55E7297}"/>
              </a:ext>
            </a:extLst>
          </p:cNvPr>
          <p:cNvSpPr>
            <a:spLocks noGrp="1"/>
          </p:cNvSpPr>
          <p:nvPr>
            <p:ph type="dt" sz="half" idx="10"/>
          </p:nvPr>
        </p:nvSpPr>
        <p:spPr/>
        <p:txBody>
          <a:bodyPr/>
          <a:lstStyle/>
          <a:p>
            <a:fld id="{055A8F3B-527C-0943-B321-A091BD38FEE0}" type="datetimeFigureOut">
              <a:rPr lang="en-US" smtClean="0"/>
              <a:t>2/10/25</a:t>
            </a:fld>
            <a:endParaRPr lang="en-US"/>
          </a:p>
        </p:txBody>
      </p:sp>
      <p:sp>
        <p:nvSpPr>
          <p:cNvPr id="5" name="Footer Placeholder 4">
            <a:extLst>
              <a:ext uri="{FF2B5EF4-FFF2-40B4-BE49-F238E27FC236}">
                <a16:creationId xmlns:a16="http://schemas.microsoft.com/office/drawing/2014/main" id="{D301F8B9-6799-3EF4-AE29-077834FA90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56C370-C447-D55B-03DD-B57201A427D7}"/>
              </a:ext>
            </a:extLst>
          </p:cNvPr>
          <p:cNvSpPr>
            <a:spLocks noGrp="1"/>
          </p:cNvSpPr>
          <p:nvPr>
            <p:ph type="sldNum" sz="quarter" idx="12"/>
          </p:nvPr>
        </p:nvSpPr>
        <p:spPr/>
        <p:txBody>
          <a:bodyPr/>
          <a:lstStyle/>
          <a:p>
            <a:fld id="{B599E039-4EF1-6D42-A3BA-E79F5B0B7ACC}" type="slidenum">
              <a:rPr lang="en-US" smtClean="0"/>
              <a:t>‹#›</a:t>
            </a:fld>
            <a:endParaRPr lang="en-US"/>
          </a:p>
        </p:txBody>
      </p:sp>
    </p:spTree>
    <p:extLst>
      <p:ext uri="{BB962C8B-B14F-4D97-AF65-F5344CB8AC3E}">
        <p14:creationId xmlns:p14="http://schemas.microsoft.com/office/powerpoint/2010/main" val="31889544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49B393D7-389C-69DA-D13D-B7540B97F737}"/>
              </a:ext>
            </a:extLst>
          </p:cNvPr>
          <p:cNvPicPr>
            <a:picLocks noChangeAspect="1"/>
          </p:cNvPicPr>
          <p:nvPr userDrawn="1"/>
        </p:nvPicPr>
        <p:blipFill>
          <a:blip r:embed="rId2"/>
          <a:stretch>
            <a:fillRect/>
          </a:stretch>
        </p:blipFill>
        <p:spPr>
          <a:xfrm>
            <a:off x="0" y="3683000"/>
            <a:ext cx="12192000" cy="3175000"/>
          </a:xfrm>
          <a:prstGeom prst="rect">
            <a:avLst/>
          </a:prstGeom>
        </p:spPr>
      </p:pic>
      <p:sp>
        <p:nvSpPr>
          <p:cNvPr id="12" name="Rectangle 11">
            <a:extLst>
              <a:ext uri="{FF2B5EF4-FFF2-40B4-BE49-F238E27FC236}">
                <a16:creationId xmlns:a16="http://schemas.microsoft.com/office/drawing/2014/main" id="{CEECAE43-6EDF-B33A-8BB3-A4AEB1A1B179}"/>
              </a:ext>
            </a:extLst>
          </p:cNvPr>
          <p:cNvSpPr/>
          <p:nvPr userDrawn="1"/>
        </p:nvSpPr>
        <p:spPr>
          <a:xfrm>
            <a:off x="0" y="0"/>
            <a:ext cx="12192000" cy="1041400"/>
          </a:xfrm>
          <a:prstGeom prst="rect">
            <a:avLst/>
          </a:prstGeom>
          <a:solidFill>
            <a:srgbClr val="A0233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Picture 12">
            <a:extLst>
              <a:ext uri="{FF2B5EF4-FFF2-40B4-BE49-F238E27FC236}">
                <a16:creationId xmlns:a16="http://schemas.microsoft.com/office/drawing/2014/main" id="{631845F2-921D-F551-34A3-E91327C3AEC7}"/>
              </a:ext>
            </a:extLst>
          </p:cNvPr>
          <p:cNvPicPr>
            <a:picLocks noChangeAspect="1"/>
          </p:cNvPicPr>
          <p:nvPr userDrawn="1"/>
        </p:nvPicPr>
        <p:blipFill>
          <a:blip r:embed="rId3"/>
          <a:stretch>
            <a:fillRect/>
          </a:stretch>
        </p:blipFill>
        <p:spPr>
          <a:xfrm>
            <a:off x="11047412" y="22224"/>
            <a:ext cx="1019176" cy="1019176"/>
          </a:xfrm>
          <a:prstGeom prst="rect">
            <a:avLst/>
          </a:prstGeom>
        </p:spPr>
      </p:pic>
      <p:sp>
        <p:nvSpPr>
          <p:cNvPr id="14" name="Content Placeholder 2">
            <a:extLst>
              <a:ext uri="{FF2B5EF4-FFF2-40B4-BE49-F238E27FC236}">
                <a16:creationId xmlns:a16="http://schemas.microsoft.com/office/drawing/2014/main" id="{D57F8E5A-E998-8789-811B-4451EF8BE1B4}"/>
              </a:ext>
            </a:extLst>
          </p:cNvPr>
          <p:cNvSpPr>
            <a:spLocks noGrp="1"/>
          </p:cNvSpPr>
          <p:nvPr>
            <p:ph idx="1"/>
          </p:nvPr>
        </p:nvSpPr>
        <p:spPr>
          <a:xfrm>
            <a:off x="838200" y="1425543"/>
            <a:ext cx="10515600" cy="5067854"/>
          </a:xfrm>
        </p:spPr>
        <p:txBody>
          <a:bodyPr/>
          <a:lstStyle/>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0279222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440323-00C6-C01D-E101-0A0DD0B33EEF}"/>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EDA8398A-E6EE-28D3-B20D-C67C17EB738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21512EE3-DB3E-E2D4-3992-9086143780F2}"/>
              </a:ext>
            </a:extLst>
          </p:cNvPr>
          <p:cNvSpPr>
            <a:spLocks noGrp="1"/>
          </p:cNvSpPr>
          <p:nvPr>
            <p:ph type="dt" sz="half" idx="10"/>
          </p:nvPr>
        </p:nvSpPr>
        <p:spPr/>
        <p:txBody>
          <a:bodyPr/>
          <a:lstStyle/>
          <a:p>
            <a:fld id="{055A8F3B-527C-0943-B321-A091BD38FEE0}" type="datetimeFigureOut">
              <a:rPr lang="en-US" smtClean="0"/>
              <a:t>2/10/25</a:t>
            </a:fld>
            <a:endParaRPr lang="en-US"/>
          </a:p>
        </p:txBody>
      </p:sp>
      <p:sp>
        <p:nvSpPr>
          <p:cNvPr id="5" name="Footer Placeholder 4">
            <a:extLst>
              <a:ext uri="{FF2B5EF4-FFF2-40B4-BE49-F238E27FC236}">
                <a16:creationId xmlns:a16="http://schemas.microsoft.com/office/drawing/2014/main" id="{33F2B33B-D135-8DB7-1CB4-2493AE5BCB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C6F52E-12F2-590B-B67A-61CC19C14F2D}"/>
              </a:ext>
            </a:extLst>
          </p:cNvPr>
          <p:cNvSpPr>
            <a:spLocks noGrp="1"/>
          </p:cNvSpPr>
          <p:nvPr>
            <p:ph type="sldNum" sz="quarter" idx="12"/>
          </p:nvPr>
        </p:nvSpPr>
        <p:spPr/>
        <p:txBody>
          <a:bodyPr/>
          <a:lstStyle/>
          <a:p>
            <a:fld id="{B599E039-4EF1-6D42-A3BA-E79F5B0B7ACC}" type="slidenum">
              <a:rPr lang="en-US" smtClean="0"/>
              <a:t>‹#›</a:t>
            </a:fld>
            <a:endParaRPr lang="en-US"/>
          </a:p>
        </p:txBody>
      </p:sp>
    </p:spTree>
    <p:extLst>
      <p:ext uri="{BB962C8B-B14F-4D97-AF65-F5344CB8AC3E}">
        <p14:creationId xmlns:p14="http://schemas.microsoft.com/office/powerpoint/2010/main" val="23239643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0588F-8368-67A7-11F7-2DF7C267CE92}"/>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421D13D7-AADF-8AC3-688D-6056BE787493}"/>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528C21C2-C76D-F6DC-BA0C-D4AF71B38B7A}"/>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8C5A762B-9573-2516-E023-3C0641E8F256}"/>
              </a:ext>
            </a:extLst>
          </p:cNvPr>
          <p:cNvSpPr>
            <a:spLocks noGrp="1"/>
          </p:cNvSpPr>
          <p:nvPr>
            <p:ph type="dt" sz="half" idx="10"/>
          </p:nvPr>
        </p:nvSpPr>
        <p:spPr/>
        <p:txBody>
          <a:bodyPr/>
          <a:lstStyle/>
          <a:p>
            <a:fld id="{055A8F3B-527C-0943-B321-A091BD38FEE0}" type="datetimeFigureOut">
              <a:rPr lang="en-US" smtClean="0"/>
              <a:t>2/10/25</a:t>
            </a:fld>
            <a:endParaRPr lang="en-US"/>
          </a:p>
        </p:txBody>
      </p:sp>
      <p:sp>
        <p:nvSpPr>
          <p:cNvPr id="6" name="Footer Placeholder 5">
            <a:extLst>
              <a:ext uri="{FF2B5EF4-FFF2-40B4-BE49-F238E27FC236}">
                <a16:creationId xmlns:a16="http://schemas.microsoft.com/office/drawing/2014/main" id="{8AC05405-5652-D214-3A1F-E52B731F67E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E7E1F87-E928-3EDD-5077-EF84499BC01D}"/>
              </a:ext>
            </a:extLst>
          </p:cNvPr>
          <p:cNvSpPr>
            <a:spLocks noGrp="1"/>
          </p:cNvSpPr>
          <p:nvPr>
            <p:ph type="sldNum" sz="quarter" idx="12"/>
          </p:nvPr>
        </p:nvSpPr>
        <p:spPr/>
        <p:txBody>
          <a:bodyPr/>
          <a:lstStyle/>
          <a:p>
            <a:fld id="{B599E039-4EF1-6D42-A3BA-E79F5B0B7ACC}" type="slidenum">
              <a:rPr lang="en-US" smtClean="0"/>
              <a:t>‹#›</a:t>
            </a:fld>
            <a:endParaRPr lang="en-US"/>
          </a:p>
        </p:txBody>
      </p:sp>
    </p:spTree>
    <p:extLst>
      <p:ext uri="{BB962C8B-B14F-4D97-AF65-F5344CB8AC3E}">
        <p14:creationId xmlns:p14="http://schemas.microsoft.com/office/powerpoint/2010/main" val="23698368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C15FA-5224-98D9-F367-A7A4EABB81D1}"/>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C38C304-D267-1545-9254-4192A3230D7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3926DF28-A8F7-D85C-CF1C-E4D0192A3C2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EBFE6B8-5B28-5E5B-C301-0366A40CE08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DF62A56B-C1DF-8325-2038-E649BA47E8EF}"/>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2373EE73-FC28-5B53-31EE-609AF324E477}"/>
              </a:ext>
            </a:extLst>
          </p:cNvPr>
          <p:cNvSpPr>
            <a:spLocks noGrp="1"/>
          </p:cNvSpPr>
          <p:nvPr>
            <p:ph type="dt" sz="half" idx="10"/>
          </p:nvPr>
        </p:nvSpPr>
        <p:spPr/>
        <p:txBody>
          <a:bodyPr/>
          <a:lstStyle/>
          <a:p>
            <a:fld id="{055A8F3B-527C-0943-B321-A091BD38FEE0}" type="datetimeFigureOut">
              <a:rPr lang="en-US" smtClean="0"/>
              <a:t>2/10/25</a:t>
            </a:fld>
            <a:endParaRPr lang="en-US"/>
          </a:p>
        </p:txBody>
      </p:sp>
      <p:sp>
        <p:nvSpPr>
          <p:cNvPr id="8" name="Footer Placeholder 7">
            <a:extLst>
              <a:ext uri="{FF2B5EF4-FFF2-40B4-BE49-F238E27FC236}">
                <a16:creationId xmlns:a16="http://schemas.microsoft.com/office/drawing/2014/main" id="{EFF6BEB3-D9EB-0877-BA12-BF4E2286110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A9300C6-BD0C-2E50-3D86-D8EA1B29C7FA}"/>
              </a:ext>
            </a:extLst>
          </p:cNvPr>
          <p:cNvSpPr>
            <a:spLocks noGrp="1"/>
          </p:cNvSpPr>
          <p:nvPr>
            <p:ph type="sldNum" sz="quarter" idx="12"/>
          </p:nvPr>
        </p:nvSpPr>
        <p:spPr/>
        <p:txBody>
          <a:bodyPr/>
          <a:lstStyle/>
          <a:p>
            <a:fld id="{B599E039-4EF1-6D42-A3BA-E79F5B0B7ACC}" type="slidenum">
              <a:rPr lang="en-US" smtClean="0"/>
              <a:t>‹#›</a:t>
            </a:fld>
            <a:endParaRPr lang="en-US"/>
          </a:p>
        </p:txBody>
      </p:sp>
    </p:spTree>
    <p:extLst>
      <p:ext uri="{BB962C8B-B14F-4D97-AF65-F5344CB8AC3E}">
        <p14:creationId xmlns:p14="http://schemas.microsoft.com/office/powerpoint/2010/main" val="5140676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E7892-D100-B1E7-CAAD-02C1CB5545B7}"/>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8DB3AEB1-87D3-7C3F-F771-75144012CD10}"/>
              </a:ext>
            </a:extLst>
          </p:cNvPr>
          <p:cNvSpPr>
            <a:spLocks noGrp="1"/>
          </p:cNvSpPr>
          <p:nvPr>
            <p:ph type="dt" sz="half" idx="10"/>
          </p:nvPr>
        </p:nvSpPr>
        <p:spPr/>
        <p:txBody>
          <a:bodyPr/>
          <a:lstStyle/>
          <a:p>
            <a:fld id="{055A8F3B-527C-0943-B321-A091BD38FEE0}" type="datetimeFigureOut">
              <a:rPr lang="en-US" smtClean="0"/>
              <a:t>2/10/25</a:t>
            </a:fld>
            <a:endParaRPr lang="en-US"/>
          </a:p>
        </p:txBody>
      </p:sp>
      <p:sp>
        <p:nvSpPr>
          <p:cNvPr id="4" name="Footer Placeholder 3">
            <a:extLst>
              <a:ext uri="{FF2B5EF4-FFF2-40B4-BE49-F238E27FC236}">
                <a16:creationId xmlns:a16="http://schemas.microsoft.com/office/drawing/2014/main" id="{76977031-8435-CDA7-3189-CA66093F535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239C9CD-7EC5-9DE2-2828-2E1E236AC585}"/>
              </a:ext>
            </a:extLst>
          </p:cNvPr>
          <p:cNvSpPr>
            <a:spLocks noGrp="1"/>
          </p:cNvSpPr>
          <p:nvPr>
            <p:ph type="sldNum" sz="quarter" idx="12"/>
          </p:nvPr>
        </p:nvSpPr>
        <p:spPr/>
        <p:txBody>
          <a:bodyPr/>
          <a:lstStyle/>
          <a:p>
            <a:fld id="{B599E039-4EF1-6D42-A3BA-E79F5B0B7ACC}" type="slidenum">
              <a:rPr lang="en-US" smtClean="0"/>
              <a:t>‹#›</a:t>
            </a:fld>
            <a:endParaRPr lang="en-US"/>
          </a:p>
        </p:txBody>
      </p:sp>
    </p:spTree>
    <p:extLst>
      <p:ext uri="{BB962C8B-B14F-4D97-AF65-F5344CB8AC3E}">
        <p14:creationId xmlns:p14="http://schemas.microsoft.com/office/powerpoint/2010/main" val="37861146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1532E98-6A42-89C9-BD0E-BF47CC4FDF53}"/>
              </a:ext>
            </a:extLst>
          </p:cNvPr>
          <p:cNvSpPr>
            <a:spLocks noGrp="1"/>
          </p:cNvSpPr>
          <p:nvPr>
            <p:ph type="dt" sz="half" idx="10"/>
          </p:nvPr>
        </p:nvSpPr>
        <p:spPr/>
        <p:txBody>
          <a:bodyPr/>
          <a:lstStyle/>
          <a:p>
            <a:fld id="{055A8F3B-527C-0943-B321-A091BD38FEE0}" type="datetimeFigureOut">
              <a:rPr lang="en-US" smtClean="0"/>
              <a:t>2/10/25</a:t>
            </a:fld>
            <a:endParaRPr lang="en-US"/>
          </a:p>
        </p:txBody>
      </p:sp>
      <p:sp>
        <p:nvSpPr>
          <p:cNvPr id="3" name="Footer Placeholder 2">
            <a:extLst>
              <a:ext uri="{FF2B5EF4-FFF2-40B4-BE49-F238E27FC236}">
                <a16:creationId xmlns:a16="http://schemas.microsoft.com/office/drawing/2014/main" id="{F6397419-5385-BF28-D717-A8E89368F41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8726458-2DDB-0CB7-AE26-3DF63720C3D8}"/>
              </a:ext>
            </a:extLst>
          </p:cNvPr>
          <p:cNvSpPr>
            <a:spLocks noGrp="1"/>
          </p:cNvSpPr>
          <p:nvPr>
            <p:ph type="sldNum" sz="quarter" idx="12"/>
          </p:nvPr>
        </p:nvSpPr>
        <p:spPr/>
        <p:txBody>
          <a:bodyPr/>
          <a:lstStyle/>
          <a:p>
            <a:fld id="{B599E039-4EF1-6D42-A3BA-E79F5B0B7ACC}" type="slidenum">
              <a:rPr lang="en-US" smtClean="0"/>
              <a:t>‹#›</a:t>
            </a:fld>
            <a:endParaRPr lang="en-US"/>
          </a:p>
        </p:txBody>
      </p:sp>
    </p:spTree>
    <p:extLst>
      <p:ext uri="{BB962C8B-B14F-4D97-AF65-F5344CB8AC3E}">
        <p14:creationId xmlns:p14="http://schemas.microsoft.com/office/powerpoint/2010/main" val="24609491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4A4DC3-607B-326B-2349-40F747E375E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BD91A483-9CB5-901B-C5BC-384550E2348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3CF6CDF1-8F9D-9086-7BA9-3EE1A75471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B056AFD6-885F-0A9D-19D4-7E750846C4B5}"/>
              </a:ext>
            </a:extLst>
          </p:cNvPr>
          <p:cNvSpPr>
            <a:spLocks noGrp="1"/>
          </p:cNvSpPr>
          <p:nvPr>
            <p:ph type="dt" sz="half" idx="10"/>
          </p:nvPr>
        </p:nvSpPr>
        <p:spPr/>
        <p:txBody>
          <a:bodyPr/>
          <a:lstStyle/>
          <a:p>
            <a:fld id="{055A8F3B-527C-0943-B321-A091BD38FEE0}" type="datetimeFigureOut">
              <a:rPr lang="en-US" smtClean="0"/>
              <a:t>2/10/25</a:t>
            </a:fld>
            <a:endParaRPr lang="en-US"/>
          </a:p>
        </p:txBody>
      </p:sp>
      <p:sp>
        <p:nvSpPr>
          <p:cNvPr id="6" name="Footer Placeholder 5">
            <a:extLst>
              <a:ext uri="{FF2B5EF4-FFF2-40B4-BE49-F238E27FC236}">
                <a16:creationId xmlns:a16="http://schemas.microsoft.com/office/drawing/2014/main" id="{D9AC2F05-27CC-FFF0-8EFD-5C0E208343E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D7BF2A-B7C3-D8FE-4EBC-A5519DDBF5E1}"/>
              </a:ext>
            </a:extLst>
          </p:cNvPr>
          <p:cNvSpPr>
            <a:spLocks noGrp="1"/>
          </p:cNvSpPr>
          <p:nvPr>
            <p:ph type="sldNum" sz="quarter" idx="12"/>
          </p:nvPr>
        </p:nvSpPr>
        <p:spPr/>
        <p:txBody>
          <a:bodyPr/>
          <a:lstStyle/>
          <a:p>
            <a:fld id="{B599E039-4EF1-6D42-A3BA-E79F5B0B7ACC}" type="slidenum">
              <a:rPr lang="en-US" smtClean="0"/>
              <a:t>‹#›</a:t>
            </a:fld>
            <a:endParaRPr lang="en-US"/>
          </a:p>
        </p:txBody>
      </p:sp>
    </p:spTree>
    <p:extLst>
      <p:ext uri="{BB962C8B-B14F-4D97-AF65-F5344CB8AC3E}">
        <p14:creationId xmlns:p14="http://schemas.microsoft.com/office/powerpoint/2010/main" val="24329507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BAC43-3DD7-517C-036E-B8E7A705CAC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CD4FF69C-67F7-293D-EE6D-9F730CD8C85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A888F60-77AF-A7AF-1924-AE3717D494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4B60433-DBD7-FA0F-DB39-F927E60D98F1}"/>
              </a:ext>
            </a:extLst>
          </p:cNvPr>
          <p:cNvSpPr>
            <a:spLocks noGrp="1"/>
          </p:cNvSpPr>
          <p:nvPr>
            <p:ph type="dt" sz="half" idx="10"/>
          </p:nvPr>
        </p:nvSpPr>
        <p:spPr/>
        <p:txBody>
          <a:bodyPr/>
          <a:lstStyle/>
          <a:p>
            <a:fld id="{055A8F3B-527C-0943-B321-A091BD38FEE0}" type="datetimeFigureOut">
              <a:rPr lang="en-US" smtClean="0"/>
              <a:t>2/10/25</a:t>
            </a:fld>
            <a:endParaRPr lang="en-US"/>
          </a:p>
        </p:txBody>
      </p:sp>
      <p:sp>
        <p:nvSpPr>
          <p:cNvPr id="6" name="Footer Placeholder 5">
            <a:extLst>
              <a:ext uri="{FF2B5EF4-FFF2-40B4-BE49-F238E27FC236}">
                <a16:creationId xmlns:a16="http://schemas.microsoft.com/office/drawing/2014/main" id="{D6707A1A-26EC-39A6-9961-0CE7BD48B7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B1128E-6EC8-F1BF-4500-EDA648B0CC65}"/>
              </a:ext>
            </a:extLst>
          </p:cNvPr>
          <p:cNvSpPr>
            <a:spLocks noGrp="1"/>
          </p:cNvSpPr>
          <p:nvPr>
            <p:ph type="sldNum" sz="quarter" idx="12"/>
          </p:nvPr>
        </p:nvSpPr>
        <p:spPr/>
        <p:txBody>
          <a:bodyPr/>
          <a:lstStyle/>
          <a:p>
            <a:fld id="{B599E039-4EF1-6D42-A3BA-E79F5B0B7ACC}" type="slidenum">
              <a:rPr lang="en-US" smtClean="0"/>
              <a:t>‹#›</a:t>
            </a:fld>
            <a:endParaRPr lang="en-US"/>
          </a:p>
        </p:txBody>
      </p:sp>
    </p:spTree>
    <p:extLst>
      <p:ext uri="{BB962C8B-B14F-4D97-AF65-F5344CB8AC3E}">
        <p14:creationId xmlns:p14="http://schemas.microsoft.com/office/powerpoint/2010/main" val="40608774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AD67E-757E-34CD-ECA4-CA25353746A8}"/>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20FEE23F-2024-CF58-BB17-41449E3C2040}"/>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CB197278-53D8-D937-B720-02555C157D36}"/>
              </a:ext>
            </a:extLst>
          </p:cNvPr>
          <p:cNvSpPr>
            <a:spLocks noGrp="1"/>
          </p:cNvSpPr>
          <p:nvPr>
            <p:ph type="dt" sz="half" idx="10"/>
          </p:nvPr>
        </p:nvSpPr>
        <p:spPr/>
        <p:txBody>
          <a:bodyPr/>
          <a:lstStyle/>
          <a:p>
            <a:fld id="{055A8F3B-527C-0943-B321-A091BD38FEE0}" type="datetimeFigureOut">
              <a:rPr lang="en-US" smtClean="0"/>
              <a:t>2/10/25</a:t>
            </a:fld>
            <a:endParaRPr lang="en-US"/>
          </a:p>
        </p:txBody>
      </p:sp>
      <p:sp>
        <p:nvSpPr>
          <p:cNvPr id="5" name="Footer Placeholder 4">
            <a:extLst>
              <a:ext uri="{FF2B5EF4-FFF2-40B4-BE49-F238E27FC236}">
                <a16:creationId xmlns:a16="http://schemas.microsoft.com/office/drawing/2014/main" id="{36F45C10-16BE-7E4C-8685-B7A4075145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3E54EB-42C5-4942-37FB-2D793DF1DB66}"/>
              </a:ext>
            </a:extLst>
          </p:cNvPr>
          <p:cNvSpPr>
            <a:spLocks noGrp="1"/>
          </p:cNvSpPr>
          <p:nvPr>
            <p:ph type="sldNum" sz="quarter" idx="12"/>
          </p:nvPr>
        </p:nvSpPr>
        <p:spPr/>
        <p:txBody>
          <a:bodyPr/>
          <a:lstStyle/>
          <a:p>
            <a:fld id="{B599E039-4EF1-6D42-A3BA-E79F5B0B7ACC}" type="slidenum">
              <a:rPr lang="en-US" smtClean="0"/>
              <a:t>‹#›</a:t>
            </a:fld>
            <a:endParaRPr lang="en-US"/>
          </a:p>
        </p:txBody>
      </p:sp>
    </p:spTree>
    <p:extLst>
      <p:ext uri="{BB962C8B-B14F-4D97-AF65-F5344CB8AC3E}">
        <p14:creationId xmlns:p14="http://schemas.microsoft.com/office/powerpoint/2010/main" val="5200979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27E418F-A428-8E77-7133-4D3761AF10FD}"/>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541B0B32-1609-E950-D4AD-470AEB09810C}"/>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9EABD6B-520F-68CA-F3D3-F6CBCA718FA9}"/>
              </a:ext>
            </a:extLst>
          </p:cNvPr>
          <p:cNvSpPr>
            <a:spLocks noGrp="1"/>
          </p:cNvSpPr>
          <p:nvPr>
            <p:ph type="dt" sz="half" idx="10"/>
          </p:nvPr>
        </p:nvSpPr>
        <p:spPr/>
        <p:txBody>
          <a:bodyPr/>
          <a:lstStyle/>
          <a:p>
            <a:fld id="{055A8F3B-527C-0943-B321-A091BD38FEE0}" type="datetimeFigureOut">
              <a:rPr lang="en-US" smtClean="0"/>
              <a:t>2/10/25</a:t>
            </a:fld>
            <a:endParaRPr lang="en-US"/>
          </a:p>
        </p:txBody>
      </p:sp>
      <p:sp>
        <p:nvSpPr>
          <p:cNvPr id="5" name="Footer Placeholder 4">
            <a:extLst>
              <a:ext uri="{FF2B5EF4-FFF2-40B4-BE49-F238E27FC236}">
                <a16:creationId xmlns:a16="http://schemas.microsoft.com/office/drawing/2014/main" id="{8690FD4C-FD98-C32D-F45B-DD4D6B12F0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1A5911-8D3A-AF0C-D0F5-CC2F6736F85D}"/>
              </a:ext>
            </a:extLst>
          </p:cNvPr>
          <p:cNvSpPr>
            <a:spLocks noGrp="1"/>
          </p:cNvSpPr>
          <p:nvPr>
            <p:ph type="sldNum" sz="quarter" idx="12"/>
          </p:nvPr>
        </p:nvSpPr>
        <p:spPr/>
        <p:txBody>
          <a:bodyPr/>
          <a:lstStyle/>
          <a:p>
            <a:fld id="{B599E039-4EF1-6D42-A3BA-E79F5B0B7ACC}" type="slidenum">
              <a:rPr lang="en-US" smtClean="0"/>
              <a:t>‹#›</a:t>
            </a:fld>
            <a:endParaRPr lang="en-US"/>
          </a:p>
        </p:txBody>
      </p:sp>
    </p:spTree>
    <p:extLst>
      <p:ext uri="{BB962C8B-B14F-4D97-AF65-F5344CB8AC3E}">
        <p14:creationId xmlns:p14="http://schemas.microsoft.com/office/powerpoint/2010/main" val="40279515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F20C81-E734-33EC-F20F-D0FF40B9781E}"/>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D70FFC5B-0DCE-3A34-7F56-CCC026EFEBA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2ECC2AFA-2873-6333-2ADC-4D5DC9CDAA65}"/>
              </a:ext>
            </a:extLst>
          </p:cNvPr>
          <p:cNvSpPr>
            <a:spLocks noGrp="1"/>
          </p:cNvSpPr>
          <p:nvPr>
            <p:ph type="dt" sz="half" idx="10"/>
          </p:nvPr>
        </p:nvSpPr>
        <p:spPr/>
        <p:txBody>
          <a:bodyPr/>
          <a:lstStyle/>
          <a:p>
            <a:fld id="{33F7CAB5-740C-5D4F-AF5E-2328B98A01CD}" type="datetimeFigureOut">
              <a:rPr lang="en-US" smtClean="0"/>
              <a:t>2/10/25</a:t>
            </a:fld>
            <a:endParaRPr lang="en-US"/>
          </a:p>
        </p:txBody>
      </p:sp>
      <p:sp>
        <p:nvSpPr>
          <p:cNvPr id="5" name="Footer Placeholder 4">
            <a:extLst>
              <a:ext uri="{FF2B5EF4-FFF2-40B4-BE49-F238E27FC236}">
                <a16:creationId xmlns:a16="http://schemas.microsoft.com/office/drawing/2014/main" id="{F2A65896-974A-CA05-7A84-4ED3B28D9C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90B887-F914-F011-E7F6-702B6BD3DAD6}"/>
              </a:ext>
            </a:extLst>
          </p:cNvPr>
          <p:cNvSpPr>
            <a:spLocks noGrp="1"/>
          </p:cNvSpPr>
          <p:nvPr>
            <p:ph type="sldNum" sz="quarter" idx="12"/>
          </p:nvPr>
        </p:nvSpPr>
        <p:spPr/>
        <p:txBody>
          <a:bodyPr/>
          <a:lstStyle/>
          <a:p>
            <a:fld id="{9315920A-BB92-4E48-985E-9349AF2E50C5}" type="slidenum">
              <a:rPr lang="en-US" smtClean="0"/>
              <a:t>‹#›</a:t>
            </a:fld>
            <a:endParaRPr lang="en-US"/>
          </a:p>
        </p:txBody>
      </p:sp>
    </p:spTree>
    <p:extLst>
      <p:ext uri="{BB962C8B-B14F-4D97-AF65-F5344CB8AC3E}">
        <p14:creationId xmlns:p14="http://schemas.microsoft.com/office/powerpoint/2010/main" val="12078378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714EBD-3F5E-BBEC-84FF-6007FFBD8C8A}"/>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2720EDF0-88A5-6721-BE83-AD7802E2CA83}"/>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6D4B96C-6BAE-2A05-EEFD-070A144E71C2}"/>
              </a:ext>
            </a:extLst>
          </p:cNvPr>
          <p:cNvSpPr>
            <a:spLocks noGrp="1"/>
          </p:cNvSpPr>
          <p:nvPr>
            <p:ph type="dt" sz="half" idx="10"/>
          </p:nvPr>
        </p:nvSpPr>
        <p:spPr/>
        <p:txBody>
          <a:bodyPr/>
          <a:lstStyle/>
          <a:p>
            <a:fld id="{33F7CAB5-740C-5D4F-AF5E-2328B98A01CD}" type="datetimeFigureOut">
              <a:rPr lang="en-US" smtClean="0"/>
              <a:t>2/10/25</a:t>
            </a:fld>
            <a:endParaRPr lang="en-US"/>
          </a:p>
        </p:txBody>
      </p:sp>
      <p:sp>
        <p:nvSpPr>
          <p:cNvPr id="5" name="Footer Placeholder 4">
            <a:extLst>
              <a:ext uri="{FF2B5EF4-FFF2-40B4-BE49-F238E27FC236}">
                <a16:creationId xmlns:a16="http://schemas.microsoft.com/office/drawing/2014/main" id="{9CEF1749-C659-E4BF-8E38-9DF99A3020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77486F-9349-D24E-BAD4-062D4F9DD28B}"/>
              </a:ext>
            </a:extLst>
          </p:cNvPr>
          <p:cNvSpPr>
            <a:spLocks noGrp="1"/>
          </p:cNvSpPr>
          <p:nvPr>
            <p:ph type="sldNum" sz="quarter" idx="12"/>
          </p:nvPr>
        </p:nvSpPr>
        <p:spPr/>
        <p:txBody>
          <a:bodyPr/>
          <a:lstStyle/>
          <a:p>
            <a:fld id="{9315920A-BB92-4E48-985E-9349AF2E50C5}" type="slidenum">
              <a:rPr lang="en-US" smtClean="0"/>
              <a:t>‹#›</a:t>
            </a:fld>
            <a:endParaRPr lang="en-US"/>
          </a:p>
        </p:txBody>
      </p:sp>
    </p:spTree>
    <p:extLst>
      <p:ext uri="{BB962C8B-B14F-4D97-AF65-F5344CB8AC3E}">
        <p14:creationId xmlns:p14="http://schemas.microsoft.com/office/powerpoint/2010/main" val="25034197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26963-4DE1-4274-A5E4-78F3F1C4CD54}"/>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D3EE1044-7314-1E0C-239F-982307E79D3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D06F4933-A3A5-FC73-D886-07C2BCA1DD7B}"/>
              </a:ext>
            </a:extLst>
          </p:cNvPr>
          <p:cNvSpPr>
            <a:spLocks noGrp="1"/>
          </p:cNvSpPr>
          <p:nvPr>
            <p:ph type="dt" sz="half" idx="10"/>
          </p:nvPr>
        </p:nvSpPr>
        <p:spPr/>
        <p:txBody>
          <a:bodyPr/>
          <a:lstStyle/>
          <a:p>
            <a:fld id="{33F7CAB5-740C-5D4F-AF5E-2328B98A01CD}" type="datetimeFigureOut">
              <a:rPr lang="en-US" smtClean="0"/>
              <a:t>2/10/25</a:t>
            </a:fld>
            <a:endParaRPr lang="en-US"/>
          </a:p>
        </p:txBody>
      </p:sp>
      <p:sp>
        <p:nvSpPr>
          <p:cNvPr id="5" name="Footer Placeholder 4">
            <a:extLst>
              <a:ext uri="{FF2B5EF4-FFF2-40B4-BE49-F238E27FC236}">
                <a16:creationId xmlns:a16="http://schemas.microsoft.com/office/drawing/2014/main" id="{9ACA1B17-7BE1-0186-A1CD-01A3B585EB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1A1209-7E43-2B66-A841-AD360420AC4B}"/>
              </a:ext>
            </a:extLst>
          </p:cNvPr>
          <p:cNvSpPr>
            <a:spLocks noGrp="1"/>
          </p:cNvSpPr>
          <p:nvPr>
            <p:ph type="sldNum" sz="quarter" idx="12"/>
          </p:nvPr>
        </p:nvSpPr>
        <p:spPr/>
        <p:txBody>
          <a:bodyPr/>
          <a:lstStyle/>
          <a:p>
            <a:fld id="{9315920A-BB92-4E48-985E-9349AF2E50C5}" type="slidenum">
              <a:rPr lang="en-US" smtClean="0"/>
              <a:t>‹#›</a:t>
            </a:fld>
            <a:endParaRPr lang="en-US"/>
          </a:p>
        </p:txBody>
      </p:sp>
    </p:spTree>
    <p:extLst>
      <p:ext uri="{BB962C8B-B14F-4D97-AF65-F5344CB8AC3E}">
        <p14:creationId xmlns:p14="http://schemas.microsoft.com/office/powerpoint/2010/main" val="21672803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FF3E9-3803-CCF6-5855-00FC4413455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C202663-AE67-2951-DDD6-118239FD98E1}"/>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25C24DE0-09AD-C2B0-C64F-840FF4627DB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AFC88D27-E3B8-4AA1-B047-E1D7BCF3408B}"/>
              </a:ext>
            </a:extLst>
          </p:cNvPr>
          <p:cNvSpPr>
            <a:spLocks noGrp="1"/>
          </p:cNvSpPr>
          <p:nvPr>
            <p:ph type="dt" sz="half" idx="10"/>
          </p:nvPr>
        </p:nvSpPr>
        <p:spPr/>
        <p:txBody>
          <a:bodyPr/>
          <a:lstStyle/>
          <a:p>
            <a:fld id="{33F7CAB5-740C-5D4F-AF5E-2328B98A01CD}" type="datetimeFigureOut">
              <a:rPr lang="en-US" smtClean="0"/>
              <a:t>2/10/25</a:t>
            </a:fld>
            <a:endParaRPr lang="en-US"/>
          </a:p>
        </p:txBody>
      </p:sp>
      <p:sp>
        <p:nvSpPr>
          <p:cNvPr id="6" name="Footer Placeholder 5">
            <a:extLst>
              <a:ext uri="{FF2B5EF4-FFF2-40B4-BE49-F238E27FC236}">
                <a16:creationId xmlns:a16="http://schemas.microsoft.com/office/drawing/2014/main" id="{15D451DE-4075-946B-9D62-C7FAF9C4F30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AB25F4D-4855-D440-6A23-BC1C8E3DB0E0}"/>
              </a:ext>
            </a:extLst>
          </p:cNvPr>
          <p:cNvSpPr>
            <a:spLocks noGrp="1"/>
          </p:cNvSpPr>
          <p:nvPr>
            <p:ph type="sldNum" sz="quarter" idx="12"/>
          </p:nvPr>
        </p:nvSpPr>
        <p:spPr/>
        <p:txBody>
          <a:bodyPr/>
          <a:lstStyle/>
          <a:p>
            <a:fld id="{9315920A-BB92-4E48-985E-9349AF2E50C5}" type="slidenum">
              <a:rPr lang="en-US" smtClean="0"/>
              <a:t>‹#›</a:t>
            </a:fld>
            <a:endParaRPr lang="en-US"/>
          </a:p>
        </p:txBody>
      </p:sp>
    </p:spTree>
    <p:extLst>
      <p:ext uri="{BB962C8B-B14F-4D97-AF65-F5344CB8AC3E}">
        <p14:creationId xmlns:p14="http://schemas.microsoft.com/office/powerpoint/2010/main" val="21738775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0E768-AD00-B60C-DE13-B9139D628FC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947597FC-F4C0-33E0-A7EE-4BADBDC3CC5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69B4219D-C201-FE53-FAFC-0ABE0B6DA012}"/>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A2BF9D78-5050-F489-25E6-B5E8C9719DE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2C0C6B6D-811D-9D78-5C3E-6CEC3E0DD00B}"/>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08347CA5-5316-CCEA-C833-845B5DB62E63}"/>
              </a:ext>
            </a:extLst>
          </p:cNvPr>
          <p:cNvSpPr>
            <a:spLocks noGrp="1"/>
          </p:cNvSpPr>
          <p:nvPr>
            <p:ph type="dt" sz="half" idx="10"/>
          </p:nvPr>
        </p:nvSpPr>
        <p:spPr/>
        <p:txBody>
          <a:bodyPr/>
          <a:lstStyle/>
          <a:p>
            <a:fld id="{33F7CAB5-740C-5D4F-AF5E-2328B98A01CD}" type="datetimeFigureOut">
              <a:rPr lang="en-US" smtClean="0"/>
              <a:t>2/10/25</a:t>
            </a:fld>
            <a:endParaRPr lang="en-US"/>
          </a:p>
        </p:txBody>
      </p:sp>
      <p:sp>
        <p:nvSpPr>
          <p:cNvPr id="8" name="Footer Placeholder 7">
            <a:extLst>
              <a:ext uri="{FF2B5EF4-FFF2-40B4-BE49-F238E27FC236}">
                <a16:creationId xmlns:a16="http://schemas.microsoft.com/office/drawing/2014/main" id="{95BDDB52-6900-7098-5E32-3B8B90CA8D4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295711B-720E-81DE-A418-6161C8F5205C}"/>
              </a:ext>
            </a:extLst>
          </p:cNvPr>
          <p:cNvSpPr>
            <a:spLocks noGrp="1"/>
          </p:cNvSpPr>
          <p:nvPr>
            <p:ph type="sldNum" sz="quarter" idx="12"/>
          </p:nvPr>
        </p:nvSpPr>
        <p:spPr/>
        <p:txBody>
          <a:bodyPr/>
          <a:lstStyle/>
          <a:p>
            <a:fld id="{9315920A-BB92-4E48-985E-9349AF2E50C5}" type="slidenum">
              <a:rPr lang="en-US" smtClean="0"/>
              <a:t>‹#›</a:t>
            </a:fld>
            <a:endParaRPr lang="en-US"/>
          </a:p>
        </p:txBody>
      </p:sp>
    </p:spTree>
    <p:extLst>
      <p:ext uri="{BB962C8B-B14F-4D97-AF65-F5344CB8AC3E}">
        <p14:creationId xmlns:p14="http://schemas.microsoft.com/office/powerpoint/2010/main" val="320222406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247FB-C9BC-046B-65E1-1CDC1E9D7199}"/>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723FBA70-8F39-22D1-4274-AFF002B9F439}"/>
              </a:ext>
            </a:extLst>
          </p:cNvPr>
          <p:cNvSpPr>
            <a:spLocks noGrp="1"/>
          </p:cNvSpPr>
          <p:nvPr>
            <p:ph type="dt" sz="half" idx="10"/>
          </p:nvPr>
        </p:nvSpPr>
        <p:spPr/>
        <p:txBody>
          <a:bodyPr/>
          <a:lstStyle/>
          <a:p>
            <a:fld id="{33F7CAB5-740C-5D4F-AF5E-2328B98A01CD}" type="datetimeFigureOut">
              <a:rPr lang="en-US" smtClean="0"/>
              <a:t>2/10/25</a:t>
            </a:fld>
            <a:endParaRPr lang="en-US"/>
          </a:p>
        </p:txBody>
      </p:sp>
      <p:sp>
        <p:nvSpPr>
          <p:cNvPr id="4" name="Footer Placeholder 3">
            <a:extLst>
              <a:ext uri="{FF2B5EF4-FFF2-40B4-BE49-F238E27FC236}">
                <a16:creationId xmlns:a16="http://schemas.microsoft.com/office/drawing/2014/main" id="{75854E28-E7C8-3A6D-8505-2630E66D324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A9A6C53-3797-1EE1-B9E1-4A08A0B6303E}"/>
              </a:ext>
            </a:extLst>
          </p:cNvPr>
          <p:cNvSpPr>
            <a:spLocks noGrp="1"/>
          </p:cNvSpPr>
          <p:nvPr>
            <p:ph type="sldNum" sz="quarter" idx="12"/>
          </p:nvPr>
        </p:nvSpPr>
        <p:spPr/>
        <p:txBody>
          <a:bodyPr/>
          <a:lstStyle/>
          <a:p>
            <a:fld id="{9315920A-BB92-4E48-985E-9349AF2E50C5}" type="slidenum">
              <a:rPr lang="en-US" smtClean="0"/>
              <a:t>‹#›</a:t>
            </a:fld>
            <a:endParaRPr lang="en-US"/>
          </a:p>
        </p:txBody>
      </p:sp>
    </p:spTree>
    <p:extLst>
      <p:ext uri="{BB962C8B-B14F-4D97-AF65-F5344CB8AC3E}">
        <p14:creationId xmlns:p14="http://schemas.microsoft.com/office/powerpoint/2010/main" val="255274316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6C57542-B857-2A60-66BB-BDF4E809440C}"/>
              </a:ext>
            </a:extLst>
          </p:cNvPr>
          <p:cNvSpPr>
            <a:spLocks noGrp="1"/>
          </p:cNvSpPr>
          <p:nvPr>
            <p:ph type="dt" sz="half" idx="10"/>
          </p:nvPr>
        </p:nvSpPr>
        <p:spPr/>
        <p:txBody>
          <a:bodyPr/>
          <a:lstStyle/>
          <a:p>
            <a:fld id="{33F7CAB5-740C-5D4F-AF5E-2328B98A01CD}" type="datetimeFigureOut">
              <a:rPr lang="en-US" smtClean="0"/>
              <a:t>2/10/25</a:t>
            </a:fld>
            <a:endParaRPr lang="en-US"/>
          </a:p>
        </p:txBody>
      </p:sp>
      <p:sp>
        <p:nvSpPr>
          <p:cNvPr id="3" name="Footer Placeholder 2">
            <a:extLst>
              <a:ext uri="{FF2B5EF4-FFF2-40B4-BE49-F238E27FC236}">
                <a16:creationId xmlns:a16="http://schemas.microsoft.com/office/drawing/2014/main" id="{93065167-09D4-2F92-451A-165FAAC2217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23F410A-B6B0-1515-0F81-12D2265B2436}"/>
              </a:ext>
            </a:extLst>
          </p:cNvPr>
          <p:cNvSpPr>
            <a:spLocks noGrp="1"/>
          </p:cNvSpPr>
          <p:nvPr>
            <p:ph type="sldNum" sz="quarter" idx="12"/>
          </p:nvPr>
        </p:nvSpPr>
        <p:spPr/>
        <p:txBody>
          <a:bodyPr/>
          <a:lstStyle/>
          <a:p>
            <a:fld id="{9315920A-BB92-4E48-985E-9349AF2E50C5}" type="slidenum">
              <a:rPr lang="en-US" smtClean="0"/>
              <a:t>‹#›</a:t>
            </a:fld>
            <a:endParaRPr lang="en-US"/>
          </a:p>
        </p:txBody>
      </p:sp>
    </p:spTree>
    <p:extLst>
      <p:ext uri="{BB962C8B-B14F-4D97-AF65-F5344CB8AC3E}">
        <p14:creationId xmlns:p14="http://schemas.microsoft.com/office/powerpoint/2010/main" val="35676272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AD068-A77A-F410-A925-53DDF5DCA27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AF37A496-DCA3-AB6E-780B-99DF640C6BD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2B209E4E-D680-E3B5-13C2-8093007F4C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5E514B70-60BC-D96D-0011-D50188493FDA}"/>
              </a:ext>
            </a:extLst>
          </p:cNvPr>
          <p:cNvSpPr>
            <a:spLocks noGrp="1"/>
          </p:cNvSpPr>
          <p:nvPr>
            <p:ph type="dt" sz="half" idx="10"/>
          </p:nvPr>
        </p:nvSpPr>
        <p:spPr/>
        <p:txBody>
          <a:bodyPr/>
          <a:lstStyle/>
          <a:p>
            <a:fld id="{33F7CAB5-740C-5D4F-AF5E-2328B98A01CD}" type="datetimeFigureOut">
              <a:rPr lang="en-US" smtClean="0"/>
              <a:t>2/10/25</a:t>
            </a:fld>
            <a:endParaRPr lang="en-US"/>
          </a:p>
        </p:txBody>
      </p:sp>
      <p:sp>
        <p:nvSpPr>
          <p:cNvPr id="6" name="Footer Placeholder 5">
            <a:extLst>
              <a:ext uri="{FF2B5EF4-FFF2-40B4-BE49-F238E27FC236}">
                <a16:creationId xmlns:a16="http://schemas.microsoft.com/office/drawing/2014/main" id="{1B8B2A13-E850-F3CF-BCE6-1B29BE13A18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BDF1853-E472-EFE2-0566-89C21779463E}"/>
              </a:ext>
            </a:extLst>
          </p:cNvPr>
          <p:cNvSpPr>
            <a:spLocks noGrp="1"/>
          </p:cNvSpPr>
          <p:nvPr>
            <p:ph type="sldNum" sz="quarter" idx="12"/>
          </p:nvPr>
        </p:nvSpPr>
        <p:spPr/>
        <p:txBody>
          <a:bodyPr/>
          <a:lstStyle/>
          <a:p>
            <a:fld id="{9315920A-BB92-4E48-985E-9349AF2E50C5}" type="slidenum">
              <a:rPr lang="en-US" smtClean="0"/>
              <a:t>‹#›</a:t>
            </a:fld>
            <a:endParaRPr lang="en-US"/>
          </a:p>
        </p:txBody>
      </p:sp>
    </p:spTree>
    <p:extLst>
      <p:ext uri="{BB962C8B-B14F-4D97-AF65-F5344CB8AC3E}">
        <p14:creationId xmlns:p14="http://schemas.microsoft.com/office/powerpoint/2010/main" val="211331483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E2D43D-79D9-4FCB-4269-2A8C231D6FA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B7C5B23F-CD8B-797D-E847-C72728A8511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0CE0929-96B3-7CF2-A3C5-2532BA5FB3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EA7DD8F-9C3B-2AD2-401D-56F2B91CA071}"/>
              </a:ext>
            </a:extLst>
          </p:cNvPr>
          <p:cNvSpPr>
            <a:spLocks noGrp="1"/>
          </p:cNvSpPr>
          <p:nvPr>
            <p:ph type="dt" sz="half" idx="10"/>
          </p:nvPr>
        </p:nvSpPr>
        <p:spPr/>
        <p:txBody>
          <a:bodyPr/>
          <a:lstStyle/>
          <a:p>
            <a:fld id="{33F7CAB5-740C-5D4F-AF5E-2328B98A01CD}" type="datetimeFigureOut">
              <a:rPr lang="en-US" smtClean="0"/>
              <a:t>2/10/25</a:t>
            </a:fld>
            <a:endParaRPr lang="en-US"/>
          </a:p>
        </p:txBody>
      </p:sp>
      <p:sp>
        <p:nvSpPr>
          <p:cNvPr id="6" name="Footer Placeholder 5">
            <a:extLst>
              <a:ext uri="{FF2B5EF4-FFF2-40B4-BE49-F238E27FC236}">
                <a16:creationId xmlns:a16="http://schemas.microsoft.com/office/drawing/2014/main" id="{7B593E47-653B-4890-B6D0-E324744B2E6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9B4CB8B-AC90-5DCD-0459-CE1A7C49D659}"/>
              </a:ext>
            </a:extLst>
          </p:cNvPr>
          <p:cNvSpPr>
            <a:spLocks noGrp="1"/>
          </p:cNvSpPr>
          <p:nvPr>
            <p:ph type="sldNum" sz="quarter" idx="12"/>
          </p:nvPr>
        </p:nvSpPr>
        <p:spPr/>
        <p:txBody>
          <a:bodyPr/>
          <a:lstStyle/>
          <a:p>
            <a:fld id="{9315920A-BB92-4E48-985E-9349AF2E50C5}" type="slidenum">
              <a:rPr lang="en-US" smtClean="0"/>
              <a:t>‹#›</a:t>
            </a:fld>
            <a:endParaRPr lang="en-US"/>
          </a:p>
        </p:txBody>
      </p:sp>
    </p:spTree>
    <p:extLst>
      <p:ext uri="{BB962C8B-B14F-4D97-AF65-F5344CB8AC3E}">
        <p14:creationId xmlns:p14="http://schemas.microsoft.com/office/powerpoint/2010/main" val="112166003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A67DF-7456-001B-44F6-8753AE656241}"/>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DA229CD3-36A0-A35B-E3A7-DE28D84615C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DB33D103-1306-31F5-4FEC-9C410957CABE}"/>
              </a:ext>
            </a:extLst>
          </p:cNvPr>
          <p:cNvSpPr>
            <a:spLocks noGrp="1"/>
          </p:cNvSpPr>
          <p:nvPr>
            <p:ph type="dt" sz="half" idx="10"/>
          </p:nvPr>
        </p:nvSpPr>
        <p:spPr/>
        <p:txBody>
          <a:bodyPr/>
          <a:lstStyle/>
          <a:p>
            <a:fld id="{33F7CAB5-740C-5D4F-AF5E-2328B98A01CD}" type="datetimeFigureOut">
              <a:rPr lang="en-US" smtClean="0"/>
              <a:t>2/10/25</a:t>
            </a:fld>
            <a:endParaRPr lang="en-US"/>
          </a:p>
        </p:txBody>
      </p:sp>
      <p:sp>
        <p:nvSpPr>
          <p:cNvPr id="5" name="Footer Placeholder 4">
            <a:extLst>
              <a:ext uri="{FF2B5EF4-FFF2-40B4-BE49-F238E27FC236}">
                <a16:creationId xmlns:a16="http://schemas.microsoft.com/office/drawing/2014/main" id="{36BE776F-11F3-186F-C9A6-B56C00FAF4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AFABDC-7DCC-C9C5-1866-EC4F17CF61EB}"/>
              </a:ext>
            </a:extLst>
          </p:cNvPr>
          <p:cNvSpPr>
            <a:spLocks noGrp="1"/>
          </p:cNvSpPr>
          <p:nvPr>
            <p:ph type="sldNum" sz="quarter" idx="12"/>
          </p:nvPr>
        </p:nvSpPr>
        <p:spPr/>
        <p:txBody>
          <a:bodyPr/>
          <a:lstStyle/>
          <a:p>
            <a:fld id="{9315920A-BB92-4E48-985E-9349AF2E50C5}" type="slidenum">
              <a:rPr lang="en-US" smtClean="0"/>
              <a:t>‹#›</a:t>
            </a:fld>
            <a:endParaRPr lang="en-US"/>
          </a:p>
        </p:txBody>
      </p:sp>
    </p:spTree>
    <p:extLst>
      <p:ext uri="{BB962C8B-B14F-4D97-AF65-F5344CB8AC3E}">
        <p14:creationId xmlns:p14="http://schemas.microsoft.com/office/powerpoint/2010/main" val="310967345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71A8617-8752-E616-F35C-EEF6A25C17B2}"/>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874819D8-17CD-0A76-0C32-1BF638FE9155}"/>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546C60D-215B-AA43-448A-A4C26BF0E37C}"/>
              </a:ext>
            </a:extLst>
          </p:cNvPr>
          <p:cNvSpPr>
            <a:spLocks noGrp="1"/>
          </p:cNvSpPr>
          <p:nvPr>
            <p:ph type="dt" sz="half" idx="10"/>
          </p:nvPr>
        </p:nvSpPr>
        <p:spPr/>
        <p:txBody>
          <a:bodyPr/>
          <a:lstStyle/>
          <a:p>
            <a:fld id="{33F7CAB5-740C-5D4F-AF5E-2328B98A01CD}" type="datetimeFigureOut">
              <a:rPr lang="en-US" smtClean="0"/>
              <a:t>2/10/25</a:t>
            </a:fld>
            <a:endParaRPr lang="en-US"/>
          </a:p>
        </p:txBody>
      </p:sp>
      <p:sp>
        <p:nvSpPr>
          <p:cNvPr id="5" name="Footer Placeholder 4">
            <a:extLst>
              <a:ext uri="{FF2B5EF4-FFF2-40B4-BE49-F238E27FC236}">
                <a16:creationId xmlns:a16="http://schemas.microsoft.com/office/drawing/2014/main" id="{6B9590EA-6A0B-DDDD-CC21-18057014CA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211961-366A-EEAA-6AC7-57C1849A56A6}"/>
              </a:ext>
            </a:extLst>
          </p:cNvPr>
          <p:cNvSpPr>
            <a:spLocks noGrp="1"/>
          </p:cNvSpPr>
          <p:nvPr>
            <p:ph type="sldNum" sz="quarter" idx="12"/>
          </p:nvPr>
        </p:nvSpPr>
        <p:spPr/>
        <p:txBody>
          <a:bodyPr/>
          <a:lstStyle/>
          <a:p>
            <a:fld id="{9315920A-BB92-4E48-985E-9349AF2E50C5}" type="slidenum">
              <a:rPr lang="en-US" smtClean="0"/>
              <a:t>‹#›</a:t>
            </a:fld>
            <a:endParaRPr lang="en-US"/>
          </a:p>
        </p:txBody>
      </p:sp>
    </p:spTree>
    <p:extLst>
      <p:ext uri="{BB962C8B-B14F-4D97-AF65-F5344CB8AC3E}">
        <p14:creationId xmlns:p14="http://schemas.microsoft.com/office/powerpoint/2010/main" val="21293619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D19095C-BD00-4134-06ED-904C1E34621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43BBB935-1ACD-B756-F677-1C4115A0A34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F72CEA0-00AF-785A-E63C-40DAE63BE90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55A8F3B-527C-0943-B321-A091BD38FEE0}" type="datetimeFigureOut">
              <a:rPr lang="en-US" smtClean="0"/>
              <a:t>2/10/25</a:t>
            </a:fld>
            <a:endParaRPr lang="en-US"/>
          </a:p>
        </p:txBody>
      </p:sp>
      <p:sp>
        <p:nvSpPr>
          <p:cNvPr id="5" name="Footer Placeholder 4">
            <a:extLst>
              <a:ext uri="{FF2B5EF4-FFF2-40B4-BE49-F238E27FC236}">
                <a16:creationId xmlns:a16="http://schemas.microsoft.com/office/drawing/2014/main" id="{CE4BAB7E-91FD-1A28-197F-AE3A3ACDA42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2AA3538-2488-DA33-F12B-26D8574F81B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599E039-4EF1-6D42-A3BA-E79F5B0B7ACC}" type="slidenum">
              <a:rPr lang="en-US" smtClean="0"/>
              <a:t>‹#›</a:t>
            </a:fld>
            <a:endParaRPr lang="en-US"/>
          </a:p>
        </p:txBody>
      </p:sp>
    </p:spTree>
    <p:extLst>
      <p:ext uri="{BB962C8B-B14F-4D97-AF65-F5344CB8AC3E}">
        <p14:creationId xmlns:p14="http://schemas.microsoft.com/office/powerpoint/2010/main" val="18457592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5BA7485-36EC-B60C-5A99-08681D1159B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446EDA0D-2282-F220-D9DE-2BD0112B64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C700094-776A-71F8-7A4E-525A4FD9588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3F7CAB5-740C-5D4F-AF5E-2328B98A01CD}" type="datetimeFigureOut">
              <a:rPr lang="en-US" smtClean="0"/>
              <a:t>2/10/25</a:t>
            </a:fld>
            <a:endParaRPr lang="en-US"/>
          </a:p>
        </p:txBody>
      </p:sp>
      <p:sp>
        <p:nvSpPr>
          <p:cNvPr id="5" name="Footer Placeholder 4">
            <a:extLst>
              <a:ext uri="{FF2B5EF4-FFF2-40B4-BE49-F238E27FC236}">
                <a16:creationId xmlns:a16="http://schemas.microsoft.com/office/drawing/2014/main" id="{7B0C39C1-7DB6-B4AD-F99A-ACA00C30133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2CE6CD4-6CD4-FE30-85E3-DB0F5C197F6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315920A-BB92-4E48-985E-9349AF2E50C5}" type="slidenum">
              <a:rPr lang="en-US" smtClean="0"/>
              <a:t>‹#›</a:t>
            </a:fld>
            <a:endParaRPr lang="en-US"/>
          </a:p>
        </p:txBody>
      </p:sp>
    </p:spTree>
    <p:extLst>
      <p:ext uri="{BB962C8B-B14F-4D97-AF65-F5344CB8AC3E}">
        <p14:creationId xmlns:p14="http://schemas.microsoft.com/office/powerpoint/2010/main" val="154457344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5.emf"/><Relationship Id="rId4" Type="http://schemas.openxmlformats.org/officeDocument/2006/relationships/image" Target="../media/image4.emf"/></Relationships>
</file>

<file path=ppt/slides/_rels/slide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emf"/></Relationships>
</file>

<file path=ppt/slides/_rels/slide4.xml.rels><?xml version="1.0" encoding="UTF-8" standalone="yes"?>
<Relationships xmlns="http://schemas.openxmlformats.org/package/2006/relationships"><Relationship Id="rId8" Type="http://schemas.openxmlformats.org/officeDocument/2006/relationships/hyperlink" Target="https://book.douban.com/subject/35644323/" TargetMode="External"/><Relationship Id="rId13" Type="http://schemas.openxmlformats.org/officeDocument/2006/relationships/hyperlink" Target="https://www.censtatd.gov.hk/" TargetMode="External"/><Relationship Id="rId3" Type="http://schemas.openxmlformats.org/officeDocument/2006/relationships/image" Target="../media/image1.jpeg"/><Relationship Id="rId7" Type="http://schemas.openxmlformats.org/officeDocument/2006/relationships/hyperlink" Target="https://en.d2l.ai/" TargetMode="External"/><Relationship Id="rId12" Type="http://schemas.openxmlformats.org/officeDocument/2006/relationships/hyperlink" Target="http://data.gov.hk/" TargetMode="External"/><Relationship Id="rId2" Type="http://schemas.openxmlformats.org/officeDocument/2006/relationships/notesSlide" Target="../notesSlides/notesSlide3.xml"/><Relationship Id="rId16" Type="http://schemas.openxmlformats.org/officeDocument/2006/relationships/hyperlink" Target="https://github.com/rv285/IB-Data-Science" TargetMode="External"/><Relationship Id="rId1" Type="http://schemas.openxmlformats.org/officeDocument/2006/relationships/slideLayout" Target="../slideLayouts/slideLayout2.xml"/><Relationship Id="rId6" Type="http://schemas.openxmlformats.org/officeDocument/2006/relationships/hyperlink" Target="https://www.oreilly.com/library/view/data-science-from/9781492041122/" TargetMode="External"/><Relationship Id="rId11" Type="http://schemas.openxmlformats.org/officeDocument/2006/relationships/hyperlink" Target="https://matplotlib.org/" TargetMode="External"/><Relationship Id="rId5" Type="http://schemas.openxmlformats.org/officeDocument/2006/relationships/hyperlink" Target="https://wesmckinney.com/book/" TargetMode="External"/><Relationship Id="rId15" Type="http://schemas.openxmlformats.org/officeDocument/2006/relationships/hyperlink" Target="https://datasetsearch.research.google.com/" TargetMode="External"/><Relationship Id="rId10" Type="http://schemas.openxmlformats.org/officeDocument/2006/relationships/hyperlink" Target="https://pandas.pydata.org/" TargetMode="External"/><Relationship Id="rId4" Type="http://schemas.openxmlformats.org/officeDocument/2006/relationships/image" Target="../media/image2.emf"/><Relationship Id="rId9" Type="http://schemas.openxmlformats.org/officeDocument/2006/relationships/hyperlink" Target="https://numpy.org/" TargetMode="External"/><Relationship Id="rId14" Type="http://schemas.openxmlformats.org/officeDocument/2006/relationships/hyperlink" Target="https://www.kaggle.com/" TargetMode="External"/></Relationships>
</file>

<file path=ppt/slides/_rels/slide5.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hyperlink" Target="https://www.slideshare.net/slideshow/big-data-25-facts/39489862#26"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9.xml.rels><?xml version="1.0" encoding="UTF-8" standalone="yes"?>
<Relationships xmlns="http://schemas.openxmlformats.org/package/2006/relationships"><Relationship Id="rId3" Type="http://schemas.openxmlformats.org/officeDocument/2006/relationships/hyperlink" Target="https://www.anaconda.com/download" TargetMode="External"/><Relationship Id="rId2" Type="http://schemas.openxmlformats.org/officeDocument/2006/relationships/hyperlink" Target="https://www.python.org/downloads/"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868D4A-7A2C-18FC-313E-7E168BBC97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32EE54-BE68-D36B-BF6B-DDFC0D66A03B}"/>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2EBCDC14-A64D-02AE-A3F9-8DEC8738A30A}"/>
              </a:ext>
            </a:extLst>
          </p:cNvPr>
          <p:cNvSpPr>
            <a:spLocks noGrp="1"/>
          </p:cNvSpPr>
          <p:nvPr>
            <p:ph type="subTitle" idx="1"/>
          </p:nvPr>
        </p:nvSpPr>
        <p:spPr/>
        <p:txBody>
          <a:bodyPr/>
          <a:lstStyle/>
          <a:p>
            <a:endParaRPr lang="en-US"/>
          </a:p>
        </p:txBody>
      </p:sp>
      <p:pic>
        <p:nvPicPr>
          <p:cNvPr id="11" name="Picture 10">
            <a:extLst>
              <a:ext uri="{FF2B5EF4-FFF2-40B4-BE49-F238E27FC236}">
                <a16:creationId xmlns:a16="http://schemas.microsoft.com/office/drawing/2014/main" id="{999693A2-3ED6-96AB-A8C5-BCC2159DFF89}"/>
              </a:ext>
            </a:extLst>
          </p:cNvPr>
          <p:cNvPicPr>
            <a:picLocks noChangeAspect="1"/>
          </p:cNvPicPr>
          <p:nvPr/>
        </p:nvPicPr>
        <p:blipFill>
          <a:blip r:embed="rId3"/>
          <a:stretch>
            <a:fillRect/>
          </a:stretch>
        </p:blipFill>
        <p:spPr>
          <a:xfrm>
            <a:off x="6954305" y="5735637"/>
            <a:ext cx="5237695" cy="1122363"/>
          </a:xfrm>
          <a:prstGeom prst="rect">
            <a:avLst/>
          </a:prstGeom>
        </p:spPr>
      </p:pic>
      <p:sp>
        <p:nvSpPr>
          <p:cNvPr id="12" name="Rectangle 11">
            <a:extLst>
              <a:ext uri="{FF2B5EF4-FFF2-40B4-BE49-F238E27FC236}">
                <a16:creationId xmlns:a16="http://schemas.microsoft.com/office/drawing/2014/main" id="{C74485BE-7877-1DFD-C038-82152EA6B3A0}"/>
              </a:ext>
            </a:extLst>
          </p:cNvPr>
          <p:cNvSpPr/>
          <p:nvPr/>
        </p:nvSpPr>
        <p:spPr>
          <a:xfrm>
            <a:off x="0" y="1469004"/>
            <a:ext cx="12192000" cy="3919991"/>
          </a:xfrm>
          <a:prstGeom prst="rect">
            <a:avLst/>
          </a:prstGeom>
          <a:solidFill>
            <a:srgbClr val="A0233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dirty="0"/>
          </a:p>
        </p:txBody>
      </p:sp>
      <p:pic>
        <p:nvPicPr>
          <p:cNvPr id="13" name="Picture 12">
            <a:extLst>
              <a:ext uri="{FF2B5EF4-FFF2-40B4-BE49-F238E27FC236}">
                <a16:creationId xmlns:a16="http://schemas.microsoft.com/office/drawing/2014/main" id="{4D918918-879C-A6BB-3D7D-9B96AE51A217}"/>
              </a:ext>
            </a:extLst>
          </p:cNvPr>
          <p:cNvPicPr>
            <a:picLocks noChangeAspect="1"/>
          </p:cNvPicPr>
          <p:nvPr/>
        </p:nvPicPr>
        <p:blipFill>
          <a:blip r:embed="rId4"/>
          <a:stretch>
            <a:fillRect/>
          </a:stretch>
        </p:blipFill>
        <p:spPr>
          <a:xfrm>
            <a:off x="0" y="1"/>
            <a:ext cx="4016829" cy="998334"/>
          </a:xfrm>
          <a:prstGeom prst="rect">
            <a:avLst/>
          </a:prstGeom>
        </p:spPr>
      </p:pic>
      <p:sp>
        <p:nvSpPr>
          <p:cNvPr id="14" name="TextBox 13">
            <a:extLst>
              <a:ext uri="{FF2B5EF4-FFF2-40B4-BE49-F238E27FC236}">
                <a16:creationId xmlns:a16="http://schemas.microsoft.com/office/drawing/2014/main" id="{1244BA93-D014-5750-7CCB-C721F48C8B18}"/>
              </a:ext>
            </a:extLst>
          </p:cNvPr>
          <p:cNvSpPr txBox="1"/>
          <p:nvPr/>
        </p:nvSpPr>
        <p:spPr>
          <a:xfrm>
            <a:off x="0" y="6581001"/>
            <a:ext cx="2238754" cy="276999"/>
          </a:xfrm>
          <a:prstGeom prst="rect">
            <a:avLst/>
          </a:prstGeom>
          <a:noFill/>
        </p:spPr>
        <p:txBody>
          <a:bodyPr wrap="none" rtlCol="0">
            <a:spAutoFit/>
          </a:bodyPr>
          <a:lstStyle/>
          <a:p>
            <a:r>
              <a:rPr lang="en-US" sz="1200" dirty="0"/>
              <a:t>Template: Rui Song in </a:t>
            </a:r>
            <a:r>
              <a:rPr lang="en-US" sz="1200" dirty="0" err="1"/>
              <a:t>OverLeaf</a:t>
            </a:r>
            <a:endParaRPr lang="en-US" sz="1200" dirty="0"/>
          </a:p>
        </p:txBody>
      </p:sp>
      <p:pic>
        <p:nvPicPr>
          <p:cNvPr id="5" name="Picture 4">
            <a:extLst>
              <a:ext uri="{FF2B5EF4-FFF2-40B4-BE49-F238E27FC236}">
                <a16:creationId xmlns:a16="http://schemas.microsoft.com/office/drawing/2014/main" id="{B82E78F2-4EEC-7A8B-5F36-56739014AB75}"/>
              </a:ext>
            </a:extLst>
          </p:cNvPr>
          <p:cNvPicPr>
            <a:picLocks noChangeAspect="1"/>
          </p:cNvPicPr>
          <p:nvPr/>
        </p:nvPicPr>
        <p:blipFill>
          <a:blip r:embed="rId5"/>
          <a:stretch>
            <a:fillRect/>
          </a:stretch>
        </p:blipFill>
        <p:spPr>
          <a:xfrm>
            <a:off x="7216756" y="265185"/>
            <a:ext cx="6327630" cy="6327630"/>
          </a:xfrm>
          <a:prstGeom prst="rect">
            <a:avLst/>
          </a:prstGeom>
        </p:spPr>
      </p:pic>
      <p:sp>
        <p:nvSpPr>
          <p:cNvPr id="15" name="TextBox 14">
            <a:extLst>
              <a:ext uri="{FF2B5EF4-FFF2-40B4-BE49-F238E27FC236}">
                <a16:creationId xmlns:a16="http://schemas.microsoft.com/office/drawing/2014/main" id="{B480282B-F968-A0C3-A184-4107D5929A49}"/>
              </a:ext>
            </a:extLst>
          </p:cNvPr>
          <p:cNvSpPr txBox="1"/>
          <p:nvPr/>
        </p:nvSpPr>
        <p:spPr>
          <a:xfrm>
            <a:off x="408451" y="1563276"/>
            <a:ext cx="7216756" cy="3077766"/>
          </a:xfrm>
          <a:prstGeom prst="rect">
            <a:avLst/>
          </a:prstGeom>
          <a:noFill/>
        </p:spPr>
        <p:txBody>
          <a:bodyPr wrap="square" rtlCol="0">
            <a:spAutoFit/>
          </a:bodyPr>
          <a:lstStyle/>
          <a:p>
            <a:r>
              <a:rPr lang="en-US" sz="5000" b="1" dirty="0">
                <a:solidFill>
                  <a:schemeClr val="bg1"/>
                </a:solidFill>
                <a:latin typeface="Times New Roman" panose="02020603050405020304" pitchFamily="18" charset="0"/>
                <a:cs typeface="Times New Roman" panose="02020603050405020304" pitchFamily="18" charset="0"/>
              </a:rPr>
              <a:t>Data Science Seminars</a:t>
            </a:r>
          </a:p>
          <a:p>
            <a:endParaRPr lang="en-US" sz="3200" dirty="0">
              <a:solidFill>
                <a:schemeClr val="bg1"/>
              </a:solidFill>
              <a:latin typeface="+mj-lt"/>
            </a:endParaRPr>
          </a:p>
          <a:p>
            <a:r>
              <a:rPr lang="en-US" sz="3200" dirty="0">
                <a:solidFill>
                  <a:schemeClr val="bg1"/>
                </a:solidFill>
                <a:latin typeface="Times New Roman" panose="02020603050405020304" pitchFamily="18" charset="0"/>
                <a:cs typeface="Times New Roman" panose="02020603050405020304" pitchFamily="18" charset="0"/>
              </a:rPr>
              <a:t>Seminar 1</a:t>
            </a:r>
          </a:p>
          <a:p>
            <a:endParaRPr lang="en-US" sz="3200" dirty="0">
              <a:solidFill>
                <a:schemeClr val="bg1"/>
              </a:solidFill>
              <a:latin typeface="+mj-lt"/>
            </a:endParaRPr>
          </a:p>
          <a:p>
            <a:r>
              <a:rPr lang="en-US" sz="2400" dirty="0">
                <a:solidFill>
                  <a:schemeClr val="bg1"/>
                </a:solidFill>
                <a:latin typeface="Times New Roman" panose="02020603050405020304" pitchFamily="18" charset="0"/>
                <a:cs typeface="Times New Roman" panose="02020603050405020304" pitchFamily="18" charset="0"/>
              </a:rPr>
              <a:t>Nick </a:t>
            </a:r>
            <a:r>
              <a:rPr lang="en-US" sz="2400" dirty="0" err="1">
                <a:solidFill>
                  <a:schemeClr val="bg1"/>
                </a:solidFill>
                <a:latin typeface="Times New Roman" panose="02020603050405020304" pitchFamily="18" charset="0"/>
                <a:cs typeface="Times New Roman" panose="02020603050405020304" pitchFamily="18" charset="0"/>
              </a:rPr>
              <a:t>Kuang</a:t>
            </a:r>
            <a:endParaRPr lang="en-GB" sz="2400" dirty="0">
              <a:solidFill>
                <a:schemeClr val="bg1"/>
              </a:solidFill>
              <a:latin typeface="Times New Roman" panose="02020603050405020304" pitchFamily="18" charset="0"/>
              <a:cs typeface="Times New Roman" panose="02020603050405020304" pitchFamily="18" charset="0"/>
            </a:endParaRPr>
          </a:p>
          <a:p>
            <a:fld id="{01F6755E-20E4-6E42-9A5D-41F3C474B717}" type="datetime3">
              <a:rPr lang="en-GB" sz="2400" smtClean="0">
                <a:solidFill>
                  <a:schemeClr val="bg1"/>
                </a:solidFill>
                <a:latin typeface="Times New Roman" panose="02020603050405020304" pitchFamily="18" charset="0"/>
                <a:cs typeface="Times New Roman" panose="02020603050405020304" pitchFamily="18" charset="0"/>
              </a:rPr>
              <a:t>10 February, 2025</a:t>
            </a:fld>
            <a:endParaRPr lang="en-US" sz="24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217180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1182781-78AE-FAC6-64B4-A48FD9E3CC12}"/>
              </a:ext>
            </a:extLst>
          </p:cNvPr>
          <p:cNvPicPr>
            <a:picLocks noChangeAspect="1"/>
          </p:cNvPicPr>
          <p:nvPr/>
        </p:nvPicPr>
        <p:blipFill>
          <a:blip r:embed="rId2"/>
          <a:stretch>
            <a:fillRect/>
          </a:stretch>
        </p:blipFill>
        <p:spPr>
          <a:xfrm>
            <a:off x="0" y="3683000"/>
            <a:ext cx="12192000" cy="3175000"/>
          </a:xfrm>
          <a:prstGeom prst="rect">
            <a:avLst/>
          </a:prstGeom>
        </p:spPr>
      </p:pic>
      <p:sp>
        <p:nvSpPr>
          <p:cNvPr id="5" name="Rectangle 4">
            <a:extLst>
              <a:ext uri="{FF2B5EF4-FFF2-40B4-BE49-F238E27FC236}">
                <a16:creationId xmlns:a16="http://schemas.microsoft.com/office/drawing/2014/main" id="{9845AE8E-07C1-16D4-CDFA-09BCFDC4ABDD}"/>
              </a:ext>
            </a:extLst>
          </p:cNvPr>
          <p:cNvSpPr/>
          <p:nvPr/>
        </p:nvSpPr>
        <p:spPr>
          <a:xfrm>
            <a:off x="0" y="0"/>
            <a:ext cx="12192000" cy="1041400"/>
          </a:xfrm>
          <a:prstGeom prst="rect">
            <a:avLst/>
          </a:prstGeom>
          <a:solidFill>
            <a:srgbClr val="A0233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a:extLst>
              <a:ext uri="{FF2B5EF4-FFF2-40B4-BE49-F238E27FC236}">
                <a16:creationId xmlns:a16="http://schemas.microsoft.com/office/drawing/2014/main" id="{3AFCF608-7BEC-3181-C0F9-2AF8469E8698}"/>
              </a:ext>
            </a:extLst>
          </p:cNvPr>
          <p:cNvPicPr>
            <a:picLocks noChangeAspect="1"/>
          </p:cNvPicPr>
          <p:nvPr/>
        </p:nvPicPr>
        <p:blipFill>
          <a:blip r:embed="rId3"/>
          <a:stretch>
            <a:fillRect/>
          </a:stretch>
        </p:blipFill>
        <p:spPr>
          <a:xfrm>
            <a:off x="11047412" y="22224"/>
            <a:ext cx="1019176" cy="1019176"/>
          </a:xfrm>
          <a:prstGeom prst="rect">
            <a:avLst/>
          </a:prstGeom>
        </p:spPr>
      </p:pic>
      <p:sp>
        <p:nvSpPr>
          <p:cNvPr id="7" name="TextBox 6">
            <a:extLst>
              <a:ext uri="{FF2B5EF4-FFF2-40B4-BE49-F238E27FC236}">
                <a16:creationId xmlns:a16="http://schemas.microsoft.com/office/drawing/2014/main" id="{0EDD1DF1-1357-DECA-39E8-99D5B3712941}"/>
              </a:ext>
            </a:extLst>
          </p:cNvPr>
          <p:cNvSpPr txBox="1"/>
          <p:nvPr/>
        </p:nvSpPr>
        <p:spPr>
          <a:xfrm>
            <a:off x="651377" y="197534"/>
            <a:ext cx="10889245" cy="646331"/>
          </a:xfrm>
          <a:prstGeom prst="rect">
            <a:avLst/>
          </a:prstGeom>
          <a:noFill/>
        </p:spPr>
        <p:txBody>
          <a:bodyPr wrap="square" rtlCol="0">
            <a:spAutoFit/>
          </a:bodyPr>
          <a:lstStyle/>
          <a:p>
            <a:r>
              <a:rPr lang="en-US" sz="3600" b="1" dirty="0">
                <a:solidFill>
                  <a:schemeClr val="bg1"/>
                </a:solidFill>
                <a:latin typeface="Times New Roman" panose="02020603050405020304" pitchFamily="18" charset="0"/>
                <a:cs typeface="Times New Roman" panose="02020603050405020304" pitchFamily="18" charset="0"/>
              </a:rPr>
              <a:t>Course Information</a:t>
            </a:r>
          </a:p>
        </p:txBody>
      </p:sp>
      <p:sp>
        <p:nvSpPr>
          <p:cNvPr id="9" name="Content Placeholder 2">
            <a:extLst>
              <a:ext uri="{FF2B5EF4-FFF2-40B4-BE49-F238E27FC236}">
                <a16:creationId xmlns:a16="http://schemas.microsoft.com/office/drawing/2014/main" id="{821657F7-31A1-042A-FE46-C1E8D548CFA1}"/>
              </a:ext>
            </a:extLst>
          </p:cNvPr>
          <p:cNvSpPr>
            <a:spLocks noGrp="1"/>
          </p:cNvSpPr>
          <p:nvPr>
            <p:ph idx="4294967295"/>
          </p:nvPr>
        </p:nvSpPr>
        <p:spPr>
          <a:xfrm>
            <a:off x="838200" y="1425543"/>
            <a:ext cx="10515600" cy="5067854"/>
          </a:xfrm>
        </p:spPr>
        <p:txBody>
          <a:bodyPr>
            <a:normAutofit/>
          </a:bodyPr>
          <a:lstStyle/>
          <a:p>
            <a:r>
              <a:rPr lang="en-US" dirty="0">
                <a:latin typeface="Times New Roman" panose="02020603050405020304" pitchFamily="18" charset="0"/>
                <a:cs typeface="Times New Roman" panose="02020603050405020304" pitchFamily="18" charset="0"/>
              </a:rPr>
              <a:t>Timings</a:t>
            </a:r>
          </a:p>
          <a:p>
            <a:pPr marL="0" indent="0">
              <a:buNone/>
            </a:pPr>
            <a:r>
              <a:rPr lang="en-US" sz="2400" dirty="0">
                <a:latin typeface="Times New Roman" panose="02020603050405020304" pitchFamily="18" charset="0"/>
                <a:cs typeface="Times New Roman" panose="02020603050405020304" pitchFamily="18" charset="0"/>
              </a:rPr>
              <a:t>	- Five 2-hour seminars</a:t>
            </a:r>
          </a:p>
          <a:p>
            <a:pPr marL="0" indent="0">
              <a:buNone/>
            </a:pPr>
            <a:r>
              <a:rPr lang="en-US" sz="2400" dirty="0">
                <a:latin typeface="Times New Roman" panose="02020603050405020304" pitchFamily="18" charset="0"/>
                <a:cs typeface="Times New Roman" panose="02020603050405020304" pitchFamily="18" charset="0"/>
              </a:rPr>
              <a:t>	- 14</a:t>
            </a:r>
            <a:r>
              <a:rPr lang="en-US" sz="2400" baseline="30000" dirty="0">
                <a:latin typeface="Times New Roman" panose="02020603050405020304" pitchFamily="18" charset="0"/>
                <a:cs typeface="Times New Roman" panose="02020603050405020304" pitchFamily="18" charset="0"/>
              </a:rPr>
              <a:t>th</a:t>
            </a:r>
            <a:r>
              <a:rPr lang="en-US" sz="2400" dirty="0">
                <a:latin typeface="Times New Roman" panose="02020603050405020304" pitchFamily="18" charset="0"/>
                <a:cs typeface="Times New Roman" panose="02020603050405020304" pitchFamily="18" charset="0"/>
              </a:rPr>
              <a:t> and 21</a:t>
            </a:r>
            <a:r>
              <a:rPr lang="en-US" sz="2400" baseline="30000" dirty="0">
                <a:latin typeface="Times New Roman" panose="02020603050405020304" pitchFamily="18" charset="0"/>
                <a:cs typeface="Times New Roman" panose="02020603050405020304" pitchFamily="18" charset="0"/>
              </a:rPr>
              <a:t>st</a:t>
            </a:r>
            <a:r>
              <a:rPr lang="en-US" sz="2400" dirty="0">
                <a:latin typeface="Times New Roman" panose="02020603050405020304" pitchFamily="18" charset="0"/>
                <a:cs typeface="Times New Roman" panose="02020603050405020304" pitchFamily="18" charset="0"/>
              </a:rPr>
              <a:t> November</a:t>
            </a:r>
          </a:p>
          <a:p>
            <a:r>
              <a:rPr lang="en-US" dirty="0">
                <a:latin typeface="Times New Roman" panose="02020603050405020304" pitchFamily="18" charset="0"/>
                <a:cs typeface="Times New Roman" panose="02020603050405020304" pitchFamily="18" charset="0"/>
              </a:rPr>
              <a:t>Lecturers</a:t>
            </a:r>
          </a:p>
          <a:p>
            <a:pPr marL="0" indent="0">
              <a:buNone/>
            </a:pPr>
            <a:r>
              <a:rPr lang="en-US" sz="2400" dirty="0">
                <a:latin typeface="Times New Roman" panose="02020603050405020304" pitchFamily="18" charset="0"/>
                <a:cs typeface="Times New Roman" panose="02020603050405020304" pitchFamily="18" charset="0"/>
              </a:rPr>
              <a:t>	- Nick Kuang, </a:t>
            </a:r>
            <a:r>
              <a:rPr lang="en-US" sz="2400" dirty="0" err="1">
                <a:latin typeface="Times New Roman" panose="02020603050405020304" pitchFamily="18" charset="0"/>
                <a:cs typeface="Times New Roman" panose="02020603050405020304" pitchFamily="18" charset="0"/>
              </a:rPr>
              <a:t>Jingyao</a:t>
            </a:r>
            <a:r>
              <a:rPr lang="en-US" sz="2400" dirty="0">
                <a:latin typeface="Times New Roman" panose="02020603050405020304" pitchFamily="18" charset="0"/>
                <a:cs typeface="Times New Roman" panose="02020603050405020304" pitchFamily="18" charset="0"/>
              </a:rPr>
              <a:t> Zheng, Dr Lik-hang Lee</a:t>
            </a:r>
          </a:p>
          <a:p>
            <a:r>
              <a:rPr lang="en-US" dirty="0">
                <a:latin typeface="Times New Roman" panose="02020603050405020304" pitchFamily="18" charset="0"/>
                <a:cs typeface="Times New Roman" panose="02020603050405020304" pitchFamily="18" charset="0"/>
              </a:rPr>
              <a:t>Prerequisites</a:t>
            </a:r>
          </a:p>
          <a:p>
            <a:pPr marL="0" indent="0">
              <a:buNone/>
            </a:pPr>
            <a:r>
              <a:rPr lang="en-US" sz="2400" dirty="0">
                <a:latin typeface="Times New Roman" panose="02020603050405020304" pitchFamily="18" charset="0"/>
                <a:cs typeface="Times New Roman" panose="02020603050405020304" pitchFamily="18" charset="0"/>
              </a:rPr>
              <a:t>	- Basic Programming Skill, preferably Python language</a:t>
            </a:r>
          </a:p>
          <a:p>
            <a:pPr marL="0" indent="0">
              <a:buNone/>
            </a:pPr>
            <a:r>
              <a:rPr lang="en-US" sz="2400" dirty="0">
                <a:latin typeface="Times New Roman" panose="02020603050405020304" pitchFamily="18" charset="0"/>
                <a:cs typeface="Times New Roman" panose="02020603050405020304" pitchFamily="18" charset="0"/>
              </a:rPr>
              <a:t>	- Mathematics (especially Linear Algebra) and Statistics(especially Probability Theory)</a:t>
            </a:r>
          </a:p>
        </p:txBody>
      </p:sp>
    </p:spTree>
    <p:extLst>
      <p:ext uri="{BB962C8B-B14F-4D97-AF65-F5344CB8AC3E}">
        <p14:creationId xmlns:p14="http://schemas.microsoft.com/office/powerpoint/2010/main" val="11393266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1182781-78AE-FAC6-64B4-A48FD9E3CC12}"/>
              </a:ext>
            </a:extLst>
          </p:cNvPr>
          <p:cNvPicPr>
            <a:picLocks noChangeAspect="1"/>
          </p:cNvPicPr>
          <p:nvPr/>
        </p:nvPicPr>
        <p:blipFill>
          <a:blip r:embed="rId3"/>
          <a:stretch>
            <a:fillRect/>
          </a:stretch>
        </p:blipFill>
        <p:spPr>
          <a:xfrm>
            <a:off x="0" y="3683000"/>
            <a:ext cx="12192000" cy="3175000"/>
          </a:xfrm>
          <a:prstGeom prst="rect">
            <a:avLst/>
          </a:prstGeom>
        </p:spPr>
      </p:pic>
      <p:sp>
        <p:nvSpPr>
          <p:cNvPr id="5" name="Rectangle 4">
            <a:extLst>
              <a:ext uri="{FF2B5EF4-FFF2-40B4-BE49-F238E27FC236}">
                <a16:creationId xmlns:a16="http://schemas.microsoft.com/office/drawing/2014/main" id="{9845AE8E-07C1-16D4-CDFA-09BCFDC4ABDD}"/>
              </a:ext>
            </a:extLst>
          </p:cNvPr>
          <p:cNvSpPr/>
          <p:nvPr/>
        </p:nvSpPr>
        <p:spPr>
          <a:xfrm>
            <a:off x="0" y="0"/>
            <a:ext cx="12192000" cy="1041400"/>
          </a:xfrm>
          <a:prstGeom prst="rect">
            <a:avLst/>
          </a:prstGeom>
          <a:solidFill>
            <a:srgbClr val="A0233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a:extLst>
              <a:ext uri="{FF2B5EF4-FFF2-40B4-BE49-F238E27FC236}">
                <a16:creationId xmlns:a16="http://schemas.microsoft.com/office/drawing/2014/main" id="{3AFCF608-7BEC-3181-C0F9-2AF8469E8698}"/>
              </a:ext>
            </a:extLst>
          </p:cNvPr>
          <p:cNvPicPr>
            <a:picLocks noChangeAspect="1"/>
          </p:cNvPicPr>
          <p:nvPr/>
        </p:nvPicPr>
        <p:blipFill>
          <a:blip r:embed="rId4"/>
          <a:stretch>
            <a:fillRect/>
          </a:stretch>
        </p:blipFill>
        <p:spPr>
          <a:xfrm>
            <a:off x="11047412" y="22224"/>
            <a:ext cx="1019176" cy="1019176"/>
          </a:xfrm>
          <a:prstGeom prst="rect">
            <a:avLst/>
          </a:prstGeom>
        </p:spPr>
      </p:pic>
      <p:sp>
        <p:nvSpPr>
          <p:cNvPr id="7" name="TextBox 6">
            <a:extLst>
              <a:ext uri="{FF2B5EF4-FFF2-40B4-BE49-F238E27FC236}">
                <a16:creationId xmlns:a16="http://schemas.microsoft.com/office/drawing/2014/main" id="{0EDD1DF1-1357-DECA-39E8-99D5B3712941}"/>
              </a:ext>
            </a:extLst>
          </p:cNvPr>
          <p:cNvSpPr txBox="1"/>
          <p:nvPr/>
        </p:nvSpPr>
        <p:spPr>
          <a:xfrm>
            <a:off x="651377" y="197534"/>
            <a:ext cx="10889245" cy="646331"/>
          </a:xfrm>
          <a:prstGeom prst="rect">
            <a:avLst/>
          </a:prstGeom>
          <a:noFill/>
        </p:spPr>
        <p:txBody>
          <a:bodyPr wrap="square" rtlCol="0">
            <a:spAutoFit/>
          </a:bodyPr>
          <a:lstStyle/>
          <a:p>
            <a:r>
              <a:rPr lang="en-US" sz="3600" b="1" dirty="0">
                <a:solidFill>
                  <a:schemeClr val="bg1"/>
                </a:solidFill>
                <a:latin typeface="Times New Roman" panose="02020603050405020304" pitchFamily="18" charset="0"/>
                <a:cs typeface="Times New Roman" panose="02020603050405020304" pitchFamily="18" charset="0"/>
              </a:rPr>
              <a:t>Course Information(cont.)</a:t>
            </a:r>
          </a:p>
        </p:txBody>
      </p:sp>
      <p:sp>
        <p:nvSpPr>
          <p:cNvPr id="9" name="Content Placeholder 2">
            <a:extLst>
              <a:ext uri="{FF2B5EF4-FFF2-40B4-BE49-F238E27FC236}">
                <a16:creationId xmlns:a16="http://schemas.microsoft.com/office/drawing/2014/main" id="{821657F7-31A1-042A-FE46-C1E8D548CFA1}"/>
              </a:ext>
            </a:extLst>
          </p:cNvPr>
          <p:cNvSpPr>
            <a:spLocks noGrp="1"/>
          </p:cNvSpPr>
          <p:nvPr>
            <p:ph idx="4294967295"/>
          </p:nvPr>
        </p:nvSpPr>
        <p:spPr>
          <a:xfrm>
            <a:off x="838200" y="1425543"/>
            <a:ext cx="11228388" cy="5067854"/>
          </a:xfrm>
        </p:spPr>
        <p:txBody>
          <a:bodyPr>
            <a:normAutofit fontScale="92500" lnSpcReduction="10000"/>
          </a:bodyPr>
          <a:lstStyle/>
          <a:p>
            <a:r>
              <a:rPr lang="en-US" dirty="0">
                <a:latin typeface="Times New Roman" panose="02020603050405020304" pitchFamily="18" charset="0"/>
                <a:cs typeface="Times New Roman" panose="02020603050405020304" pitchFamily="18" charset="0"/>
              </a:rPr>
              <a:t>Aims</a:t>
            </a:r>
          </a:p>
          <a:p>
            <a:pPr marL="0" indent="0">
              <a:buNone/>
            </a:pPr>
            <a:r>
              <a:rPr lang="en-US" sz="2800" dirty="0">
                <a:latin typeface="Times New Roman" panose="02020603050405020304" pitchFamily="18" charset="0"/>
                <a:cs typeface="Times New Roman" panose="02020603050405020304" pitchFamily="18" charset="0"/>
              </a:rPr>
              <a:t> 	- </a:t>
            </a:r>
            <a:r>
              <a:rPr lang="en-US" dirty="0">
                <a:latin typeface="Times New Roman" panose="02020603050405020304" pitchFamily="18" charset="0"/>
                <a:cs typeface="Times New Roman" panose="02020603050405020304" pitchFamily="18" charset="0"/>
              </a:rPr>
              <a:t>Understand the </a:t>
            </a:r>
            <a:r>
              <a:rPr lang="en-US" b="1" dirty="0">
                <a:latin typeface="Times New Roman" panose="02020603050405020304" pitchFamily="18" charset="0"/>
                <a:cs typeface="Times New Roman" panose="02020603050405020304" pitchFamily="18" charset="0"/>
              </a:rPr>
              <a:t>fundamentals</a:t>
            </a:r>
            <a:r>
              <a:rPr lang="en-US" dirty="0">
                <a:latin typeface="Times New Roman" panose="02020603050405020304" pitchFamily="18" charset="0"/>
                <a:cs typeface="Times New Roman" panose="02020603050405020304" pitchFamily="18" charset="0"/>
              </a:rPr>
              <a:t> of data science and its </a:t>
            </a:r>
            <a:r>
              <a:rPr lang="en-US" b="1" dirty="0">
                <a:latin typeface="Times New Roman" panose="02020603050405020304" pitchFamily="18" charset="0"/>
                <a:cs typeface="Times New Roman" panose="02020603050405020304" pitchFamily="18" charset="0"/>
              </a:rPr>
              <a:t>significance </a:t>
            </a:r>
            <a:r>
              <a:rPr lang="en-US" dirty="0">
                <a:latin typeface="Times New Roman" panose="02020603050405020304" pitchFamily="18" charset="0"/>
                <a:cs typeface="Times New Roman" panose="02020603050405020304" pitchFamily="18" charset="0"/>
              </a:rPr>
              <a:t>today</a:t>
            </a:r>
          </a:p>
          <a:p>
            <a:pPr marL="0" indent="0">
              <a:buNone/>
            </a:pPr>
            <a:r>
              <a:rPr lang="en-US" dirty="0">
                <a:latin typeface="Times New Roman" panose="02020603050405020304" pitchFamily="18" charset="0"/>
                <a:cs typeface="Times New Roman" panose="02020603050405020304" pitchFamily="18" charset="0"/>
              </a:rPr>
              <a:t>	- Familiarize with the data science </a:t>
            </a:r>
            <a:r>
              <a:rPr lang="en-US" b="1" dirty="0">
                <a:latin typeface="Times New Roman" panose="02020603050405020304" pitchFamily="18" charset="0"/>
                <a:cs typeface="Times New Roman" panose="02020603050405020304" pitchFamily="18" charset="0"/>
              </a:rPr>
              <a:t>workflow</a:t>
            </a:r>
            <a:r>
              <a:rPr lang="en-US" dirty="0">
                <a:latin typeface="Times New Roman" panose="02020603050405020304" pitchFamily="18" charset="0"/>
                <a:cs typeface="Times New Roman" panose="02020603050405020304" pitchFamily="18" charset="0"/>
              </a:rPr>
              <a:t> and key </a:t>
            </a:r>
            <a:r>
              <a:rPr lang="en-US" b="1" dirty="0">
                <a:latin typeface="Times New Roman" panose="02020603050405020304" pitchFamily="18" charset="0"/>
                <a:cs typeface="Times New Roman" panose="02020603050405020304" pitchFamily="18" charset="0"/>
              </a:rPr>
              <a:t>concepts</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	- </a:t>
            </a:r>
            <a:r>
              <a:rPr lang="en-US" dirty="0">
                <a:latin typeface="Times New Roman" panose="02020603050405020304" pitchFamily="18" charset="0"/>
                <a:cs typeface="Times New Roman" panose="02020603050405020304" pitchFamily="18" charset="0"/>
              </a:rPr>
              <a:t>Gain proficiency in essential data science </a:t>
            </a:r>
            <a:r>
              <a:rPr lang="en-US" b="1" dirty="0">
                <a:latin typeface="Times New Roman" panose="02020603050405020304" pitchFamily="18" charset="0"/>
                <a:cs typeface="Times New Roman" panose="02020603050405020304" pitchFamily="18" charset="0"/>
              </a:rPr>
              <a:t>software tools</a:t>
            </a:r>
          </a:p>
          <a:p>
            <a:pPr marL="0" indent="0">
              <a:buNone/>
            </a:pPr>
            <a:r>
              <a:rPr lang="en-US" sz="2800" dirty="0">
                <a:latin typeface="Times New Roman" panose="02020603050405020304" pitchFamily="18" charset="0"/>
                <a:cs typeface="Times New Roman" panose="02020603050405020304" pitchFamily="18" charset="0"/>
              </a:rPr>
              <a:t>	- Understand and apply statistical models for </a:t>
            </a:r>
          </a:p>
          <a:p>
            <a:pPr marL="0" indent="0">
              <a:buNone/>
            </a:pPr>
            <a:r>
              <a:rPr lang="en-US" sz="2800" b="1" dirty="0">
                <a:latin typeface="Times New Roman" panose="02020603050405020304" pitchFamily="18" charset="0"/>
                <a:cs typeface="Times New Roman" panose="02020603050405020304" pitchFamily="18" charset="0"/>
              </a:rPr>
              <a:t>	Regression, Classification, Clustering, and Dimensionality Reduction</a:t>
            </a:r>
            <a:endParaRPr lang="en-US" altLang="zh-CN" b="1" dirty="0">
              <a:latin typeface="Times New Roman" panose="02020603050405020304" pitchFamily="18" charset="0"/>
              <a:cs typeface="Times New Roman" panose="02020603050405020304" pitchFamily="18" charset="0"/>
            </a:endParaRPr>
          </a:p>
          <a:p>
            <a:pPr marL="0" indent="0">
              <a:buNone/>
            </a:pPr>
            <a:r>
              <a:rPr lang="en-GB" altLang="zh-CN"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Learn techniques for </a:t>
            </a:r>
            <a:r>
              <a:rPr lang="en-US" altLang="zh-CN" b="1" dirty="0">
                <a:latin typeface="Times New Roman" panose="02020603050405020304" pitchFamily="18" charset="0"/>
                <a:cs typeface="Times New Roman" panose="02020603050405020304" pitchFamily="18" charset="0"/>
              </a:rPr>
              <a:t>Time Series </a:t>
            </a:r>
            <a:r>
              <a:rPr lang="en-US" altLang="zh-CN" dirty="0">
                <a:latin typeface="Times New Roman" panose="02020603050405020304" pitchFamily="18" charset="0"/>
                <a:cs typeface="Times New Roman" panose="02020603050405020304" pitchFamily="18" charset="0"/>
              </a:rPr>
              <a:t>modeling</a:t>
            </a:r>
          </a:p>
          <a:p>
            <a:pPr marL="0" indent="0">
              <a:buNone/>
            </a:pPr>
            <a:r>
              <a:rPr lang="en-US" sz="2800" dirty="0">
                <a:latin typeface="Times New Roman" panose="02020603050405020304" pitchFamily="18" charset="0"/>
                <a:cs typeface="Times New Roman" panose="02020603050405020304" pitchFamily="18" charset="0"/>
              </a:rPr>
              <a:t>	- Acquire skills in </a:t>
            </a:r>
            <a:r>
              <a:rPr lang="en-US" sz="2800" b="1" dirty="0">
                <a:latin typeface="Times New Roman" panose="02020603050405020304" pitchFamily="18" charset="0"/>
                <a:cs typeface="Times New Roman" panose="02020603050405020304" pitchFamily="18" charset="0"/>
              </a:rPr>
              <a:t>Textual Data Processing </a:t>
            </a:r>
            <a:r>
              <a:rPr lang="en-US" sz="2800" dirty="0">
                <a:latin typeface="Times New Roman" panose="02020603050405020304" pitchFamily="18" charset="0"/>
                <a:cs typeface="Times New Roman" panose="02020603050405020304" pitchFamily="18" charset="0"/>
              </a:rPr>
              <a:t>and effectively use </a:t>
            </a:r>
            <a:r>
              <a:rPr lang="en-US" sz="2800" b="1" dirty="0">
                <a:latin typeface="Times New Roman" panose="02020603050405020304" pitchFamily="18" charset="0"/>
                <a:cs typeface="Times New Roman" panose="02020603050405020304" pitchFamily="18" charset="0"/>
              </a:rPr>
              <a:t>ChatGPT</a:t>
            </a:r>
          </a:p>
          <a:p>
            <a:r>
              <a:rPr lang="en-US" dirty="0">
                <a:latin typeface="Times New Roman" panose="02020603050405020304" pitchFamily="18" charset="0"/>
                <a:cs typeface="Times New Roman" panose="02020603050405020304" pitchFamily="18" charset="0"/>
              </a:rPr>
              <a:t>Course Materials</a:t>
            </a:r>
          </a:p>
          <a:p>
            <a:pPr marL="0" indent="0">
              <a:buNone/>
            </a:pPr>
            <a:r>
              <a:rPr lang="en-US" sz="2800" dirty="0">
                <a:latin typeface="Times New Roman" panose="02020603050405020304" pitchFamily="18" charset="0"/>
                <a:cs typeface="Times New Roman" panose="02020603050405020304" pitchFamily="18" charset="0"/>
              </a:rPr>
              <a:t> 	- Seminar Slides and </a:t>
            </a:r>
            <a:r>
              <a:rPr lang="en-US" dirty="0">
                <a:latin typeface="Times New Roman" panose="02020603050405020304" pitchFamily="18" charset="0"/>
                <a:cs typeface="Times New Roman" panose="02020603050405020304" pitchFamily="18" charset="0"/>
              </a:rPr>
              <a:t>C</a:t>
            </a:r>
            <a:r>
              <a:rPr lang="en-US" sz="2800" dirty="0">
                <a:latin typeface="Times New Roman" panose="02020603050405020304" pitchFamily="18" charset="0"/>
                <a:cs typeface="Times New Roman" panose="02020603050405020304" pitchFamily="18" charset="0"/>
              </a:rPr>
              <a:t>omprehensive </a:t>
            </a:r>
            <a:r>
              <a:rPr lang="en-US" dirty="0">
                <a:latin typeface="Times New Roman" panose="02020603050405020304" pitchFamily="18" charset="0"/>
                <a:cs typeface="Times New Roman" panose="02020603050405020304" pitchFamily="18" charset="0"/>
              </a:rPr>
              <a:t>H</a:t>
            </a:r>
            <a:r>
              <a:rPr lang="en-US" sz="2800" dirty="0">
                <a:latin typeface="Times New Roman" panose="02020603050405020304" pitchFamily="18" charset="0"/>
                <a:cs typeface="Times New Roman" panose="02020603050405020304" pitchFamily="18" charset="0"/>
              </a:rPr>
              <a:t>andouts featuring cell-level code will be provided after each seminar for in-depth revision.</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30530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
                                            <p:txEl>
                                              <p:pRg st="8" end="8"/>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9">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366022-3D5D-8D36-284E-5BCCB53A41CF}"/>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EAA7D121-FA15-5214-79AD-1775C8AD6FF9}"/>
              </a:ext>
            </a:extLst>
          </p:cNvPr>
          <p:cNvPicPr>
            <a:picLocks noChangeAspect="1"/>
          </p:cNvPicPr>
          <p:nvPr/>
        </p:nvPicPr>
        <p:blipFill>
          <a:blip r:embed="rId3"/>
          <a:stretch>
            <a:fillRect/>
          </a:stretch>
        </p:blipFill>
        <p:spPr>
          <a:xfrm>
            <a:off x="0" y="3683000"/>
            <a:ext cx="12192000" cy="3175000"/>
          </a:xfrm>
          <a:prstGeom prst="rect">
            <a:avLst/>
          </a:prstGeom>
        </p:spPr>
      </p:pic>
      <p:sp>
        <p:nvSpPr>
          <p:cNvPr id="5" name="Rectangle 4">
            <a:extLst>
              <a:ext uri="{FF2B5EF4-FFF2-40B4-BE49-F238E27FC236}">
                <a16:creationId xmlns:a16="http://schemas.microsoft.com/office/drawing/2014/main" id="{D5A7D430-0E3B-4C80-CA0E-3BF38CCAE33F}"/>
              </a:ext>
            </a:extLst>
          </p:cNvPr>
          <p:cNvSpPr/>
          <p:nvPr/>
        </p:nvSpPr>
        <p:spPr>
          <a:xfrm>
            <a:off x="0" y="0"/>
            <a:ext cx="12192000" cy="1041400"/>
          </a:xfrm>
          <a:prstGeom prst="rect">
            <a:avLst/>
          </a:prstGeom>
          <a:solidFill>
            <a:srgbClr val="A0233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a:extLst>
              <a:ext uri="{FF2B5EF4-FFF2-40B4-BE49-F238E27FC236}">
                <a16:creationId xmlns:a16="http://schemas.microsoft.com/office/drawing/2014/main" id="{13383EAE-5086-3AB1-E793-4272D516015D}"/>
              </a:ext>
            </a:extLst>
          </p:cNvPr>
          <p:cNvPicPr>
            <a:picLocks noChangeAspect="1"/>
          </p:cNvPicPr>
          <p:nvPr/>
        </p:nvPicPr>
        <p:blipFill>
          <a:blip r:embed="rId4"/>
          <a:stretch>
            <a:fillRect/>
          </a:stretch>
        </p:blipFill>
        <p:spPr>
          <a:xfrm>
            <a:off x="11047412" y="22224"/>
            <a:ext cx="1019176" cy="1019176"/>
          </a:xfrm>
          <a:prstGeom prst="rect">
            <a:avLst/>
          </a:prstGeom>
        </p:spPr>
      </p:pic>
      <p:sp>
        <p:nvSpPr>
          <p:cNvPr id="7" name="TextBox 6">
            <a:extLst>
              <a:ext uri="{FF2B5EF4-FFF2-40B4-BE49-F238E27FC236}">
                <a16:creationId xmlns:a16="http://schemas.microsoft.com/office/drawing/2014/main" id="{4F649C31-5F32-C994-3E00-D244F44100B0}"/>
              </a:ext>
            </a:extLst>
          </p:cNvPr>
          <p:cNvSpPr txBox="1"/>
          <p:nvPr/>
        </p:nvSpPr>
        <p:spPr>
          <a:xfrm>
            <a:off x="651377" y="197534"/>
            <a:ext cx="10889245" cy="646331"/>
          </a:xfrm>
          <a:prstGeom prst="rect">
            <a:avLst/>
          </a:prstGeom>
          <a:noFill/>
        </p:spPr>
        <p:txBody>
          <a:bodyPr wrap="square" rtlCol="0">
            <a:spAutoFit/>
          </a:bodyPr>
          <a:lstStyle/>
          <a:p>
            <a:r>
              <a:rPr lang="en-US" sz="3600" b="1" dirty="0">
                <a:solidFill>
                  <a:schemeClr val="bg1"/>
                </a:solidFill>
                <a:latin typeface="Times New Roman" panose="02020603050405020304" pitchFamily="18" charset="0"/>
                <a:cs typeface="Times New Roman" panose="02020603050405020304" pitchFamily="18" charset="0"/>
              </a:rPr>
              <a:t>Course Information(cont.)</a:t>
            </a:r>
          </a:p>
        </p:txBody>
      </p:sp>
      <p:sp>
        <p:nvSpPr>
          <p:cNvPr id="9" name="Content Placeholder 2">
            <a:extLst>
              <a:ext uri="{FF2B5EF4-FFF2-40B4-BE49-F238E27FC236}">
                <a16:creationId xmlns:a16="http://schemas.microsoft.com/office/drawing/2014/main" id="{A3C21F64-9B28-CB66-FAD8-5A52C7EB9194}"/>
              </a:ext>
            </a:extLst>
          </p:cNvPr>
          <p:cNvSpPr>
            <a:spLocks noGrp="1"/>
          </p:cNvSpPr>
          <p:nvPr>
            <p:ph idx="4294967295"/>
          </p:nvPr>
        </p:nvSpPr>
        <p:spPr>
          <a:xfrm>
            <a:off x="838200" y="1425543"/>
            <a:ext cx="11228388" cy="5067854"/>
          </a:xfrm>
        </p:spPr>
        <p:txBody>
          <a:bodyPr>
            <a:normAutofit fontScale="77500" lnSpcReduction="20000"/>
          </a:bodyPr>
          <a:lstStyle/>
          <a:p>
            <a:r>
              <a:rPr lang="en-US" b="1" dirty="0">
                <a:latin typeface="Times New Roman" panose="02020603050405020304" pitchFamily="18" charset="0"/>
                <a:cs typeface="Times New Roman" panose="02020603050405020304" pitchFamily="18" charset="0"/>
              </a:rPr>
              <a:t>Resources</a:t>
            </a:r>
          </a:p>
          <a:p>
            <a:pPr lvl="1"/>
            <a:r>
              <a:rPr lang="en-US" b="1" dirty="0">
                <a:latin typeface="Times New Roman" panose="02020603050405020304" pitchFamily="18" charset="0"/>
                <a:cs typeface="Times New Roman" panose="02020603050405020304" pitchFamily="18" charset="0"/>
              </a:rPr>
              <a:t>Books:</a:t>
            </a:r>
          </a:p>
          <a:p>
            <a:pPr marL="0" indent="0">
              <a:buNone/>
            </a:pPr>
            <a:r>
              <a:rPr lang="en-US" sz="2800" dirty="0">
                <a:latin typeface="Times New Roman" panose="02020603050405020304" pitchFamily="18" charset="0"/>
                <a:cs typeface="Times New Roman" panose="02020603050405020304" pitchFamily="18" charset="0"/>
              </a:rPr>
              <a:t> 	- </a:t>
            </a:r>
            <a:r>
              <a:rPr lang="zh-CN" sz="2800" u="sng" kern="100" dirty="0">
                <a:solidFill>
                  <a:srgbClr val="467886"/>
                </a:solidFill>
                <a:effectLst/>
                <a:latin typeface="Times New Roman" panose="02020603050405020304" pitchFamily="18" charset="0"/>
                <a:ea typeface="DengXian" panose="02010600030101010101" pitchFamily="2" charset="-122"/>
                <a:cs typeface="Times New Roman" panose="02020603050405020304" pitchFamily="18" charset="0"/>
                <a:hlinkClick r:id="rId5"/>
              </a:rPr>
              <a:t>《</a:t>
            </a:r>
            <a:r>
              <a:rPr lang="en-US" sz="2800" u="sng" kern="100" dirty="0">
                <a:solidFill>
                  <a:srgbClr val="467886"/>
                </a:solidFill>
                <a:effectLst/>
                <a:latin typeface="Times New Roman" panose="02020603050405020304" pitchFamily="18" charset="0"/>
                <a:ea typeface="DengXian" panose="02010600030101010101" pitchFamily="2" charset="-122"/>
                <a:cs typeface="Times New Roman" panose="02020603050405020304" pitchFamily="18" charset="0"/>
                <a:hlinkClick r:id="rId5"/>
              </a:rPr>
              <a:t>Python for Data Analysis</a:t>
            </a:r>
            <a:r>
              <a:rPr lang="zh-CN" sz="2800" u="sng" kern="100" dirty="0">
                <a:solidFill>
                  <a:srgbClr val="467886"/>
                </a:solidFill>
                <a:effectLst/>
                <a:latin typeface="Times New Roman" panose="02020603050405020304" pitchFamily="18" charset="0"/>
                <a:ea typeface="DengXian" panose="02010600030101010101" pitchFamily="2" charset="-122"/>
                <a:cs typeface="Times New Roman" panose="02020603050405020304" pitchFamily="18" charset="0"/>
                <a:hlinkClick r:id="rId5"/>
              </a:rPr>
              <a:t>》</a:t>
            </a:r>
            <a:r>
              <a:rPr lang="en-US" sz="2800" kern="100" dirty="0">
                <a:effectLst/>
                <a:latin typeface="Times New Roman" panose="02020603050405020304" pitchFamily="18" charset="0"/>
                <a:ea typeface="DengXian" panose="02010600030101010101" pitchFamily="2" charset="-122"/>
                <a:cs typeface="Times New Roman" panose="02020603050405020304" pitchFamily="18" charset="0"/>
              </a:rPr>
              <a:t> 2e by Wes McKinney</a:t>
            </a:r>
          </a:p>
          <a:p>
            <a:pPr marL="0" indent="0">
              <a:buNone/>
            </a:pPr>
            <a:r>
              <a:rPr lang="en-US" sz="2800" dirty="0">
                <a:latin typeface="Times New Roman" panose="02020603050405020304" pitchFamily="18" charset="0"/>
                <a:cs typeface="Times New Roman" panose="02020603050405020304" pitchFamily="18" charset="0"/>
              </a:rPr>
              <a:t> 	- </a:t>
            </a:r>
            <a:r>
              <a:rPr lang="zh-CN" sz="2800" u="sng" kern="100" dirty="0">
                <a:solidFill>
                  <a:srgbClr val="467886"/>
                </a:solidFill>
                <a:effectLst/>
                <a:latin typeface="Times New Roman" panose="02020603050405020304" pitchFamily="18" charset="0"/>
                <a:ea typeface="DengXian" panose="02010600030101010101" pitchFamily="2" charset="-122"/>
                <a:cs typeface="Times New Roman" panose="02020603050405020304" pitchFamily="18" charset="0"/>
                <a:hlinkClick r:id="rId6"/>
              </a:rPr>
              <a:t>《</a:t>
            </a:r>
            <a:r>
              <a:rPr lang="en-US" sz="2800" u="sng" kern="100" dirty="0">
                <a:solidFill>
                  <a:srgbClr val="467886"/>
                </a:solidFill>
                <a:effectLst/>
                <a:latin typeface="Times New Roman" panose="02020603050405020304" pitchFamily="18" charset="0"/>
                <a:ea typeface="DengXian" panose="02010600030101010101" pitchFamily="2" charset="-122"/>
                <a:cs typeface="Times New Roman" panose="02020603050405020304" pitchFamily="18" charset="0"/>
                <a:hlinkClick r:id="rId6"/>
              </a:rPr>
              <a:t>Data Science from Scratch First Principle with Python</a:t>
            </a:r>
            <a:r>
              <a:rPr lang="zh-CN" sz="2800" u="sng" kern="100" dirty="0">
                <a:solidFill>
                  <a:srgbClr val="467886"/>
                </a:solidFill>
                <a:effectLst/>
                <a:latin typeface="Times New Roman" panose="02020603050405020304" pitchFamily="18" charset="0"/>
                <a:ea typeface="DengXian" panose="02010600030101010101" pitchFamily="2" charset="-122"/>
                <a:cs typeface="Times New Roman" panose="02020603050405020304" pitchFamily="18" charset="0"/>
                <a:hlinkClick r:id="rId6"/>
              </a:rPr>
              <a:t>》</a:t>
            </a:r>
            <a:r>
              <a:rPr lang="en-US" sz="2800" kern="100" dirty="0">
                <a:effectLst/>
                <a:latin typeface="Times New Roman" panose="02020603050405020304" pitchFamily="18" charset="0"/>
                <a:ea typeface="DengXian" panose="02010600030101010101" pitchFamily="2" charset="-122"/>
                <a:cs typeface="Times New Roman" panose="02020603050405020304" pitchFamily="18" charset="0"/>
              </a:rPr>
              <a:t>  by Joel Grus</a:t>
            </a:r>
          </a:p>
          <a:p>
            <a:pPr marL="0" indent="0">
              <a:buNone/>
            </a:pPr>
            <a:r>
              <a:rPr lang="en-US" sz="2800" dirty="0">
                <a:latin typeface="Times New Roman" panose="02020603050405020304" pitchFamily="18" charset="0"/>
                <a:cs typeface="Times New Roman" panose="02020603050405020304" pitchFamily="18" charset="0"/>
              </a:rPr>
              <a:t>	- </a:t>
            </a:r>
            <a:r>
              <a:rPr lang="zh-CN" sz="2800" u="sng" kern="100" dirty="0">
                <a:solidFill>
                  <a:srgbClr val="467886"/>
                </a:solidFill>
                <a:effectLst/>
                <a:latin typeface="Times New Roman" panose="02020603050405020304" pitchFamily="18" charset="0"/>
                <a:ea typeface="DengXian" panose="02010600030101010101" pitchFamily="2" charset="-122"/>
                <a:cs typeface="Times New Roman" panose="02020603050405020304" pitchFamily="18" charset="0"/>
                <a:hlinkClick r:id="rId7"/>
              </a:rPr>
              <a:t>《</a:t>
            </a:r>
            <a:r>
              <a:rPr lang="en-US" sz="2800" u="sng" kern="100" dirty="0">
                <a:solidFill>
                  <a:srgbClr val="467886"/>
                </a:solidFill>
                <a:effectLst/>
                <a:latin typeface="Times New Roman" panose="02020603050405020304" pitchFamily="18" charset="0"/>
                <a:ea typeface="DengXian" panose="02010600030101010101" pitchFamily="2" charset="-122"/>
                <a:cs typeface="Times New Roman" panose="02020603050405020304" pitchFamily="18" charset="0"/>
                <a:hlinkClick r:id="rId7"/>
              </a:rPr>
              <a:t>Dive into Deep Learning</a:t>
            </a:r>
            <a:r>
              <a:rPr lang="zh-CN" sz="2800" u="sng" kern="100" dirty="0">
                <a:solidFill>
                  <a:srgbClr val="467886"/>
                </a:solidFill>
                <a:effectLst/>
                <a:latin typeface="Times New Roman" panose="02020603050405020304" pitchFamily="18" charset="0"/>
                <a:ea typeface="DengXian" panose="02010600030101010101" pitchFamily="2" charset="-122"/>
                <a:cs typeface="Times New Roman" panose="02020603050405020304" pitchFamily="18" charset="0"/>
                <a:hlinkClick r:id="rId7"/>
              </a:rPr>
              <a:t>》</a:t>
            </a:r>
            <a:r>
              <a:rPr lang="en-US" sz="2800" kern="100" dirty="0">
                <a:effectLst/>
                <a:latin typeface="Times New Roman" panose="02020603050405020304" pitchFamily="18" charset="0"/>
                <a:ea typeface="DengXian" panose="02010600030101010101" pitchFamily="2" charset="-122"/>
                <a:cs typeface="Times New Roman" panose="02020603050405020304" pitchFamily="18" charset="0"/>
              </a:rPr>
              <a:t> by Aston </a:t>
            </a:r>
            <a:r>
              <a:rPr lang="en-US" sz="2800" kern="100" dirty="0" err="1">
                <a:effectLst/>
                <a:latin typeface="Times New Roman" panose="02020603050405020304" pitchFamily="18" charset="0"/>
                <a:ea typeface="DengXian" panose="02010600030101010101" pitchFamily="2" charset="-122"/>
                <a:cs typeface="Times New Roman" panose="02020603050405020304" pitchFamily="18" charset="0"/>
              </a:rPr>
              <a:t>Zhang,Zack</a:t>
            </a:r>
            <a:r>
              <a:rPr lang="en-US" sz="2800" kern="100" dirty="0">
                <a:effectLst/>
                <a:latin typeface="Times New Roman" panose="02020603050405020304" pitchFamily="18" charset="0"/>
                <a:ea typeface="DengXian" panose="02010600030101010101" pitchFamily="2" charset="-122"/>
                <a:cs typeface="Times New Roman" panose="02020603050405020304" pitchFamily="18" charset="0"/>
              </a:rPr>
              <a:t> C. Lipton, Mu Li and Alex J. Smola</a:t>
            </a:r>
          </a:p>
          <a:p>
            <a:pPr marL="0" indent="0">
              <a:buNone/>
            </a:pPr>
            <a:r>
              <a:rPr lang="en-US" dirty="0">
                <a:latin typeface="Times New Roman" panose="02020603050405020304" pitchFamily="18" charset="0"/>
                <a:cs typeface="Times New Roman" panose="02020603050405020304" pitchFamily="18" charset="0"/>
              </a:rPr>
              <a:t>	- </a:t>
            </a:r>
            <a:r>
              <a:rPr lang="en-US" altLang="zh-CN" u="sng" kern="100" dirty="0">
                <a:solidFill>
                  <a:srgbClr val="467886"/>
                </a:solidFill>
                <a:latin typeface="Times New Roman" panose="02020603050405020304" pitchFamily="18" charset="0"/>
                <a:ea typeface="DengXian" panose="02010600030101010101" pitchFamily="2" charset="-122"/>
                <a:cs typeface="Times New Roman" panose="02020603050405020304" pitchFamily="18" charset="0"/>
                <a:hlinkClick r:id="rId8"/>
              </a:rPr>
              <a:t>《</a:t>
            </a:r>
            <a:r>
              <a:rPr lang="en-US" u="sng" kern="100" dirty="0">
                <a:solidFill>
                  <a:srgbClr val="467886"/>
                </a:solidFill>
                <a:latin typeface="Times New Roman" panose="02020603050405020304" pitchFamily="18" charset="0"/>
                <a:ea typeface="DengXian" panose="02010600030101010101" pitchFamily="2" charset="-122"/>
                <a:cs typeface="Times New Roman" panose="02020603050405020304" pitchFamily="18" charset="0"/>
                <a:hlinkClick r:id="rId8"/>
              </a:rPr>
              <a:t>Python</a:t>
            </a:r>
            <a:r>
              <a:rPr lang="zh-CN" altLang="en-US" u="sng" kern="100" dirty="0">
                <a:solidFill>
                  <a:srgbClr val="467886"/>
                </a:solidFill>
                <a:latin typeface="Times New Roman" panose="02020603050405020304" pitchFamily="18" charset="0"/>
                <a:ea typeface="DengXian" panose="02010600030101010101" pitchFamily="2" charset="-122"/>
                <a:cs typeface="Times New Roman" panose="02020603050405020304" pitchFamily="18" charset="0"/>
                <a:hlinkClick r:id="rId8"/>
              </a:rPr>
              <a:t>大数据分析与应用实战</a:t>
            </a:r>
            <a:r>
              <a:rPr lang="en-US" altLang="zh-CN" u="sng" kern="100" dirty="0">
                <a:solidFill>
                  <a:srgbClr val="467886"/>
                </a:solidFill>
                <a:latin typeface="Times New Roman" panose="02020603050405020304" pitchFamily="18" charset="0"/>
                <a:ea typeface="DengXian" panose="02010600030101010101" pitchFamily="2" charset="-122"/>
                <a:cs typeface="Times New Roman" panose="02020603050405020304" pitchFamily="18" charset="0"/>
                <a:hlinkClick r:id="rId8"/>
              </a:rPr>
              <a:t>》</a:t>
            </a:r>
            <a:r>
              <a:rPr lang="en-US" kern="100" dirty="0">
                <a:latin typeface="Times New Roman" panose="02020603050405020304" pitchFamily="18" charset="0"/>
                <a:ea typeface="DengXian" panose="02010600030101010101" pitchFamily="2" charset="-122"/>
                <a:cs typeface="Times New Roman" panose="02020603050405020304" pitchFamily="18" charset="0"/>
              </a:rPr>
              <a:t> by </a:t>
            </a:r>
            <a:r>
              <a:rPr lang="zh-CN" altLang="en-US" kern="100" dirty="0">
                <a:latin typeface="Times New Roman" panose="02020603050405020304" pitchFamily="18" charset="0"/>
                <a:ea typeface="DengXian" panose="02010600030101010101" pitchFamily="2" charset="-122"/>
                <a:cs typeface="Times New Roman" panose="02020603050405020304" pitchFamily="18" charset="0"/>
              </a:rPr>
              <a:t>余本国</a:t>
            </a:r>
            <a:endParaRPr lang="en-GB" sz="2800" kern="100" dirty="0">
              <a:effectLst/>
              <a:latin typeface="Times New Roman" panose="02020603050405020304" pitchFamily="18" charset="0"/>
              <a:ea typeface="DengXian" panose="02010600030101010101" pitchFamily="2" charset="-122"/>
              <a:cs typeface="Times New Roman" panose="02020603050405020304" pitchFamily="18" charset="0"/>
            </a:endParaRPr>
          </a:p>
          <a:p>
            <a:pPr lvl="1"/>
            <a:r>
              <a:rPr lang="en-US" b="1" kern="100" dirty="0">
                <a:effectLst/>
                <a:latin typeface="Times New Roman" panose="02020603050405020304" pitchFamily="18" charset="0"/>
                <a:ea typeface="DengXian" panose="02010600030101010101" pitchFamily="2" charset="-122"/>
                <a:cs typeface="Times New Roman" panose="02020603050405020304" pitchFamily="18" charset="0"/>
              </a:rPr>
              <a:t>Libraries and Tools:</a:t>
            </a:r>
          </a:p>
          <a:p>
            <a:pPr marL="0" indent="0">
              <a:buNone/>
            </a:pPr>
            <a:r>
              <a:rPr lang="en-US" sz="2800" dirty="0">
                <a:latin typeface="Times New Roman" panose="02020603050405020304" pitchFamily="18" charset="0"/>
                <a:cs typeface="Times New Roman" panose="02020603050405020304" pitchFamily="18" charset="0"/>
              </a:rPr>
              <a:t> 	- </a:t>
            </a:r>
            <a:r>
              <a:rPr lang="en-US" sz="2800" dirty="0">
                <a:latin typeface="Times New Roman" panose="02020603050405020304" pitchFamily="18" charset="0"/>
                <a:cs typeface="Times New Roman" panose="02020603050405020304" pitchFamily="18" charset="0"/>
                <a:hlinkClick r:id="rId9"/>
              </a:rPr>
              <a:t>NumPy</a:t>
            </a:r>
            <a:endParaRPr lang="en-US" sz="2800" dirty="0">
              <a:latin typeface="Times New Roman" panose="02020603050405020304" pitchFamily="18" charset="0"/>
              <a:cs typeface="Times New Roman" panose="02020603050405020304" pitchFamily="18" charset="0"/>
            </a:endParaRPr>
          </a:p>
          <a:p>
            <a:pPr marL="0" indent="0">
              <a:buNone/>
            </a:pPr>
            <a:r>
              <a:rPr lang="en-US" sz="2800" dirty="0">
                <a:latin typeface="Times New Roman" panose="02020603050405020304" pitchFamily="18" charset="0"/>
                <a:cs typeface="Times New Roman" panose="02020603050405020304" pitchFamily="18" charset="0"/>
              </a:rPr>
              <a:t> 	- </a:t>
            </a:r>
            <a:r>
              <a:rPr lang="en-US" sz="2800" dirty="0">
                <a:latin typeface="Times New Roman" panose="02020603050405020304" pitchFamily="18" charset="0"/>
                <a:cs typeface="Times New Roman" panose="02020603050405020304" pitchFamily="18" charset="0"/>
                <a:hlinkClick r:id="rId10"/>
              </a:rPr>
              <a:t>Pandas</a:t>
            </a:r>
            <a:endParaRPr lang="en-US" sz="2800"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	- </a:t>
            </a:r>
            <a:r>
              <a:rPr lang="en-US" dirty="0">
                <a:latin typeface="Times New Roman" panose="02020603050405020304" pitchFamily="18" charset="0"/>
                <a:cs typeface="Times New Roman" panose="02020603050405020304" pitchFamily="18" charset="0"/>
                <a:hlinkClick r:id="rId11"/>
              </a:rPr>
              <a:t>Matplotlib</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etc</a:t>
            </a:r>
            <a:endParaRPr lang="en-US" sz="2800" dirty="0">
              <a:latin typeface="Times New Roman" panose="02020603050405020304" pitchFamily="18" charset="0"/>
              <a:cs typeface="Times New Roman" panose="02020603050405020304" pitchFamily="18" charset="0"/>
            </a:endParaRPr>
          </a:p>
          <a:p>
            <a:pPr lvl="1"/>
            <a:r>
              <a:rPr lang="en-US" b="1" dirty="0">
                <a:latin typeface="Times New Roman" panose="02020603050405020304" pitchFamily="18" charset="0"/>
                <a:cs typeface="Times New Roman" panose="02020603050405020304" pitchFamily="18" charset="0"/>
              </a:rPr>
              <a:t>Datasets and Projects:</a:t>
            </a:r>
          </a:p>
          <a:p>
            <a:pPr marL="0" indent="0">
              <a:buNone/>
            </a:pPr>
            <a:r>
              <a:rPr lang="en-US" sz="2400" dirty="0">
                <a:latin typeface="Times New Roman" panose="02020603050405020304" pitchFamily="18" charset="0"/>
                <a:cs typeface="Times New Roman" panose="02020603050405020304" pitchFamily="18" charset="0"/>
              </a:rPr>
              <a:t>	- </a:t>
            </a:r>
            <a:r>
              <a:rPr lang="en-US" sz="2400" kern="100" dirty="0">
                <a:effectLst/>
                <a:latin typeface="Times New Roman" panose="02020603050405020304" pitchFamily="18" charset="0"/>
                <a:ea typeface="DengXian" panose="02010600030101010101" pitchFamily="2" charset="-122"/>
                <a:cs typeface="Times New Roman" panose="02020603050405020304" pitchFamily="18" charset="0"/>
              </a:rPr>
              <a:t>Hong Kong Dataset from </a:t>
            </a:r>
            <a:r>
              <a:rPr lang="zh-CN" sz="2400" u="sng" kern="100" dirty="0">
                <a:solidFill>
                  <a:srgbClr val="467886"/>
                </a:solidFill>
                <a:effectLst/>
                <a:latin typeface="Times New Roman" panose="02020603050405020304" pitchFamily="18" charset="0"/>
                <a:ea typeface="DengXian" panose="02010600030101010101" pitchFamily="2" charset="-122"/>
                <a:cs typeface="Times New Roman" panose="02020603050405020304" pitchFamily="18" charset="0"/>
                <a:hlinkClick r:id="rId12"/>
              </a:rPr>
              <a:t>資料一線通</a:t>
            </a:r>
            <a:r>
              <a:rPr lang="en-US" sz="2400" kern="100" dirty="0">
                <a:effectLst/>
                <a:latin typeface="Times New Roman" panose="02020603050405020304" pitchFamily="18" charset="0"/>
                <a:ea typeface="DengXian" panose="02010600030101010101" pitchFamily="2" charset="-122"/>
                <a:cs typeface="Times New Roman" panose="02020603050405020304" pitchFamily="18" charset="0"/>
              </a:rPr>
              <a:t> and </a:t>
            </a:r>
            <a:r>
              <a:rPr lang="zh-CN" sz="2400" u="sng" kern="100" dirty="0">
                <a:solidFill>
                  <a:srgbClr val="467886"/>
                </a:solidFill>
                <a:effectLst/>
                <a:latin typeface="Times New Roman" panose="02020603050405020304" pitchFamily="18" charset="0"/>
                <a:ea typeface="DengXian" panose="02010600030101010101" pitchFamily="2" charset="-122"/>
                <a:cs typeface="Times New Roman" panose="02020603050405020304" pitchFamily="18" charset="0"/>
                <a:hlinkClick r:id="rId13"/>
              </a:rPr>
              <a:t>政府統計處</a:t>
            </a:r>
            <a:endParaRPr lang="en-US" altLang="zh-CN" sz="2400" u="sng" kern="100" dirty="0">
              <a:solidFill>
                <a:srgbClr val="467886"/>
              </a:solidFill>
              <a:effectLst/>
              <a:latin typeface="Times New Roman" panose="02020603050405020304" pitchFamily="18" charset="0"/>
              <a:ea typeface="DengXian" panose="02010600030101010101" pitchFamily="2" charset="-122"/>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	- </a:t>
            </a:r>
            <a:r>
              <a:rPr lang="en-US" sz="2400" dirty="0">
                <a:latin typeface="Times New Roman" panose="02020603050405020304" pitchFamily="18" charset="0"/>
                <a:cs typeface="Times New Roman" panose="02020603050405020304" pitchFamily="18" charset="0"/>
                <a:hlinkClick r:id="rId14"/>
              </a:rPr>
              <a:t>Kaggle</a:t>
            </a:r>
            <a:r>
              <a:rPr lang="en-US" sz="2400" dirty="0">
                <a:latin typeface="Times New Roman" panose="02020603050405020304" pitchFamily="18" charset="0"/>
                <a:cs typeface="Times New Roman" panose="02020603050405020304" pitchFamily="18" charset="0"/>
              </a:rPr>
              <a:t> and </a:t>
            </a:r>
            <a:r>
              <a:rPr lang="en-US" sz="2400" dirty="0">
                <a:latin typeface="Times New Roman" panose="02020603050405020304" pitchFamily="18" charset="0"/>
                <a:cs typeface="Times New Roman" panose="02020603050405020304" pitchFamily="18" charset="0"/>
                <a:hlinkClick r:id="rId15"/>
              </a:rPr>
              <a:t>Google</a:t>
            </a: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	- </a:t>
            </a:r>
            <a:r>
              <a:rPr lang="en-US" sz="2400" u="sng" kern="100" dirty="0">
                <a:solidFill>
                  <a:srgbClr val="467886"/>
                </a:solidFill>
                <a:effectLst/>
                <a:latin typeface="Times New Roman" panose="02020603050405020304" pitchFamily="18" charset="0"/>
                <a:ea typeface="DengXian" panose="02010600030101010101" pitchFamily="2" charset="-122"/>
                <a:cs typeface="Times New Roman" panose="02020603050405020304" pitchFamily="18" charset="0"/>
                <a:hlinkClick r:id="rId16"/>
              </a:rPr>
              <a:t>IB-Data-Science</a:t>
            </a:r>
            <a:r>
              <a:rPr lang="en-US" sz="2400" kern="100" dirty="0">
                <a:effectLst/>
                <a:latin typeface="Times New Roman" panose="02020603050405020304" pitchFamily="18" charset="0"/>
                <a:ea typeface="DengXian" panose="02010600030101010101" pitchFamily="2" charset="-122"/>
                <a:cs typeface="Times New Roman" panose="02020603050405020304" pitchFamily="18" charset="0"/>
              </a:rPr>
              <a:t> project from Cambridge</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82279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9">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
                                            <p:txEl>
                                              <p:pRg st="10" end="1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9">
                                            <p:txEl>
                                              <p:pRg st="11" end="11"/>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9">
                                            <p:txEl>
                                              <p:pRg st="12" end="12"/>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9">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7A7555F-F207-DEAC-5FD9-11969015BD10}"/>
              </a:ext>
            </a:extLst>
          </p:cNvPr>
          <p:cNvSpPr/>
          <p:nvPr/>
        </p:nvSpPr>
        <p:spPr>
          <a:xfrm>
            <a:off x="0" y="1469004"/>
            <a:ext cx="12192000" cy="3919991"/>
          </a:xfrm>
          <a:prstGeom prst="rect">
            <a:avLst/>
          </a:prstGeom>
          <a:solidFill>
            <a:srgbClr val="A0233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dirty="0"/>
          </a:p>
        </p:txBody>
      </p:sp>
      <p:sp>
        <p:nvSpPr>
          <p:cNvPr id="5" name="TextBox 4">
            <a:extLst>
              <a:ext uri="{FF2B5EF4-FFF2-40B4-BE49-F238E27FC236}">
                <a16:creationId xmlns:a16="http://schemas.microsoft.com/office/drawing/2014/main" id="{B04B9F62-8DE9-6DC5-E4AA-3A156D0C423D}"/>
              </a:ext>
            </a:extLst>
          </p:cNvPr>
          <p:cNvSpPr txBox="1"/>
          <p:nvPr/>
        </p:nvSpPr>
        <p:spPr>
          <a:xfrm>
            <a:off x="0" y="2921167"/>
            <a:ext cx="7946265" cy="1015663"/>
          </a:xfrm>
          <a:prstGeom prst="rect">
            <a:avLst/>
          </a:prstGeom>
          <a:noFill/>
        </p:spPr>
        <p:txBody>
          <a:bodyPr wrap="square" rtlCol="0">
            <a:spAutoFit/>
          </a:bodyPr>
          <a:lstStyle/>
          <a:p>
            <a:pPr algn="ctr"/>
            <a:r>
              <a:rPr lang="en-US" sz="6000" b="1" dirty="0">
                <a:solidFill>
                  <a:schemeClr val="bg1"/>
                </a:solidFill>
                <a:latin typeface="Times New Roman" panose="02020603050405020304" pitchFamily="18" charset="0"/>
                <a:cs typeface="Times New Roman" panose="02020603050405020304" pitchFamily="18" charset="0"/>
              </a:rPr>
              <a:t>Why take this course? </a:t>
            </a:r>
          </a:p>
        </p:txBody>
      </p:sp>
      <p:pic>
        <p:nvPicPr>
          <p:cNvPr id="6" name="Picture 5">
            <a:extLst>
              <a:ext uri="{FF2B5EF4-FFF2-40B4-BE49-F238E27FC236}">
                <a16:creationId xmlns:a16="http://schemas.microsoft.com/office/drawing/2014/main" id="{CAFD174D-FD69-B7BD-A9E6-4BCD8D055EC6}"/>
              </a:ext>
            </a:extLst>
          </p:cNvPr>
          <p:cNvPicPr>
            <a:picLocks noChangeAspect="1"/>
          </p:cNvPicPr>
          <p:nvPr/>
        </p:nvPicPr>
        <p:blipFill>
          <a:blip r:embed="rId2"/>
          <a:stretch>
            <a:fillRect/>
          </a:stretch>
        </p:blipFill>
        <p:spPr>
          <a:xfrm>
            <a:off x="7216756" y="265185"/>
            <a:ext cx="6327630" cy="6327630"/>
          </a:xfrm>
          <a:prstGeom prst="rect">
            <a:avLst/>
          </a:prstGeom>
        </p:spPr>
      </p:pic>
    </p:spTree>
    <p:extLst>
      <p:ext uri="{BB962C8B-B14F-4D97-AF65-F5344CB8AC3E}">
        <p14:creationId xmlns:p14="http://schemas.microsoft.com/office/powerpoint/2010/main" val="9728382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845AE8E-07C1-16D4-CDFA-09BCFDC4ABDD}"/>
              </a:ext>
            </a:extLst>
          </p:cNvPr>
          <p:cNvSpPr/>
          <p:nvPr/>
        </p:nvSpPr>
        <p:spPr>
          <a:xfrm>
            <a:off x="0" y="0"/>
            <a:ext cx="12192000" cy="1041400"/>
          </a:xfrm>
          <a:prstGeom prst="rect">
            <a:avLst/>
          </a:prstGeom>
          <a:solidFill>
            <a:srgbClr val="A0233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a:extLst>
              <a:ext uri="{FF2B5EF4-FFF2-40B4-BE49-F238E27FC236}">
                <a16:creationId xmlns:a16="http://schemas.microsoft.com/office/drawing/2014/main" id="{3AFCF608-7BEC-3181-C0F9-2AF8469E8698}"/>
              </a:ext>
            </a:extLst>
          </p:cNvPr>
          <p:cNvPicPr>
            <a:picLocks noChangeAspect="1"/>
          </p:cNvPicPr>
          <p:nvPr/>
        </p:nvPicPr>
        <p:blipFill>
          <a:blip r:embed="rId3"/>
          <a:stretch>
            <a:fillRect/>
          </a:stretch>
        </p:blipFill>
        <p:spPr>
          <a:xfrm>
            <a:off x="11047412" y="22224"/>
            <a:ext cx="1019176" cy="1019176"/>
          </a:xfrm>
          <a:prstGeom prst="rect">
            <a:avLst/>
          </a:prstGeom>
        </p:spPr>
      </p:pic>
      <p:sp>
        <p:nvSpPr>
          <p:cNvPr id="7" name="TextBox 6">
            <a:extLst>
              <a:ext uri="{FF2B5EF4-FFF2-40B4-BE49-F238E27FC236}">
                <a16:creationId xmlns:a16="http://schemas.microsoft.com/office/drawing/2014/main" id="{0EDD1DF1-1357-DECA-39E8-99D5B3712941}"/>
              </a:ext>
            </a:extLst>
          </p:cNvPr>
          <p:cNvSpPr txBox="1"/>
          <p:nvPr/>
        </p:nvSpPr>
        <p:spPr>
          <a:xfrm>
            <a:off x="651377" y="197534"/>
            <a:ext cx="10889245" cy="646331"/>
          </a:xfrm>
          <a:prstGeom prst="rect">
            <a:avLst/>
          </a:prstGeom>
          <a:noFill/>
        </p:spPr>
        <p:txBody>
          <a:bodyPr wrap="square" rtlCol="0">
            <a:spAutoFit/>
          </a:bodyPr>
          <a:lstStyle/>
          <a:p>
            <a:r>
              <a:rPr lang="en-US" sz="3600" b="1" dirty="0">
                <a:solidFill>
                  <a:schemeClr val="bg1"/>
                </a:solidFill>
                <a:latin typeface="Times New Roman" panose="02020603050405020304" pitchFamily="18" charset="0"/>
                <a:cs typeface="Times New Roman" panose="02020603050405020304" pitchFamily="18" charset="0"/>
              </a:rPr>
              <a:t>The importance of Data Science Today</a:t>
            </a:r>
          </a:p>
        </p:txBody>
      </p:sp>
      <p:sp>
        <p:nvSpPr>
          <p:cNvPr id="3" name="Content Placeholder 2">
            <a:extLst>
              <a:ext uri="{FF2B5EF4-FFF2-40B4-BE49-F238E27FC236}">
                <a16:creationId xmlns:a16="http://schemas.microsoft.com/office/drawing/2014/main" id="{6113324C-002C-9D45-2674-B0B00E4E157C}"/>
              </a:ext>
            </a:extLst>
          </p:cNvPr>
          <p:cNvSpPr>
            <a:spLocks noGrp="1"/>
          </p:cNvSpPr>
          <p:nvPr>
            <p:ph idx="4294967295"/>
          </p:nvPr>
        </p:nvSpPr>
        <p:spPr>
          <a:xfrm>
            <a:off x="364386" y="1238934"/>
            <a:ext cx="10515600" cy="5067854"/>
          </a:xfrm>
        </p:spPr>
        <p:txBody>
          <a:bodyPr>
            <a:normAutofit/>
          </a:bodyPr>
          <a:lstStyle/>
          <a:p>
            <a:r>
              <a:rPr lang="en-US" b="1" dirty="0">
                <a:latin typeface="Times New Roman" panose="02020603050405020304" pitchFamily="18" charset="0"/>
                <a:cs typeface="Times New Roman" panose="02020603050405020304" pitchFamily="18" charset="0"/>
              </a:rPr>
              <a:t>High Demand for Data Science Skills:</a:t>
            </a:r>
          </a:p>
          <a:p>
            <a:pPr marL="0" indent="0">
              <a:buNone/>
            </a:pPr>
            <a:r>
              <a:rPr lang="en-US" sz="2400" dirty="0">
                <a:latin typeface="Times New Roman" panose="02020603050405020304" pitchFamily="18" charset="0"/>
                <a:cs typeface="Times New Roman" panose="02020603050405020304" pitchFamily="18" charset="0"/>
              </a:rPr>
              <a:t>Mastering data science skills will make you more competitive in the job market.</a:t>
            </a:r>
          </a:p>
          <a:p>
            <a:r>
              <a:rPr lang="en-US" b="1" dirty="0">
                <a:latin typeface="Times New Roman" panose="02020603050405020304" pitchFamily="18" charset="0"/>
                <a:cs typeface="Times New Roman" panose="02020603050405020304" pitchFamily="18" charset="0"/>
              </a:rPr>
              <a:t>We Live in an Era of Exploding Data</a:t>
            </a:r>
          </a:p>
          <a:p>
            <a:pPr marL="0" indent="0">
              <a:buNone/>
            </a:pPr>
            <a:r>
              <a:rPr lang="en-US" sz="2400" dirty="0">
                <a:latin typeface="Times New Roman" panose="02020603050405020304" pitchFamily="18" charset="0"/>
                <a:cs typeface="Times New Roman" panose="02020603050405020304" pitchFamily="18" charset="0"/>
              </a:rPr>
              <a:t>In just the last two years, the volume of data has been created than in all previous human history combined.[1]</a:t>
            </a:r>
          </a:p>
          <a:p>
            <a:r>
              <a:rPr lang="en-US" b="1" dirty="0">
                <a:latin typeface="Times New Roman" panose="02020603050405020304" pitchFamily="18" charset="0"/>
                <a:cs typeface="Times New Roman" panose="02020603050405020304" pitchFamily="18" charset="0"/>
              </a:rPr>
              <a:t>Transferable and Broadly Applicable Skill</a:t>
            </a:r>
          </a:p>
          <a:p>
            <a:pPr marL="0" indent="0">
              <a:buNone/>
            </a:pPr>
            <a:r>
              <a:rPr lang="en-US" sz="2400" dirty="0">
                <a:latin typeface="Times New Roman" panose="02020603050405020304" pitchFamily="18" charset="0"/>
                <a:cs typeface="Times New Roman" panose="02020603050405020304" pitchFamily="18" charset="0"/>
              </a:rPr>
              <a:t>Every industry, beyond tech industry, is integrating data science into their businesses, example includes finance, healthcare, retail etc.</a:t>
            </a:r>
            <a:endParaRPr lang="en-US" sz="2800"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Future Trend</a:t>
            </a:r>
            <a:r>
              <a:rPr lang="zh-CN" altLang="en-US" b="1" dirty="0">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of</a:t>
            </a:r>
            <a:r>
              <a:rPr lang="zh-CN" altLang="en-US" b="1" dirty="0">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Technology</a:t>
            </a:r>
            <a:endParaRPr lang="en-US" b="1"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Proficiency in data science positions you at the forefront of technological revolutions driven by AI and Big Data.</a:t>
            </a:r>
          </a:p>
          <a:p>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43E183C6-B290-20B5-F8D6-66FF35494378}"/>
              </a:ext>
            </a:extLst>
          </p:cNvPr>
          <p:cNvSpPr txBox="1"/>
          <p:nvPr/>
        </p:nvSpPr>
        <p:spPr>
          <a:xfrm>
            <a:off x="0" y="6488668"/>
            <a:ext cx="2167325" cy="369332"/>
          </a:xfrm>
          <a:prstGeom prst="rect">
            <a:avLst/>
          </a:prstGeom>
          <a:noFill/>
        </p:spPr>
        <p:txBody>
          <a:bodyPr wrap="none" rtlCol="0">
            <a:spAutoFit/>
          </a:bodyPr>
          <a:lstStyle/>
          <a:p>
            <a:r>
              <a:rPr lang="en-US" dirty="0">
                <a:hlinkClick r:id="rId4"/>
              </a:rPr>
              <a:t>[1]big-data-25-facts</a:t>
            </a:r>
            <a:endParaRPr lang="en-US" dirty="0"/>
          </a:p>
        </p:txBody>
      </p:sp>
    </p:spTree>
    <p:extLst>
      <p:ext uri="{BB962C8B-B14F-4D97-AF65-F5344CB8AC3E}">
        <p14:creationId xmlns:p14="http://schemas.microsoft.com/office/powerpoint/2010/main" val="1129104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845AE8E-07C1-16D4-CDFA-09BCFDC4ABDD}"/>
              </a:ext>
            </a:extLst>
          </p:cNvPr>
          <p:cNvSpPr/>
          <p:nvPr/>
        </p:nvSpPr>
        <p:spPr>
          <a:xfrm>
            <a:off x="0" y="0"/>
            <a:ext cx="12192000" cy="1041400"/>
          </a:xfrm>
          <a:prstGeom prst="rect">
            <a:avLst/>
          </a:prstGeom>
          <a:solidFill>
            <a:srgbClr val="A0233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a:extLst>
              <a:ext uri="{FF2B5EF4-FFF2-40B4-BE49-F238E27FC236}">
                <a16:creationId xmlns:a16="http://schemas.microsoft.com/office/drawing/2014/main" id="{3AFCF608-7BEC-3181-C0F9-2AF8469E8698}"/>
              </a:ext>
            </a:extLst>
          </p:cNvPr>
          <p:cNvPicPr>
            <a:picLocks noChangeAspect="1"/>
          </p:cNvPicPr>
          <p:nvPr/>
        </p:nvPicPr>
        <p:blipFill>
          <a:blip r:embed="rId3"/>
          <a:stretch>
            <a:fillRect/>
          </a:stretch>
        </p:blipFill>
        <p:spPr>
          <a:xfrm>
            <a:off x="11047412" y="22224"/>
            <a:ext cx="1019176" cy="1019176"/>
          </a:xfrm>
          <a:prstGeom prst="rect">
            <a:avLst/>
          </a:prstGeom>
        </p:spPr>
      </p:pic>
      <p:sp>
        <p:nvSpPr>
          <p:cNvPr id="7" name="TextBox 6">
            <a:extLst>
              <a:ext uri="{FF2B5EF4-FFF2-40B4-BE49-F238E27FC236}">
                <a16:creationId xmlns:a16="http://schemas.microsoft.com/office/drawing/2014/main" id="{0EDD1DF1-1357-DECA-39E8-99D5B3712941}"/>
              </a:ext>
            </a:extLst>
          </p:cNvPr>
          <p:cNvSpPr txBox="1"/>
          <p:nvPr/>
        </p:nvSpPr>
        <p:spPr>
          <a:xfrm>
            <a:off x="651377" y="197534"/>
            <a:ext cx="10889245" cy="646331"/>
          </a:xfrm>
          <a:prstGeom prst="rect">
            <a:avLst/>
          </a:prstGeom>
          <a:noFill/>
        </p:spPr>
        <p:txBody>
          <a:bodyPr wrap="square" rtlCol="0">
            <a:spAutoFit/>
          </a:bodyPr>
          <a:lstStyle/>
          <a:p>
            <a:r>
              <a:rPr lang="en-US" sz="3600" b="1" dirty="0">
                <a:solidFill>
                  <a:schemeClr val="bg1"/>
                </a:solidFill>
                <a:latin typeface="Times New Roman" panose="02020603050405020304" pitchFamily="18" charset="0"/>
                <a:cs typeface="Times New Roman" panose="02020603050405020304" pitchFamily="18" charset="0"/>
              </a:rPr>
              <a:t>Applications of Data Science</a:t>
            </a:r>
          </a:p>
        </p:txBody>
      </p:sp>
      <p:sp>
        <p:nvSpPr>
          <p:cNvPr id="2" name="Content Placeholder 2">
            <a:extLst>
              <a:ext uri="{FF2B5EF4-FFF2-40B4-BE49-F238E27FC236}">
                <a16:creationId xmlns:a16="http://schemas.microsoft.com/office/drawing/2014/main" id="{607D9401-C860-BD4A-B133-F172015F31D8}"/>
              </a:ext>
            </a:extLst>
          </p:cNvPr>
          <p:cNvSpPr>
            <a:spLocks noGrp="1"/>
          </p:cNvSpPr>
          <p:nvPr>
            <p:ph idx="4294967295"/>
          </p:nvPr>
        </p:nvSpPr>
        <p:spPr>
          <a:xfrm>
            <a:off x="838200" y="1425543"/>
            <a:ext cx="10515600" cy="5067854"/>
          </a:xfrm>
        </p:spPr>
        <p:txBody>
          <a:bodyPr>
            <a:normAutofit fontScale="85000" lnSpcReduction="20000"/>
          </a:bodyPr>
          <a:lstStyle/>
          <a:p>
            <a:r>
              <a:rPr lang="en-GB" b="1" dirty="0">
                <a:latin typeface="Times New Roman" panose="02020603050405020304" pitchFamily="18" charset="0"/>
                <a:cs typeface="Times New Roman" panose="02020603050405020304" pitchFamily="18" charset="0"/>
              </a:rPr>
              <a:t>Manufacturing</a:t>
            </a:r>
          </a:p>
          <a:p>
            <a:pPr lvl="1"/>
            <a:r>
              <a:rPr lang="en-GB" dirty="0">
                <a:latin typeface="Times New Roman" panose="02020603050405020304" pitchFamily="18" charset="0"/>
                <a:cs typeface="Times New Roman" panose="02020603050405020304" pitchFamily="18" charset="0"/>
              </a:rPr>
              <a:t>Process Optimization</a:t>
            </a:r>
          </a:p>
          <a:p>
            <a:pPr lvl="1"/>
            <a:r>
              <a:rPr lang="en-GB" dirty="0">
                <a:latin typeface="Times New Roman" panose="02020603050405020304" pitchFamily="18" charset="0"/>
                <a:cs typeface="Times New Roman" panose="02020603050405020304" pitchFamily="18" charset="0"/>
              </a:rPr>
              <a:t>Quality Control</a:t>
            </a:r>
          </a:p>
          <a:p>
            <a:r>
              <a:rPr lang="en-GB" b="1" dirty="0">
                <a:latin typeface="Times New Roman" panose="02020603050405020304" pitchFamily="18" charset="0"/>
                <a:cs typeface="Times New Roman" panose="02020603050405020304" pitchFamily="18" charset="0"/>
              </a:rPr>
              <a:t>Transportation </a:t>
            </a:r>
          </a:p>
          <a:p>
            <a:pPr lvl="1"/>
            <a:r>
              <a:rPr lang="en-GB" dirty="0">
                <a:latin typeface="Times New Roman" panose="02020603050405020304" pitchFamily="18" charset="0"/>
                <a:cs typeface="Times New Roman" panose="02020603050405020304" pitchFamily="18" charset="0"/>
              </a:rPr>
              <a:t>Route Optimization</a:t>
            </a:r>
          </a:p>
          <a:p>
            <a:pPr lvl="1"/>
            <a:r>
              <a:rPr lang="en-GB" dirty="0">
                <a:latin typeface="Times New Roman" panose="02020603050405020304" pitchFamily="18" charset="0"/>
                <a:cs typeface="Times New Roman" panose="02020603050405020304" pitchFamily="18" charset="0"/>
              </a:rPr>
              <a:t>Traffic Forecasting</a:t>
            </a:r>
          </a:p>
          <a:p>
            <a:r>
              <a:rPr lang="en-US" b="1" dirty="0">
                <a:latin typeface="Times New Roman" panose="02020603050405020304" pitchFamily="18" charset="0"/>
                <a:cs typeface="Times New Roman" panose="02020603050405020304" pitchFamily="18" charset="0"/>
              </a:rPr>
              <a:t>Retail</a:t>
            </a:r>
          </a:p>
          <a:p>
            <a:pPr lvl="1"/>
            <a:r>
              <a:rPr lang="en-US" dirty="0">
                <a:latin typeface="Times New Roman" panose="02020603050405020304" pitchFamily="18" charset="0"/>
                <a:cs typeface="Times New Roman" panose="02020603050405020304" pitchFamily="18" charset="0"/>
              </a:rPr>
              <a:t>Customer Segmentation</a:t>
            </a:r>
          </a:p>
          <a:p>
            <a:pPr lvl="1"/>
            <a:r>
              <a:rPr lang="en-US" dirty="0">
                <a:latin typeface="Times New Roman" panose="02020603050405020304" pitchFamily="18" charset="0"/>
                <a:cs typeface="Times New Roman" panose="02020603050405020304" pitchFamily="18" charset="0"/>
              </a:rPr>
              <a:t>Inventory Management</a:t>
            </a:r>
          </a:p>
          <a:p>
            <a:pPr lvl="1"/>
            <a:r>
              <a:rPr lang="en-US" dirty="0">
                <a:latin typeface="Times New Roman" panose="02020603050405020304" pitchFamily="18" charset="0"/>
                <a:cs typeface="Times New Roman" panose="02020603050405020304" pitchFamily="18" charset="0"/>
              </a:rPr>
              <a:t>Recommender System</a:t>
            </a:r>
          </a:p>
          <a:p>
            <a:r>
              <a:rPr lang="en-US" b="1" dirty="0">
                <a:latin typeface="Times New Roman" panose="02020603050405020304" pitchFamily="18" charset="0"/>
                <a:cs typeface="Times New Roman" panose="02020603050405020304" pitchFamily="18" charset="0"/>
              </a:rPr>
              <a:t>Finance </a:t>
            </a:r>
          </a:p>
          <a:p>
            <a:pPr lvl="1"/>
            <a:r>
              <a:rPr lang="en-US" dirty="0">
                <a:latin typeface="Times New Roman" panose="02020603050405020304" pitchFamily="18" charset="0"/>
                <a:cs typeface="Times New Roman" panose="02020603050405020304" pitchFamily="18" charset="0"/>
              </a:rPr>
              <a:t>Market Prediction </a:t>
            </a:r>
          </a:p>
          <a:p>
            <a:pPr lvl="1"/>
            <a:r>
              <a:rPr lang="en-US" dirty="0">
                <a:latin typeface="Times New Roman" panose="02020603050405020304" pitchFamily="18" charset="0"/>
                <a:cs typeface="Times New Roman" panose="02020603050405020304" pitchFamily="18" charset="0"/>
              </a:rPr>
              <a:t>Fraud Detection</a:t>
            </a:r>
          </a:p>
          <a:p>
            <a:r>
              <a:rPr lang="en-US" b="1" dirty="0">
                <a:latin typeface="Times New Roman" panose="02020603050405020304" pitchFamily="18" charset="0"/>
                <a:cs typeface="Times New Roman" panose="02020603050405020304" pitchFamily="18" charset="0"/>
              </a:rPr>
              <a:t>Healthcare</a:t>
            </a:r>
            <a:r>
              <a:rPr lang="en-US" dirty="0">
                <a:latin typeface="Times New Roman" panose="02020603050405020304" pitchFamily="18" charset="0"/>
                <a:cs typeface="Times New Roman" panose="02020603050405020304" pitchFamily="18" charset="0"/>
              </a:rPr>
              <a:t> </a:t>
            </a:r>
          </a:p>
          <a:p>
            <a:pPr lvl="1"/>
            <a:r>
              <a:rPr lang="en-US" dirty="0">
                <a:latin typeface="Times New Roman" panose="02020603050405020304" pitchFamily="18" charset="0"/>
                <a:cs typeface="Times New Roman" panose="02020603050405020304" pitchFamily="18" charset="0"/>
              </a:rPr>
              <a:t>Personalized Medicine</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08121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
                                            <p:txEl>
                                              <p:pRg st="10" end="10"/>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
                                            <p:txEl>
                                              <p:pRg st="11" end="11"/>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
                                            <p:txEl>
                                              <p:pRg st="12" end="12"/>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
                                            <p:txEl>
                                              <p:pRg st="13" end="13"/>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845AE8E-07C1-16D4-CDFA-09BCFDC4ABDD}"/>
              </a:ext>
            </a:extLst>
          </p:cNvPr>
          <p:cNvSpPr/>
          <p:nvPr/>
        </p:nvSpPr>
        <p:spPr>
          <a:xfrm>
            <a:off x="0" y="0"/>
            <a:ext cx="12192000" cy="1041400"/>
          </a:xfrm>
          <a:prstGeom prst="rect">
            <a:avLst/>
          </a:prstGeom>
          <a:solidFill>
            <a:srgbClr val="A0233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a:extLst>
              <a:ext uri="{FF2B5EF4-FFF2-40B4-BE49-F238E27FC236}">
                <a16:creationId xmlns:a16="http://schemas.microsoft.com/office/drawing/2014/main" id="{3AFCF608-7BEC-3181-C0F9-2AF8469E8698}"/>
              </a:ext>
            </a:extLst>
          </p:cNvPr>
          <p:cNvPicPr>
            <a:picLocks noChangeAspect="1"/>
          </p:cNvPicPr>
          <p:nvPr/>
        </p:nvPicPr>
        <p:blipFill>
          <a:blip r:embed="rId3"/>
          <a:stretch>
            <a:fillRect/>
          </a:stretch>
        </p:blipFill>
        <p:spPr>
          <a:xfrm>
            <a:off x="11047412" y="22224"/>
            <a:ext cx="1019176" cy="1019176"/>
          </a:xfrm>
          <a:prstGeom prst="rect">
            <a:avLst/>
          </a:prstGeom>
        </p:spPr>
      </p:pic>
      <p:sp>
        <p:nvSpPr>
          <p:cNvPr id="7" name="TextBox 6">
            <a:extLst>
              <a:ext uri="{FF2B5EF4-FFF2-40B4-BE49-F238E27FC236}">
                <a16:creationId xmlns:a16="http://schemas.microsoft.com/office/drawing/2014/main" id="{0EDD1DF1-1357-DECA-39E8-99D5B3712941}"/>
              </a:ext>
            </a:extLst>
          </p:cNvPr>
          <p:cNvSpPr txBox="1"/>
          <p:nvPr/>
        </p:nvSpPr>
        <p:spPr>
          <a:xfrm>
            <a:off x="651377" y="197534"/>
            <a:ext cx="10889245" cy="646331"/>
          </a:xfrm>
          <a:prstGeom prst="rect">
            <a:avLst/>
          </a:prstGeom>
          <a:noFill/>
        </p:spPr>
        <p:txBody>
          <a:bodyPr wrap="square" rtlCol="0">
            <a:spAutoFit/>
          </a:bodyPr>
          <a:lstStyle/>
          <a:p>
            <a:r>
              <a:rPr lang="en-US" sz="3600" b="1" dirty="0">
                <a:solidFill>
                  <a:schemeClr val="bg1"/>
                </a:solidFill>
                <a:latin typeface="Times New Roman" panose="02020603050405020304" pitchFamily="18" charset="0"/>
                <a:cs typeface="Times New Roman" panose="02020603050405020304" pitchFamily="18" charset="0"/>
              </a:rPr>
              <a:t>What you will be able to do after </a:t>
            </a:r>
          </a:p>
        </p:txBody>
      </p:sp>
      <p:sp>
        <p:nvSpPr>
          <p:cNvPr id="3" name="Content Placeholder 2">
            <a:extLst>
              <a:ext uri="{FF2B5EF4-FFF2-40B4-BE49-F238E27FC236}">
                <a16:creationId xmlns:a16="http://schemas.microsoft.com/office/drawing/2014/main" id="{6113324C-002C-9D45-2674-B0B00E4E157C}"/>
              </a:ext>
            </a:extLst>
          </p:cNvPr>
          <p:cNvSpPr>
            <a:spLocks noGrp="1"/>
          </p:cNvSpPr>
          <p:nvPr>
            <p:ph idx="4294967295"/>
          </p:nvPr>
        </p:nvSpPr>
        <p:spPr>
          <a:xfrm>
            <a:off x="364386" y="1238934"/>
            <a:ext cx="10515600" cy="5067854"/>
          </a:xfrm>
        </p:spPr>
        <p:txBody>
          <a:bodyPr>
            <a:normAutofit/>
          </a:bodyPr>
          <a:lstStyle/>
          <a:p>
            <a:pPr marL="0" indent="0" algn="ctr">
              <a:buNone/>
            </a:pPr>
            <a:endParaRPr lang="en-US" b="1" dirty="0">
              <a:latin typeface="Times New Roman" panose="02020603050405020304" pitchFamily="18" charset="0"/>
              <a:cs typeface="Times New Roman" panose="02020603050405020304" pitchFamily="18" charset="0"/>
            </a:endParaRPr>
          </a:p>
          <a:p>
            <a:pPr marL="0" indent="0" algn="ctr">
              <a:buNone/>
            </a:pPr>
            <a:r>
              <a:rPr lang="en-US" b="1" dirty="0">
                <a:latin typeface="Times New Roman" panose="02020603050405020304" pitchFamily="18" charset="0"/>
                <a:cs typeface="Times New Roman" panose="02020603050405020304" pitchFamily="18" charset="0"/>
              </a:rPr>
              <a:t>Find your answer </a:t>
            </a:r>
            <a:r>
              <a:rPr lang="en-US" dirty="0">
                <a:latin typeface="Times New Roman" panose="02020603050405020304" pitchFamily="18" charset="0"/>
                <a:cs typeface="Times New Roman" panose="02020603050405020304" pitchFamily="18" charset="0"/>
              </a:rPr>
              <a:t>to your questions from data </a:t>
            </a:r>
          </a:p>
          <a:p>
            <a:pPr marL="0" indent="0" algn="ctr">
              <a:buNone/>
            </a:pPr>
            <a:endParaRPr lang="en-US" b="1" dirty="0">
              <a:latin typeface="Times New Roman" panose="02020603050405020304" pitchFamily="18" charset="0"/>
              <a:cs typeface="Times New Roman" panose="02020603050405020304" pitchFamily="18" charset="0"/>
            </a:endParaRPr>
          </a:p>
          <a:p>
            <a:pPr marL="0" indent="0" algn="ctr">
              <a:buNone/>
            </a:pPr>
            <a:r>
              <a:rPr lang="en-US" b="1" dirty="0">
                <a:latin typeface="Times New Roman" panose="02020603050405020304" pitchFamily="18" charset="0"/>
                <a:cs typeface="Times New Roman" panose="02020603050405020304" pitchFamily="18" charset="0"/>
              </a:rPr>
              <a:t>Verify your hypothesis, </a:t>
            </a:r>
            <a:r>
              <a:rPr lang="en-US" dirty="0">
                <a:latin typeface="Times New Roman" panose="02020603050405020304" pitchFamily="18" charset="0"/>
                <a:cs typeface="Times New Roman" panose="02020603050405020304" pitchFamily="18" charset="0"/>
              </a:rPr>
              <a:t>and</a:t>
            </a:r>
            <a:r>
              <a:rPr lang="en-US" b="1" dirty="0">
                <a:latin typeface="Times New Roman" panose="02020603050405020304" pitchFamily="18" charset="0"/>
                <a:cs typeface="Times New Roman" panose="02020603050405020304" pitchFamily="18" charset="0"/>
              </a:rPr>
              <a:t> validate assumptions</a:t>
            </a:r>
          </a:p>
          <a:p>
            <a:pPr marL="0" indent="0" algn="ctr">
              <a:buNone/>
            </a:pPr>
            <a:endParaRPr lang="en-US" b="1" dirty="0">
              <a:latin typeface="Times New Roman" panose="02020603050405020304" pitchFamily="18" charset="0"/>
              <a:cs typeface="Times New Roman" panose="02020603050405020304" pitchFamily="18" charset="0"/>
            </a:endParaRPr>
          </a:p>
          <a:p>
            <a:pPr marL="0" indent="0" algn="ctr">
              <a:buNone/>
            </a:pPr>
            <a:r>
              <a:rPr lang="en-US" b="1" dirty="0">
                <a:latin typeface="Times New Roman" panose="02020603050405020304" pitchFamily="18" charset="0"/>
                <a:cs typeface="Times New Roman" panose="02020603050405020304" pitchFamily="18" charset="0"/>
              </a:rPr>
              <a:t>Communicate findings </a:t>
            </a:r>
            <a:r>
              <a:rPr lang="en-US" dirty="0">
                <a:latin typeface="Times New Roman" panose="02020603050405020304" pitchFamily="18" charset="0"/>
                <a:cs typeface="Times New Roman" panose="02020603050405020304" pitchFamily="18" charset="0"/>
              </a:rPr>
              <a:t>in a clear way </a:t>
            </a:r>
          </a:p>
          <a:p>
            <a:pPr marL="0" indent="0" algn="ctr">
              <a:buNone/>
            </a:pPr>
            <a:r>
              <a:rPr lang="en-US" dirty="0">
                <a:latin typeface="Times New Roman" panose="02020603050405020304" pitchFamily="18" charset="0"/>
                <a:cs typeface="Times New Roman" panose="02020603050405020304" pitchFamily="18" charset="0"/>
              </a:rPr>
              <a:t>to the stakeholders using data visualization tools</a:t>
            </a:r>
          </a:p>
          <a:p>
            <a:pPr marL="0" indent="0" algn="ctr">
              <a:buNone/>
            </a:pPr>
            <a:endParaRPr lang="en-US" dirty="0">
              <a:latin typeface="Times New Roman" panose="02020603050405020304" pitchFamily="18" charset="0"/>
              <a:cs typeface="Times New Roman" panose="02020603050405020304" pitchFamily="18" charset="0"/>
            </a:endParaRPr>
          </a:p>
          <a:p>
            <a:pPr marL="0" indent="0" algn="ctr">
              <a:buNone/>
            </a:pPr>
            <a:r>
              <a:rPr lang="en-US" dirty="0">
                <a:latin typeface="Times New Roman" panose="02020603050405020304" pitchFamily="18" charset="0"/>
                <a:cs typeface="Times New Roman" panose="02020603050405020304" pitchFamily="18" charset="0"/>
              </a:rPr>
              <a:t>Solve </a:t>
            </a:r>
            <a:r>
              <a:rPr lang="en-US" b="1" dirty="0">
                <a:latin typeface="Times New Roman" panose="02020603050405020304" pitchFamily="18" charset="0"/>
                <a:cs typeface="Times New Roman" panose="02020603050405020304" pitchFamily="18" charset="0"/>
              </a:rPr>
              <a:t>Real-World</a:t>
            </a:r>
            <a:r>
              <a:rPr lang="en-US" dirty="0">
                <a:latin typeface="Times New Roman" panose="02020603050405020304" pitchFamily="18" charset="0"/>
                <a:cs typeface="Times New Roman" panose="02020603050405020304" pitchFamily="18" charset="0"/>
              </a:rPr>
              <a:t> Data Science Problems</a:t>
            </a:r>
          </a:p>
          <a:p>
            <a:pPr marL="0" indent="0" algn="ctr">
              <a:buNone/>
            </a:pPr>
            <a:endParaRPr lang="en-US" dirty="0">
              <a:latin typeface="Times New Roman" panose="02020603050405020304" pitchFamily="18" charset="0"/>
              <a:cs typeface="Times New Roman" panose="02020603050405020304" pitchFamily="18" charset="0"/>
            </a:endParaRPr>
          </a:p>
          <a:p>
            <a:pPr marL="0" indent="0" algn="ctr">
              <a:buNone/>
            </a:pPr>
            <a:endParaRPr lang="en-US" dirty="0">
              <a:latin typeface="Times New Roman" panose="02020603050405020304" pitchFamily="18" charset="0"/>
              <a:cs typeface="Times New Roman" panose="02020603050405020304" pitchFamily="18" charset="0"/>
            </a:endParaRPr>
          </a:p>
          <a:p>
            <a:pPr marL="0" indent="0" algn="ctr">
              <a:buNone/>
            </a:pPr>
            <a:endParaRPr lang="en-US" b="1" dirty="0">
              <a:latin typeface="Times New Roman" panose="02020603050405020304" pitchFamily="18" charset="0"/>
              <a:cs typeface="Times New Roman" panose="02020603050405020304" pitchFamily="18" charset="0"/>
            </a:endParaRPr>
          </a:p>
          <a:p>
            <a:pPr marL="0" indent="0" algn="ctr">
              <a:buNone/>
            </a:pPr>
            <a:endParaRPr lang="en-US" b="1" dirty="0">
              <a:latin typeface="Times New Roman" panose="02020603050405020304" pitchFamily="18" charset="0"/>
              <a:cs typeface="Times New Roman" panose="02020603050405020304" pitchFamily="18" charset="0"/>
            </a:endParaRPr>
          </a:p>
          <a:p>
            <a:pPr marL="0" indent="0" algn="ctr">
              <a:buNone/>
            </a:pP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40817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7A7555F-F207-DEAC-5FD9-11969015BD10}"/>
              </a:ext>
            </a:extLst>
          </p:cNvPr>
          <p:cNvSpPr/>
          <p:nvPr/>
        </p:nvSpPr>
        <p:spPr>
          <a:xfrm>
            <a:off x="0" y="1469004"/>
            <a:ext cx="12192000" cy="3919991"/>
          </a:xfrm>
          <a:prstGeom prst="rect">
            <a:avLst/>
          </a:prstGeom>
          <a:solidFill>
            <a:srgbClr val="A0233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dirty="0"/>
          </a:p>
        </p:txBody>
      </p:sp>
      <p:sp>
        <p:nvSpPr>
          <p:cNvPr id="5" name="TextBox 4">
            <a:extLst>
              <a:ext uri="{FF2B5EF4-FFF2-40B4-BE49-F238E27FC236}">
                <a16:creationId xmlns:a16="http://schemas.microsoft.com/office/drawing/2014/main" id="{B04B9F62-8DE9-6DC5-E4AA-3A156D0C423D}"/>
              </a:ext>
            </a:extLst>
          </p:cNvPr>
          <p:cNvSpPr txBox="1"/>
          <p:nvPr/>
        </p:nvSpPr>
        <p:spPr>
          <a:xfrm>
            <a:off x="0" y="2921167"/>
            <a:ext cx="7946265" cy="1015663"/>
          </a:xfrm>
          <a:prstGeom prst="rect">
            <a:avLst/>
          </a:prstGeom>
          <a:noFill/>
        </p:spPr>
        <p:txBody>
          <a:bodyPr wrap="square" rtlCol="0">
            <a:spAutoFit/>
          </a:bodyPr>
          <a:lstStyle/>
          <a:p>
            <a:pPr algn="ctr"/>
            <a:r>
              <a:rPr lang="en-US" sz="6000" b="1" dirty="0">
                <a:solidFill>
                  <a:schemeClr val="bg1"/>
                </a:solidFill>
                <a:latin typeface="Times New Roman" panose="02020603050405020304" pitchFamily="18" charset="0"/>
                <a:cs typeface="Times New Roman" panose="02020603050405020304" pitchFamily="18" charset="0"/>
              </a:rPr>
              <a:t>What is Data?</a:t>
            </a:r>
          </a:p>
        </p:txBody>
      </p:sp>
      <p:pic>
        <p:nvPicPr>
          <p:cNvPr id="6" name="Picture 5">
            <a:extLst>
              <a:ext uri="{FF2B5EF4-FFF2-40B4-BE49-F238E27FC236}">
                <a16:creationId xmlns:a16="http://schemas.microsoft.com/office/drawing/2014/main" id="{CAFD174D-FD69-B7BD-A9E6-4BCD8D055EC6}"/>
              </a:ext>
            </a:extLst>
          </p:cNvPr>
          <p:cNvPicPr>
            <a:picLocks noChangeAspect="1"/>
          </p:cNvPicPr>
          <p:nvPr/>
        </p:nvPicPr>
        <p:blipFill>
          <a:blip r:embed="rId2"/>
          <a:stretch>
            <a:fillRect/>
          </a:stretch>
        </p:blipFill>
        <p:spPr>
          <a:xfrm>
            <a:off x="7216756" y="265185"/>
            <a:ext cx="6327630" cy="6327630"/>
          </a:xfrm>
          <a:prstGeom prst="rect">
            <a:avLst/>
          </a:prstGeom>
        </p:spPr>
      </p:pic>
    </p:spTree>
    <p:extLst>
      <p:ext uri="{BB962C8B-B14F-4D97-AF65-F5344CB8AC3E}">
        <p14:creationId xmlns:p14="http://schemas.microsoft.com/office/powerpoint/2010/main" val="27433144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845AE8E-07C1-16D4-CDFA-09BCFDC4ABDD}"/>
              </a:ext>
            </a:extLst>
          </p:cNvPr>
          <p:cNvSpPr/>
          <p:nvPr/>
        </p:nvSpPr>
        <p:spPr>
          <a:xfrm>
            <a:off x="0" y="0"/>
            <a:ext cx="12192000" cy="1041400"/>
          </a:xfrm>
          <a:prstGeom prst="rect">
            <a:avLst/>
          </a:prstGeom>
          <a:solidFill>
            <a:srgbClr val="A0233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a:extLst>
              <a:ext uri="{FF2B5EF4-FFF2-40B4-BE49-F238E27FC236}">
                <a16:creationId xmlns:a16="http://schemas.microsoft.com/office/drawing/2014/main" id="{3AFCF608-7BEC-3181-C0F9-2AF8469E8698}"/>
              </a:ext>
            </a:extLst>
          </p:cNvPr>
          <p:cNvPicPr>
            <a:picLocks noChangeAspect="1"/>
          </p:cNvPicPr>
          <p:nvPr/>
        </p:nvPicPr>
        <p:blipFill>
          <a:blip r:embed="rId3"/>
          <a:stretch>
            <a:fillRect/>
          </a:stretch>
        </p:blipFill>
        <p:spPr>
          <a:xfrm>
            <a:off x="11047412" y="22224"/>
            <a:ext cx="1019176" cy="1019176"/>
          </a:xfrm>
          <a:prstGeom prst="rect">
            <a:avLst/>
          </a:prstGeom>
        </p:spPr>
      </p:pic>
      <p:sp>
        <p:nvSpPr>
          <p:cNvPr id="7" name="TextBox 6">
            <a:extLst>
              <a:ext uri="{FF2B5EF4-FFF2-40B4-BE49-F238E27FC236}">
                <a16:creationId xmlns:a16="http://schemas.microsoft.com/office/drawing/2014/main" id="{0EDD1DF1-1357-DECA-39E8-99D5B3712941}"/>
              </a:ext>
            </a:extLst>
          </p:cNvPr>
          <p:cNvSpPr txBox="1"/>
          <p:nvPr/>
        </p:nvSpPr>
        <p:spPr>
          <a:xfrm>
            <a:off x="651377" y="197534"/>
            <a:ext cx="10889245" cy="646331"/>
          </a:xfrm>
          <a:prstGeom prst="rect">
            <a:avLst/>
          </a:prstGeom>
          <a:noFill/>
        </p:spPr>
        <p:txBody>
          <a:bodyPr wrap="square" rtlCol="0">
            <a:spAutoFit/>
          </a:bodyPr>
          <a:lstStyle/>
          <a:p>
            <a:r>
              <a:rPr lang="en-US" sz="3600" b="1" dirty="0">
                <a:solidFill>
                  <a:schemeClr val="bg1"/>
                </a:solidFill>
                <a:latin typeface="Times New Roman" panose="02020603050405020304" pitchFamily="18" charset="0"/>
                <a:cs typeface="Times New Roman" panose="02020603050405020304" pitchFamily="18" charset="0"/>
              </a:rPr>
              <a:t>Data</a:t>
            </a:r>
          </a:p>
        </p:txBody>
      </p:sp>
      <p:sp>
        <p:nvSpPr>
          <p:cNvPr id="3" name="Content Placeholder 2">
            <a:extLst>
              <a:ext uri="{FF2B5EF4-FFF2-40B4-BE49-F238E27FC236}">
                <a16:creationId xmlns:a16="http://schemas.microsoft.com/office/drawing/2014/main" id="{6113324C-002C-9D45-2674-B0B00E4E157C}"/>
              </a:ext>
            </a:extLst>
          </p:cNvPr>
          <p:cNvSpPr>
            <a:spLocks noGrp="1"/>
          </p:cNvSpPr>
          <p:nvPr>
            <p:ph idx="4294967295"/>
          </p:nvPr>
        </p:nvSpPr>
        <p:spPr>
          <a:xfrm>
            <a:off x="364386" y="1238934"/>
            <a:ext cx="10515600" cy="5067854"/>
          </a:xfrm>
          <a:noFill/>
        </p:spPr>
        <p:txBody>
          <a:bodyPr>
            <a:normAutofit/>
          </a:bodyPr>
          <a:lstStyle/>
          <a:p>
            <a:pPr marL="0" indent="0" algn="ctr">
              <a:buNone/>
            </a:pPr>
            <a:r>
              <a:rPr lang="en-US" sz="4000" b="1" dirty="0">
                <a:latin typeface="Times New Roman" panose="02020603050405020304" pitchFamily="18" charset="0"/>
                <a:cs typeface="Times New Roman" panose="02020603050405020304" pitchFamily="18" charset="0"/>
              </a:rPr>
              <a:t>How did humans make decisions in the days </a:t>
            </a:r>
          </a:p>
          <a:p>
            <a:pPr marL="0" indent="0" algn="ctr">
              <a:buNone/>
            </a:pPr>
            <a:r>
              <a:rPr lang="en-US" sz="4000" b="1" dirty="0">
                <a:latin typeface="Times New Roman" panose="02020603050405020304" pitchFamily="18" charset="0"/>
                <a:cs typeface="Times New Roman" panose="02020603050405020304" pitchFamily="18" charset="0"/>
              </a:rPr>
              <a:t>before computers?</a:t>
            </a:r>
          </a:p>
          <a:p>
            <a:pPr marL="0" indent="0" algn="ctr">
              <a:buNone/>
            </a:pPr>
            <a:r>
              <a:rPr lang="en-US" sz="4000" dirty="0">
                <a:solidFill>
                  <a:srgbClr val="FF0000"/>
                </a:solidFill>
                <a:latin typeface="Times New Roman" panose="02020603050405020304" pitchFamily="18" charset="0"/>
                <a:cs typeface="Times New Roman" panose="02020603050405020304" pitchFamily="18" charset="0"/>
              </a:rPr>
              <a:t>Experience</a:t>
            </a:r>
          </a:p>
          <a:p>
            <a:pPr marL="0" indent="0" algn="l">
              <a:buNone/>
            </a:pPr>
            <a:endParaRPr lang="en-GB" sz="2400" dirty="0">
              <a:solidFill>
                <a:srgbClr val="1F1F1F"/>
              </a:solidFill>
              <a:latin typeface="Times New Roman" panose="02020603050405020304" pitchFamily="18" charset="0"/>
              <a:cs typeface="Times New Roman" panose="02020603050405020304" pitchFamily="18" charset="0"/>
            </a:endParaRPr>
          </a:p>
          <a:p>
            <a:pPr marL="0" indent="0" algn="l">
              <a:buNone/>
            </a:pPr>
            <a:r>
              <a:rPr lang="en-GB" sz="2400" dirty="0">
                <a:solidFill>
                  <a:srgbClr val="1F1F1F"/>
                </a:solidFill>
                <a:latin typeface="Times New Roman" panose="02020603050405020304" pitchFamily="18" charset="0"/>
                <a:cs typeface="Times New Roman" panose="02020603050405020304" pitchFamily="18" charset="0"/>
              </a:rPr>
              <a:t>From Google Dictionaries</a:t>
            </a:r>
          </a:p>
          <a:p>
            <a:pPr marL="0" indent="0" algn="l">
              <a:buNone/>
            </a:pPr>
            <a:r>
              <a:rPr lang="en-GB" sz="2400" dirty="0">
                <a:solidFill>
                  <a:srgbClr val="1F1F1F"/>
                </a:solidFill>
                <a:latin typeface="Times New Roman" panose="02020603050405020304" pitchFamily="18" charset="0"/>
                <a:cs typeface="Times New Roman" panose="02020603050405020304" pitchFamily="18" charset="0"/>
              </a:rPr>
              <a:t>	</a:t>
            </a:r>
            <a:r>
              <a:rPr lang="en-GB" sz="2400" b="1" dirty="0">
                <a:solidFill>
                  <a:srgbClr val="FF0000"/>
                </a:solidFill>
                <a:latin typeface="Times New Roman" panose="02020603050405020304" pitchFamily="18" charset="0"/>
                <a:cs typeface="Times New Roman" panose="02020603050405020304" pitchFamily="18" charset="0"/>
              </a:rPr>
              <a:t>Facts</a:t>
            </a:r>
            <a:r>
              <a:rPr lang="en-GB" sz="2400" dirty="0">
                <a:solidFill>
                  <a:srgbClr val="FF0000"/>
                </a:solidFill>
                <a:latin typeface="Times New Roman" panose="02020603050405020304" pitchFamily="18" charset="0"/>
                <a:cs typeface="Times New Roman" panose="02020603050405020304" pitchFamily="18" charset="0"/>
              </a:rPr>
              <a:t> and </a:t>
            </a:r>
            <a:r>
              <a:rPr lang="en-GB" sz="2400" b="1" dirty="0">
                <a:solidFill>
                  <a:srgbClr val="FF0000"/>
                </a:solidFill>
                <a:latin typeface="Times New Roman" panose="02020603050405020304" pitchFamily="18" charset="0"/>
                <a:cs typeface="Times New Roman" panose="02020603050405020304" pitchFamily="18" charset="0"/>
              </a:rPr>
              <a:t>statistics</a:t>
            </a:r>
            <a:r>
              <a:rPr lang="en-GB" sz="2400" dirty="0">
                <a:solidFill>
                  <a:srgbClr val="FF0000"/>
                </a:solidFill>
                <a:latin typeface="Times New Roman" panose="02020603050405020304" pitchFamily="18" charset="0"/>
                <a:cs typeface="Times New Roman" panose="02020603050405020304" pitchFamily="18" charset="0"/>
              </a:rPr>
              <a:t> collected together for reference or analysis.</a:t>
            </a:r>
          </a:p>
          <a:p>
            <a:pPr marL="0" indent="0" algn="l">
              <a:buNone/>
            </a:pPr>
            <a:r>
              <a:rPr lang="en-GB" sz="2400" dirty="0">
                <a:solidFill>
                  <a:srgbClr val="1F1F1F"/>
                </a:solidFill>
                <a:latin typeface="Times New Roman" panose="02020603050405020304" pitchFamily="18" charset="0"/>
                <a:cs typeface="Times New Roman" panose="02020603050405020304" pitchFamily="18" charset="0"/>
              </a:rPr>
              <a:t>From Wikipedia </a:t>
            </a:r>
          </a:p>
          <a:p>
            <a:pPr marL="0" indent="0" algn="l">
              <a:buNone/>
            </a:pPr>
            <a:r>
              <a:rPr lang="en-GB" sz="2400" dirty="0">
                <a:solidFill>
                  <a:srgbClr val="1F1F1F"/>
                </a:solidFill>
                <a:latin typeface="Times New Roman" panose="02020603050405020304" pitchFamily="18" charset="0"/>
                <a:cs typeface="Times New Roman" panose="02020603050405020304" pitchFamily="18" charset="0"/>
              </a:rPr>
              <a:t>	</a:t>
            </a:r>
            <a:r>
              <a:rPr lang="en-GB" sz="2400" dirty="0">
                <a:solidFill>
                  <a:srgbClr val="FF0000"/>
                </a:solidFill>
                <a:latin typeface="Times New Roman" panose="02020603050405020304" pitchFamily="18" charset="0"/>
                <a:cs typeface="Times New Roman" panose="02020603050405020304" pitchFamily="18" charset="0"/>
              </a:rPr>
              <a:t>a collection of discrete or continuous values that convey </a:t>
            </a:r>
            <a:r>
              <a:rPr lang="en-GB" sz="2400" b="1" dirty="0">
                <a:solidFill>
                  <a:srgbClr val="FF0000"/>
                </a:solidFill>
                <a:latin typeface="Times New Roman" panose="02020603050405020304" pitchFamily="18" charset="0"/>
                <a:cs typeface="Times New Roman" panose="02020603050405020304" pitchFamily="18" charset="0"/>
              </a:rPr>
              <a:t>information</a:t>
            </a:r>
            <a:r>
              <a:rPr lang="en-GB" sz="2400" dirty="0">
                <a:solidFill>
                  <a:srgbClr val="FF0000"/>
                </a:solidFill>
                <a:latin typeface="Times New Roman" panose="02020603050405020304" pitchFamily="18" charset="0"/>
                <a:cs typeface="Times New Roman" panose="02020603050405020304" pitchFamily="18" charset="0"/>
              </a:rPr>
              <a:t>, describing the quantity, quality, fact, statistics, other basic units of meaning, or simply sequences of symbols that may be further interpreted formally</a:t>
            </a:r>
          </a:p>
          <a:p>
            <a:pPr marL="0" indent="0" algn="l">
              <a:buNone/>
            </a:pPr>
            <a:endParaRPr lang="en-GB" sz="4000" dirty="0">
              <a:solidFill>
                <a:srgbClr val="1F1F1F"/>
              </a:solidFill>
              <a:latin typeface="Arial" panose="020B0604020202020204" pitchFamily="34" charset="0"/>
            </a:endParaRPr>
          </a:p>
          <a:p>
            <a:pPr marL="0" indent="0">
              <a:buNone/>
            </a:pPr>
            <a:endParaRPr lang="en-US" sz="4000" dirty="0">
              <a:solidFill>
                <a:srgbClr val="FF0000"/>
              </a:solidFill>
              <a:latin typeface="Times New Roman" panose="02020603050405020304" pitchFamily="18" charset="0"/>
              <a:cs typeface="Times New Roman" panose="02020603050405020304" pitchFamily="18" charset="0"/>
            </a:endParaRPr>
          </a:p>
        </p:txBody>
      </p:sp>
      <p:cxnSp>
        <p:nvCxnSpPr>
          <p:cNvPr id="2" name="Straight Connector 1">
            <a:extLst>
              <a:ext uri="{FF2B5EF4-FFF2-40B4-BE49-F238E27FC236}">
                <a16:creationId xmlns:a16="http://schemas.microsoft.com/office/drawing/2014/main" id="{75A4E5B1-B4A0-F1D1-306A-25DC6ACD5608}"/>
              </a:ext>
            </a:extLst>
          </p:cNvPr>
          <p:cNvCxnSpPr>
            <a:cxnSpLocks/>
          </p:cNvCxnSpPr>
          <p:nvPr/>
        </p:nvCxnSpPr>
        <p:spPr>
          <a:xfrm>
            <a:off x="397565" y="3429000"/>
            <a:ext cx="10482421" cy="0"/>
          </a:xfrm>
          <a:prstGeom prst="line">
            <a:avLst/>
          </a:prstGeom>
          <a:ln>
            <a:solidFill>
              <a:schemeClr val="bg2">
                <a:alpha val="48001"/>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12603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alpha val="70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845AE8E-07C1-16D4-CDFA-09BCFDC4ABDD}"/>
              </a:ext>
            </a:extLst>
          </p:cNvPr>
          <p:cNvSpPr/>
          <p:nvPr/>
        </p:nvSpPr>
        <p:spPr>
          <a:xfrm>
            <a:off x="0" y="0"/>
            <a:ext cx="12192000" cy="1041400"/>
          </a:xfrm>
          <a:prstGeom prst="rect">
            <a:avLst/>
          </a:prstGeom>
          <a:solidFill>
            <a:srgbClr val="A0233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a:extLst>
              <a:ext uri="{FF2B5EF4-FFF2-40B4-BE49-F238E27FC236}">
                <a16:creationId xmlns:a16="http://schemas.microsoft.com/office/drawing/2014/main" id="{3AFCF608-7BEC-3181-C0F9-2AF8469E8698}"/>
              </a:ext>
            </a:extLst>
          </p:cNvPr>
          <p:cNvPicPr>
            <a:picLocks noChangeAspect="1"/>
          </p:cNvPicPr>
          <p:nvPr/>
        </p:nvPicPr>
        <p:blipFill>
          <a:blip r:embed="rId3"/>
          <a:stretch>
            <a:fillRect/>
          </a:stretch>
        </p:blipFill>
        <p:spPr>
          <a:xfrm>
            <a:off x="11047412" y="22224"/>
            <a:ext cx="1019176" cy="1019176"/>
          </a:xfrm>
          <a:prstGeom prst="rect">
            <a:avLst/>
          </a:prstGeom>
        </p:spPr>
      </p:pic>
      <p:sp>
        <p:nvSpPr>
          <p:cNvPr id="7" name="TextBox 6">
            <a:extLst>
              <a:ext uri="{FF2B5EF4-FFF2-40B4-BE49-F238E27FC236}">
                <a16:creationId xmlns:a16="http://schemas.microsoft.com/office/drawing/2014/main" id="{0EDD1DF1-1357-DECA-39E8-99D5B3712941}"/>
              </a:ext>
            </a:extLst>
          </p:cNvPr>
          <p:cNvSpPr txBox="1"/>
          <p:nvPr/>
        </p:nvSpPr>
        <p:spPr>
          <a:xfrm>
            <a:off x="651377" y="197534"/>
            <a:ext cx="10889245" cy="646331"/>
          </a:xfrm>
          <a:prstGeom prst="rect">
            <a:avLst/>
          </a:prstGeom>
          <a:noFill/>
        </p:spPr>
        <p:txBody>
          <a:bodyPr wrap="square" rtlCol="0">
            <a:spAutoFit/>
          </a:bodyPr>
          <a:lstStyle/>
          <a:p>
            <a:r>
              <a:rPr lang="en-US" sz="3600" b="1" dirty="0">
                <a:solidFill>
                  <a:schemeClr val="bg1"/>
                </a:solidFill>
                <a:latin typeface="Times New Roman" panose="02020603050405020304" pitchFamily="18" charset="0"/>
                <a:cs typeface="Times New Roman" panose="02020603050405020304" pitchFamily="18" charset="0"/>
              </a:rPr>
              <a:t>Data</a:t>
            </a:r>
          </a:p>
        </p:txBody>
      </p:sp>
      <p:sp>
        <p:nvSpPr>
          <p:cNvPr id="3" name="Content Placeholder 2">
            <a:extLst>
              <a:ext uri="{FF2B5EF4-FFF2-40B4-BE49-F238E27FC236}">
                <a16:creationId xmlns:a16="http://schemas.microsoft.com/office/drawing/2014/main" id="{6113324C-002C-9D45-2674-B0B00E4E157C}"/>
              </a:ext>
            </a:extLst>
          </p:cNvPr>
          <p:cNvSpPr>
            <a:spLocks noGrp="1"/>
          </p:cNvSpPr>
          <p:nvPr>
            <p:ph idx="4294967295"/>
          </p:nvPr>
        </p:nvSpPr>
        <p:spPr>
          <a:xfrm>
            <a:off x="364386" y="1238934"/>
            <a:ext cx="10515600" cy="5067854"/>
          </a:xfrm>
          <a:noFill/>
        </p:spPr>
        <p:txBody>
          <a:bodyPr>
            <a:normAutofit fontScale="77500" lnSpcReduction="20000"/>
          </a:bodyPr>
          <a:lstStyle/>
          <a:p>
            <a:pPr marL="0" indent="0">
              <a:buNone/>
            </a:pPr>
            <a:r>
              <a:rPr lang="en-US" sz="3800" b="1" dirty="0">
                <a:latin typeface="Times New Roman" panose="02020603050405020304" pitchFamily="18" charset="0"/>
                <a:cs typeface="Times New Roman" panose="02020603050405020304" pitchFamily="18" charset="0"/>
              </a:rPr>
              <a:t>What is Data?</a:t>
            </a:r>
          </a:p>
          <a:p>
            <a:r>
              <a:rPr lang="en-US" b="1" dirty="0">
                <a:latin typeface="Times New Roman" panose="02020603050405020304" pitchFamily="18" charset="0"/>
                <a:cs typeface="Times New Roman" panose="02020603050405020304" pitchFamily="18" charset="0"/>
              </a:rPr>
              <a:t>Experience</a:t>
            </a:r>
          </a:p>
          <a:p>
            <a:r>
              <a:rPr lang="en-US" b="1" dirty="0">
                <a:latin typeface="Times New Roman" panose="02020603050405020304" pitchFamily="18" charset="0"/>
                <a:cs typeface="Times New Roman" panose="02020603050405020304" pitchFamily="18" charset="0"/>
              </a:rPr>
              <a:t>Facts </a:t>
            </a:r>
            <a:r>
              <a:rPr lang="en-US" dirty="0">
                <a:latin typeface="Times New Roman" panose="02020603050405020304" pitchFamily="18" charset="0"/>
                <a:cs typeface="Times New Roman" panose="02020603050405020304" pitchFamily="18" charset="0"/>
              </a:rPr>
              <a:t>and</a:t>
            </a:r>
            <a:r>
              <a:rPr lang="en-US" b="1" dirty="0">
                <a:latin typeface="Times New Roman" panose="02020603050405020304" pitchFamily="18" charset="0"/>
                <a:cs typeface="Times New Roman" panose="02020603050405020304" pitchFamily="18" charset="0"/>
              </a:rPr>
              <a:t> Statistics</a:t>
            </a:r>
          </a:p>
          <a:p>
            <a:r>
              <a:rPr lang="en-US" b="1" dirty="0">
                <a:latin typeface="Times New Roman" panose="02020603050405020304" pitchFamily="18" charset="0"/>
                <a:cs typeface="Times New Roman" panose="02020603050405020304" pitchFamily="18" charset="0"/>
              </a:rPr>
              <a:t>Information</a:t>
            </a:r>
          </a:p>
          <a:p>
            <a:r>
              <a:rPr lang="en-US" dirty="0">
                <a:latin typeface="Times New Roman" panose="02020603050405020304" pitchFamily="18" charset="0"/>
                <a:cs typeface="Times New Roman" panose="02020603050405020304" pitchFamily="18" charset="0"/>
              </a:rPr>
              <a:t>Real-life </a:t>
            </a:r>
            <a:r>
              <a:rPr lang="en-US" b="1" dirty="0">
                <a:latin typeface="Times New Roman" panose="02020603050405020304" pitchFamily="18" charset="0"/>
                <a:cs typeface="Times New Roman" panose="02020603050405020304" pitchFamily="18" charset="0"/>
              </a:rPr>
              <a:t>representations</a:t>
            </a:r>
            <a:r>
              <a:rPr lang="en-US" dirty="0">
                <a:latin typeface="Times New Roman" panose="02020603050405020304" pitchFamily="18" charset="0"/>
                <a:cs typeface="Times New Roman" panose="02020603050405020304" pitchFamily="18" charset="0"/>
              </a:rPr>
              <a:t> of things</a:t>
            </a:r>
          </a:p>
          <a:p>
            <a:pPr marL="0" indent="0">
              <a:buNone/>
            </a:pPr>
            <a:r>
              <a:rPr lang="en-US" sz="3800" b="1" dirty="0">
                <a:latin typeface="Times New Roman" panose="02020603050405020304" pitchFamily="18" charset="0"/>
                <a:cs typeface="Times New Roman" panose="02020603050405020304" pitchFamily="18" charset="0"/>
              </a:rPr>
              <a:t>What data can be?</a:t>
            </a:r>
          </a:p>
          <a:p>
            <a:r>
              <a:rPr lang="en-US" b="1" dirty="0">
                <a:latin typeface="Times New Roman" panose="02020603050405020304" pitchFamily="18" charset="0"/>
                <a:cs typeface="Times New Roman" panose="02020603050405020304" pitchFamily="18" charset="0"/>
              </a:rPr>
              <a:t>Structured </a:t>
            </a:r>
            <a:r>
              <a:rPr lang="en-US" dirty="0">
                <a:latin typeface="Times New Roman" panose="02020603050405020304" pitchFamily="18" charset="0"/>
                <a:cs typeface="Times New Roman" panose="02020603050405020304" pitchFamily="18" charset="0"/>
              </a:rPr>
              <a:t>and </a:t>
            </a:r>
            <a:r>
              <a:rPr lang="en-US" b="1" dirty="0">
                <a:latin typeface="Times New Roman" panose="02020603050405020304" pitchFamily="18" charset="0"/>
                <a:cs typeface="Times New Roman" panose="02020603050405020304" pitchFamily="18" charset="0"/>
              </a:rPr>
              <a:t>unstructured</a:t>
            </a:r>
          </a:p>
          <a:p>
            <a:r>
              <a:rPr lang="en-US" b="1" dirty="0">
                <a:latin typeface="Times New Roman" panose="02020603050405020304" pitchFamily="18" charset="0"/>
                <a:cs typeface="Times New Roman" panose="02020603050405020304" pitchFamily="18" charset="0"/>
              </a:rPr>
              <a:t>Qualitive</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quantitative</a:t>
            </a:r>
            <a:r>
              <a:rPr lang="en-US" dirty="0">
                <a:latin typeface="Times New Roman" panose="02020603050405020304" pitchFamily="18" charset="0"/>
                <a:cs typeface="Times New Roman" panose="02020603050405020304" pitchFamily="18" charset="0"/>
              </a:rPr>
              <a:t> variables</a:t>
            </a:r>
          </a:p>
          <a:p>
            <a:r>
              <a:rPr lang="en-US" b="1" dirty="0">
                <a:latin typeface="Times New Roman" panose="02020603050405020304" pitchFamily="18" charset="0"/>
                <a:cs typeface="Times New Roman" panose="02020603050405020304" pitchFamily="18" charset="0"/>
              </a:rPr>
              <a:t>Discrete</a:t>
            </a:r>
            <a:r>
              <a:rPr lang="en-US" dirty="0">
                <a:latin typeface="Times New Roman" panose="02020603050405020304" pitchFamily="18" charset="0"/>
                <a:cs typeface="Times New Roman" panose="02020603050405020304" pitchFamily="18" charset="0"/>
              </a:rPr>
              <a:t> or </a:t>
            </a:r>
            <a:r>
              <a:rPr lang="en-US" b="1" dirty="0">
                <a:latin typeface="Times New Roman" panose="02020603050405020304" pitchFamily="18" charset="0"/>
                <a:cs typeface="Times New Roman" panose="02020603050405020304" pitchFamily="18" charset="0"/>
              </a:rPr>
              <a:t>continuous</a:t>
            </a:r>
            <a:r>
              <a:rPr lang="en-US" dirty="0">
                <a:latin typeface="Times New Roman" panose="02020603050405020304" pitchFamily="18" charset="0"/>
                <a:cs typeface="Times New Roman" panose="02020603050405020304" pitchFamily="18" charset="0"/>
              </a:rPr>
              <a:t> values</a:t>
            </a:r>
          </a:p>
          <a:p>
            <a:pPr marL="0" indent="0">
              <a:buNone/>
            </a:pPr>
            <a:r>
              <a:rPr lang="en-US" sz="3800" b="1" dirty="0">
                <a:solidFill>
                  <a:srgbClr val="1F1F1F"/>
                </a:solidFill>
                <a:latin typeface="Times New Roman" panose="02020603050405020304" pitchFamily="18" charset="0"/>
                <a:cs typeface="Times New Roman" panose="02020603050405020304" pitchFamily="18" charset="0"/>
              </a:rPr>
              <a:t>Common Data Storage Formats:</a:t>
            </a:r>
            <a:endParaRPr lang="en-US" sz="3800"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XLSX</a:t>
            </a:r>
            <a:r>
              <a:rPr lang="en-US" dirty="0">
                <a:latin typeface="Times New Roman" panose="02020603050405020304" pitchFamily="18" charset="0"/>
                <a:cs typeface="Times New Roman" panose="02020603050405020304" pitchFamily="18" charset="0"/>
              </a:rPr>
              <a:t> (Microsoft Excel Spreadsheets)</a:t>
            </a:r>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CSV</a:t>
            </a:r>
            <a:r>
              <a:rPr lang="en-US" dirty="0">
                <a:latin typeface="Times New Roman" panose="02020603050405020304" pitchFamily="18" charset="0"/>
                <a:cs typeface="Times New Roman" panose="02020603050405020304" pitchFamily="18" charset="0"/>
              </a:rPr>
              <a:t> (Comma-Separated Values) files</a:t>
            </a:r>
          </a:p>
          <a:p>
            <a:r>
              <a:rPr lang="en-US" b="1" dirty="0">
                <a:latin typeface="Times New Roman" panose="02020603050405020304" pitchFamily="18" charset="0"/>
                <a:cs typeface="Times New Roman" panose="02020603050405020304" pitchFamily="18" charset="0"/>
              </a:rPr>
              <a:t>JSON</a:t>
            </a:r>
            <a:r>
              <a:rPr lang="en-US" dirty="0">
                <a:latin typeface="Times New Roman" panose="02020603050405020304" pitchFamily="18" charset="0"/>
                <a:cs typeface="Times New Roman" panose="02020603050405020304" pitchFamily="18" charset="0"/>
              </a:rPr>
              <a:t> (JavaScript Object Notation)</a:t>
            </a:r>
          </a:p>
        </p:txBody>
      </p:sp>
      <p:cxnSp>
        <p:nvCxnSpPr>
          <p:cNvPr id="2" name="Straight Connector 1">
            <a:extLst>
              <a:ext uri="{FF2B5EF4-FFF2-40B4-BE49-F238E27FC236}">
                <a16:creationId xmlns:a16="http://schemas.microsoft.com/office/drawing/2014/main" id="{62C6CAF4-A301-8ADA-9CDF-05B92D965A44}"/>
              </a:ext>
            </a:extLst>
          </p:cNvPr>
          <p:cNvCxnSpPr>
            <a:cxnSpLocks/>
          </p:cNvCxnSpPr>
          <p:nvPr/>
        </p:nvCxnSpPr>
        <p:spPr>
          <a:xfrm>
            <a:off x="397565" y="3935896"/>
            <a:ext cx="10482421" cy="0"/>
          </a:xfrm>
          <a:prstGeom prst="line">
            <a:avLst/>
          </a:prstGeom>
          <a:ln>
            <a:solidFill>
              <a:schemeClr val="bg2">
                <a:alpha val="48001"/>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095569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7A7555F-F207-DEAC-5FD9-11969015BD10}"/>
              </a:ext>
            </a:extLst>
          </p:cNvPr>
          <p:cNvSpPr/>
          <p:nvPr/>
        </p:nvSpPr>
        <p:spPr>
          <a:xfrm>
            <a:off x="0" y="1469004"/>
            <a:ext cx="12192000" cy="3919991"/>
          </a:xfrm>
          <a:prstGeom prst="rect">
            <a:avLst/>
          </a:prstGeom>
          <a:solidFill>
            <a:srgbClr val="A0233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dirty="0"/>
          </a:p>
        </p:txBody>
      </p:sp>
      <p:sp>
        <p:nvSpPr>
          <p:cNvPr id="5" name="TextBox 4">
            <a:extLst>
              <a:ext uri="{FF2B5EF4-FFF2-40B4-BE49-F238E27FC236}">
                <a16:creationId xmlns:a16="http://schemas.microsoft.com/office/drawing/2014/main" id="{B04B9F62-8DE9-6DC5-E4AA-3A156D0C423D}"/>
              </a:ext>
            </a:extLst>
          </p:cNvPr>
          <p:cNvSpPr txBox="1"/>
          <p:nvPr/>
        </p:nvSpPr>
        <p:spPr>
          <a:xfrm>
            <a:off x="0" y="2921167"/>
            <a:ext cx="7946265" cy="1015663"/>
          </a:xfrm>
          <a:prstGeom prst="rect">
            <a:avLst/>
          </a:prstGeom>
          <a:noFill/>
        </p:spPr>
        <p:txBody>
          <a:bodyPr wrap="square" rtlCol="0">
            <a:spAutoFit/>
          </a:bodyPr>
          <a:lstStyle/>
          <a:p>
            <a:pPr algn="ctr"/>
            <a:r>
              <a:rPr lang="en-US" sz="6000" b="1" dirty="0">
                <a:solidFill>
                  <a:schemeClr val="bg1"/>
                </a:solidFill>
                <a:latin typeface="Times New Roman" panose="02020603050405020304" pitchFamily="18" charset="0"/>
                <a:cs typeface="Times New Roman" panose="02020603050405020304" pitchFamily="18" charset="0"/>
              </a:rPr>
              <a:t>What is Big Data?</a:t>
            </a:r>
          </a:p>
        </p:txBody>
      </p:sp>
      <p:pic>
        <p:nvPicPr>
          <p:cNvPr id="6" name="Picture 5">
            <a:extLst>
              <a:ext uri="{FF2B5EF4-FFF2-40B4-BE49-F238E27FC236}">
                <a16:creationId xmlns:a16="http://schemas.microsoft.com/office/drawing/2014/main" id="{CAFD174D-FD69-B7BD-A9E6-4BCD8D055EC6}"/>
              </a:ext>
            </a:extLst>
          </p:cNvPr>
          <p:cNvPicPr>
            <a:picLocks noChangeAspect="1"/>
          </p:cNvPicPr>
          <p:nvPr/>
        </p:nvPicPr>
        <p:blipFill>
          <a:blip r:embed="rId2"/>
          <a:stretch>
            <a:fillRect/>
          </a:stretch>
        </p:blipFill>
        <p:spPr>
          <a:xfrm>
            <a:off x="7216756" y="265185"/>
            <a:ext cx="6327630" cy="6327630"/>
          </a:xfrm>
          <a:prstGeom prst="rect">
            <a:avLst/>
          </a:prstGeom>
        </p:spPr>
      </p:pic>
    </p:spTree>
    <p:extLst>
      <p:ext uri="{BB962C8B-B14F-4D97-AF65-F5344CB8AC3E}">
        <p14:creationId xmlns:p14="http://schemas.microsoft.com/office/powerpoint/2010/main" val="19909566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845AE8E-07C1-16D4-CDFA-09BCFDC4ABDD}"/>
              </a:ext>
            </a:extLst>
          </p:cNvPr>
          <p:cNvSpPr/>
          <p:nvPr/>
        </p:nvSpPr>
        <p:spPr>
          <a:xfrm>
            <a:off x="0" y="0"/>
            <a:ext cx="12192000" cy="1041400"/>
          </a:xfrm>
          <a:prstGeom prst="rect">
            <a:avLst/>
          </a:prstGeom>
          <a:solidFill>
            <a:srgbClr val="A0233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a:extLst>
              <a:ext uri="{FF2B5EF4-FFF2-40B4-BE49-F238E27FC236}">
                <a16:creationId xmlns:a16="http://schemas.microsoft.com/office/drawing/2014/main" id="{3AFCF608-7BEC-3181-C0F9-2AF8469E8698}"/>
              </a:ext>
            </a:extLst>
          </p:cNvPr>
          <p:cNvPicPr>
            <a:picLocks noChangeAspect="1"/>
          </p:cNvPicPr>
          <p:nvPr/>
        </p:nvPicPr>
        <p:blipFill>
          <a:blip r:embed="rId3"/>
          <a:stretch>
            <a:fillRect/>
          </a:stretch>
        </p:blipFill>
        <p:spPr>
          <a:xfrm>
            <a:off x="11047412" y="22224"/>
            <a:ext cx="1019176" cy="1019176"/>
          </a:xfrm>
          <a:prstGeom prst="rect">
            <a:avLst/>
          </a:prstGeom>
        </p:spPr>
      </p:pic>
      <p:sp>
        <p:nvSpPr>
          <p:cNvPr id="7" name="TextBox 6">
            <a:extLst>
              <a:ext uri="{FF2B5EF4-FFF2-40B4-BE49-F238E27FC236}">
                <a16:creationId xmlns:a16="http://schemas.microsoft.com/office/drawing/2014/main" id="{0EDD1DF1-1357-DECA-39E8-99D5B3712941}"/>
              </a:ext>
            </a:extLst>
          </p:cNvPr>
          <p:cNvSpPr txBox="1"/>
          <p:nvPr/>
        </p:nvSpPr>
        <p:spPr>
          <a:xfrm>
            <a:off x="651377" y="197534"/>
            <a:ext cx="10889245" cy="646331"/>
          </a:xfrm>
          <a:prstGeom prst="rect">
            <a:avLst/>
          </a:prstGeom>
          <a:noFill/>
        </p:spPr>
        <p:txBody>
          <a:bodyPr wrap="square" rtlCol="0">
            <a:spAutoFit/>
          </a:bodyPr>
          <a:lstStyle/>
          <a:p>
            <a:r>
              <a:rPr lang="en-US" sz="3600" b="1" dirty="0">
                <a:solidFill>
                  <a:schemeClr val="bg1"/>
                </a:solidFill>
                <a:latin typeface="Times New Roman" panose="02020603050405020304" pitchFamily="18" charset="0"/>
                <a:cs typeface="Times New Roman" panose="02020603050405020304" pitchFamily="18" charset="0"/>
              </a:rPr>
              <a:t>Big Data</a:t>
            </a:r>
          </a:p>
        </p:txBody>
      </p:sp>
      <p:sp>
        <p:nvSpPr>
          <p:cNvPr id="3" name="Content Placeholder 2">
            <a:extLst>
              <a:ext uri="{FF2B5EF4-FFF2-40B4-BE49-F238E27FC236}">
                <a16:creationId xmlns:a16="http://schemas.microsoft.com/office/drawing/2014/main" id="{6113324C-002C-9D45-2674-B0B00E4E157C}"/>
              </a:ext>
            </a:extLst>
          </p:cNvPr>
          <p:cNvSpPr>
            <a:spLocks noGrp="1"/>
          </p:cNvSpPr>
          <p:nvPr>
            <p:ph idx="4294967295"/>
          </p:nvPr>
        </p:nvSpPr>
        <p:spPr>
          <a:xfrm>
            <a:off x="364386" y="1238934"/>
            <a:ext cx="10515600" cy="5067854"/>
          </a:xfrm>
        </p:spPr>
        <p:txBody>
          <a:bodyPr>
            <a:normAutofit fontScale="92500" lnSpcReduction="10000"/>
          </a:bodyPr>
          <a:lstStyle/>
          <a:p>
            <a:pPr marL="0" indent="0">
              <a:buNone/>
            </a:pPr>
            <a:r>
              <a:rPr lang="en-US" sz="3200" b="1" dirty="0">
                <a:latin typeface="Times New Roman" panose="02020603050405020304" pitchFamily="18" charset="0"/>
                <a:cs typeface="Times New Roman" panose="02020603050405020304" pitchFamily="18" charset="0"/>
              </a:rPr>
              <a:t>Definition:</a:t>
            </a:r>
            <a:endParaRPr lang="en-US" sz="3200"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Massive</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complex</a:t>
            </a:r>
            <a:r>
              <a:rPr lang="en-US" dirty="0">
                <a:latin typeface="Times New Roman" panose="02020603050405020304" pitchFamily="18" charset="0"/>
                <a:cs typeface="Times New Roman" panose="02020603050405020304" pitchFamily="18" charset="0"/>
              </a:rPr>
              <a:t> datasets that cannot be handled by </a:t>
            </a:r>
            <a:r>
              <a:rPr lang="en-US" b="1" dirty="0">
                <a:latin typeface="Times New Roman" panose="02020603050405020304" pitchFamily="18" charset="0"/>
                <a:cs typeface="Times New Roman" panose="02020603050405020304" pitchFamily="18" charset="0"/>
              </a:rPr>
              <a:t>traditional</a:t>
            </a:r>
            <a:r>
              <a:rPr lang="en-US" dirty="0">
                <a:latin typeface="Times New Roman" panose="02020603050405020304" pitchFamily="18" charset="0"/>
                <a:cs typeface="Times New Roman" panose="02020603050405020304" pitchFamily="18" charset="0"/>
              </a:rPr>
              <a:t> data management tools due to the inability to </a:t>
            </a:r>
            <a:r>
              <a:rPr lang="en-US" b="1" dirty="0">
                <a:latin typeface="Times New Roman" panose="02020603050405020304" pitchFamily="18" charset="0"/>
                <a:cs typeface="Times New Roman" panose="02020603050405020304" pitchFamily="18" charset="0"/>
              </a:rPr>
              <a:t>scale</a:t>
            </a:r>
            <a:r>
              <a:rPr lang="en-US" dirty="0">
                <a:latin typeface="Times New Roman" panose="02020603050405020304" pitchFamily="18" charset="0"/>
                <a:cs typeface="Times New Roman" panose="02020603050405020304" pitchFamily="18" charset="0"/>
              </a:rPr>
              <a:t> effectively for data collection, storage, and processing.</a:t>
            </a:r>
          </a:p>
          <a:p>
            <a:pPr marL="0" indent="0">
              <a:buNone/>
            </a:pPr>
            <a:r>
              <a:rPr lang="en-US" sz="3200" b="1" dirty="0">
                <a:latin typeface="Times New Roman" panose="02020603050405020304" pitchFamily="18" charset="0"/>
                <a:cs typeface="Times New Roman" panose="02020603050405020304" pitchFamily="18" charset="0"/>
              </a:rPr>
              <a:t>Key Characteristics:</a:t>
            </a:r>
          </a:p>
          <a:p>
            <a:pPr marL="514350" indent="-514350">
              <a:buFont typeface="+mj-lt"/>
              <a:buAutoNum type="arabicPeriod"/>
            </a:pPr>
            <a:r>
              <a:rPr lang="en-US" b="1" dirty="0">
                <a:latin typeface="Times New Roman" panose="02020603050405020304" pitchFamily="18" charset="0"/>
                <a:cs typeface="Times New Roman" panose="02020603050405020304" pitchFamily="18" charset="0"/>
              </a:rPr>
              <a:t>Volume</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Scale</a:t>
            </a:r>
            <a:r>
              <a:rPr lang="en-US" dirty="0">
                <a:latin typeface="Times New Roman" panose="02020603050405020304" pitchFamily="18" charset="0"/>
                <a:cs typeface="Times New Roman" panose="02020603050405020304" pitchFamily="18" charset="0"/>
              </a:rPr>
              <a:t> of data, typically in the order of </a:t>
            </a:r>
            <a:r>
              <a:rPr lang="en-US" dirty="0" err="1">
                <a:latin typeface="Times New Roman" panose="02020603050405020304" pitchFamily="18" charset="0"/>
                <a:cs typeface="Times New Roman" panose="02020603050405020304" pitchFamily="18" charset="0"/>
              </a:rPr>
              <a:t>TeraBytes</a:t>
            </a:r>
            <a:r>
              <a:rPr lang="en-US" dirty="0">
                <a:latin typeface="Times New Roman" panose="02020603050405020304" pitchFamily="18" charset="0"/>
                <a:cs typeface="Times New Roman" panose="02020603050405020304" pitchFamily="18" charset="0"/>
              </a:rPr>
              <a:t> or larger</a:t>
            </a:r>
          </a:p>
          <a:p>
            <a:pPr marL="514350" indent="-514350">
              <a:buFont typeface="+mj-lt"/>
              <a:buAutoNum type="arabicPeriod"/>
            </a:pPr>
            <a:r>
              <a:rPr lang="en-US" b="1" dirty="0">
                <a:latin typeface="Times New Roman" panose="02020603050405020304" pitchFamily="18" charset="0"/>
                <a:cs typeface="Times New Roman" panose="02020603050405020304" pitchFamily="18" charset="0"/>
              </a:rPr>
              <a:t>Variety</a:t>
            </a:r>
            <a:r>
              <a:rPr lang="en-US" dirty="0">
                <a:latin typeface="Times New Roman" panose="02020603050405020304" pitchFamily="18" charset="0"/>
                <a:cs typeface="Times New Roman" panose="02020603050405020304" pitchFamily="18" charset="0"/>
              </a:rPr>
              <a:t>: Different </a:t>
            </a:r>
            <a:r>
              <a:rPr lang="en-US" b="1" dirty="0">
                <a:latin typeface="Times New Roman" panose="02020603050405020304" pitchFamily="18" charset="0"/>
                <a:cs typeface="Times New Roman" panose="02020603050405020304" pitchFamily="18" charset="0"/>
              </a:rPr>
              <a:t>types</a:t>
            </a:r>
            <a:r>
              <a:rPr lang="en-US" dirty="0">
                <a:latin typeface="Times New Roman" panose="02020603050405020304" pitchFamily="18" charset="0"/>
                <a:cs typeface="Times New Roman" panose="02020603050405020304" pitchFamily="18" charset="0"/>
              </a:rPr>
              <a:t> of data; </a:t>
            </a:r>
            <a:r>
              <a:rPr lang="en-US" b="1" dirty="0">
                <a:latin typeface="Times New Roman" panose="02020603050405020304" pitchFamily="18" charset="0"/>
                <a:cs typeface="Times New Roman" panose="02020603050405020304" pitchFamily="18" charset="0"/>
              </a:rPr>
              <a:t>Diversity</a:t>
            </a:r>
            <a:r>
              <a:rPr lang="en-US" dirty="0">
                <a:latin typeface="Times New Roman" panose="02020603050405020304" pitchFamily="18" charset="0"/>
                <a:cs typeface="Times New Roman" panose="02020603050405020304" pitchFamily="18" charset="0"/>
              </a:rPr>
              <a:t> of data; Different </a:t>
            </a:r>
            <a:r>
              <a:rPr lang="en-US" b="1" dirty="0">
                <a:latin typeface="Times New Roman" panose="02020603050405020304" pitchFamily="18" charset="0"/>
                <a:cs typeface="Times New Roman" panose="02020603050405020304" pitchFamily="18" charset="0"/>
              </a:rPr>
              <a:t>Sources</a:t>
            </a:r>
            <a:endParaRPr lang="en-US"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n-US" b="1" dirty="0">
                <a:latin typeface="Times New Roman" panose="02020603050405020304" pitchFamily="18" charset="0"/>
                <a:cs typeface="Times New Roman" panose="02020603050405020304" pitchFamily="18" charset="0"/>
              </a:rPr>
              <a:t>Velocity</a:t>
            </a:r>
            <a:r>
              <a:rPr lang="en-US" dirty="0">
                <a:latin typeface="Times New Roman" panose="02020603050405020304" pitchFamily="18" charset="0"/>
                <a:cs typeface="Times New Roman" panose="02020603050405020304" pitchFamily="18" charset="0"/>
              </a:rPr>
              <a:t>: The </a:t>
            </a:r>
            <a:r>
              <a:rPr lang="en-US" b="1" dirty="0">
                <a:latin typeface="Times New Roman" panose="02020603050405020304" pitchFamily="18" charset="0"/>
                <a:cs typeface="Times New Roman" panose="02020603050405020304" pitchFamily="18" charset="0"/>
              </a:rPr>
              <a:t>speed</a:t>
            </a:r>
            <a:r>
              <a:rPr lang="en-US" dirty="0">
                <a:latin typeface="Times New Roman" panose="02020603050405020304" pitchFamily="18" charset="0"/>
                <a:cs typeface="Times New Roman" panose="02020603050405020304" pitchFamily="18" charset="0"/>
              </a:rPr>
              <a:t> the data is generated and accumulated and a never- stop process often in </a:t>
            </a:r>
            <a:r>
              <a:rPr lang="en-US" b="1" dirty="0">
                <a:latin typeface="Times New Roman" panose="02020603050405020304" pitchFamily="18" charset="0"/>
                <a:cs typeface="Times New Roman" panose="02020603050405020304" pitchFamily="18" charset="0"/>
              </a:rPr>
              <a:t>real-time</a:t>
            </a:r>
            <a:endParaRPr lang="en-US"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n-US" b="1" dirty="0">
                <a:latin typeface="Times New Roman" panose="02020603050405020304" pitchFamily="18" charset="0"/>
                <a:cs typeface="Times New Roman" panose="02020603050405020304" pitchFamily="18" charset="0"/>
              </a:rPr>
              <a:t>Veracity</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Quality</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accuracy</a:t>
            </a:r>
            <a:r>
              <a:rPr lang="en-US" dirty="0">
                <a:latin typeface="Times New Roman" panose="02020603050405020304" pitchFamily="18" charset="0"/>
                <a:cs typeface="Times New Roman" panose="02020603050405020304" pitchFamily="18" charset="0"/>
              </a:rPr>
              <a:t> of data such as Consistency, Completeness, Integrity and ambiguity</a:t>
            </a:r>
          </a:p>
          <a:p>
            <a:pPr marL="514350" indent="-514350">
              <a:buFont typeface="+mj-lt"/>
              <a:buAutoNum type="arabicPeriod"/>
            </a:pPr>
            <a:r>
              <a:rPr lang="en-US" b="1" dirty="0">
                <a:latin typeface="Times New Roman" panose="02020603050405020304" pitchFamily="18" charset="0"/>
                <a:cs typeface="Times New Roman" panose="02020603050405020304" pitchFamily="18" charset="0"/>
              </a:rPr>
              <a:t>Value</a:t>
            </a:r>
            <a:r>
              <a:rPr lang="en-US" dirty="0">
                <a:latin typeface="Times New Roman" panose="02020603050405020304" pitchFamily="18" charset="0"/>
                <a:cs typeface="Times New Roman" panose="02020603050405020304" pitchFamily="18" charset="0"/>
              </a:rPr>
              <a:t>: The huge potential </a:t>
            </a:r>
            <a:r>
              <a:rPr lang="en-US" b="1" dirty="0">
                <a:latin typeface="Times New Roman" panose="02020603050405020304" pitchFamily="18" charset="0"/>
                <a:cs typeface="Times New Roman" panose="02020603050405020304" pitchFamily="18" charset="0"/>
              </a:rPr>
              <a:t>insights</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benefits</a:t>
            </a:r>
            <a:r>
              <a:rPr lang="en-US" dirty="0">
                <a:latin typeface="Times New Roman" panose="02020603050405020304" pitchFamily="18" charset="0"/>
                <a:cs typeface="Times New Roman" panose="02020603050405020304" pitchFamily="18" charset="0"/>
              </a:rPr>
              <a:t> contained in the data</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059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7A7555F-F207-DEAC-5FD9-11969015BD10}"/>
              </a:ext>
            </a:extLst>
          </p:cNvPr>
          <p:cNvSpPr/>
          <p:nvPr/>
        </p:nvSpPr>
        <p:spPr>
          <a:xfrm>
            <a:off x="0" y="1469004"/>
            <a:ext cx="12192000" cy="3919991"/>
          </a:xfrm>
          <a:prstGeom prst="rect">
            <a:avLst/>
          </a:prstGeom>
          <a:solidFill>
            <a:srgbClr val="A0233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dirty="0"/>
          </a:p>
        </p:txBody>
      </p:sp>
      <p:sp>
        <p:nvSpPr>
          <p:cNvPr id="5" name="TextBox 4">
            <a:extLst>
              <a:ext uri="{FF2B5EF4-FFF2-40B4-BE49-F238E27FC236}">
                <a16:creationId xmlns:a16="http://schemas.microsoft.com/office/drawing/2014/main" id="{B04B9F62-8DE9-6DC5-E4AA-3A156D0C423D}"/>
              </a:ext>
            </a:extLst>
          </p:cNvPr>
          <p:cNvSpPr txBox="1"/>
          <p:nvPr/>
        </p:nvSpPr>
        <p:spPr>
          <a:xfrm>
            <a:off x="0" y="2921167"/>
            <a:ext cx="9067800" cy="1015663"/>
          </a:xfrm>
          <a:prstGeom prst="rect">
            <a:avLst/>
          </a:prstGeom>
          <a:noFill/>
        </p:spPr>
        <p:txBody>
          <a:bodyPr wrap="square" rtlCol="0">
            <a:spAutoFit/>
          </a:bodyPr>
          <a:lstStyle/>
          <a:p>
            <a:pPr algn="ctr"/>
            <a:r>
              <a:rPr lang="en-US" sz="6000" b="1" dirty="0">
                <a:solidFill>
                  <a:schemeClr val="bg1"/>
                </a:solidFill>
                <a:latin typeface="Times New Roman" panose="02020603050405020304" pitchFamily="18" charset="0"/>
                <a:cs typeface="Times New Roman" panose="02020603050405020304" pitchFamily="18" charset="0"/>
              </a:rPr>
              <a:t>Does data have value now?</a:t>
            </a:r>
          </a:p>
        </p:txBody>
      </p:sp>
      <p:pic>
        <p:nvPicPr>
          <p:cNvPr id="6" name="Picture 5">
            <a:extLst>
              <a:ext uri="{FF2B5EF4-FFF2-40B4-BE49-F238E27FC236}">
                <a16:creationId xmlns:a16="http://schemas.microsoft.com/office/drawing/2014/main" id="{CAFD174D-FD69-B7BD-A9E6-4BCD8D055EC6}"/>
              </a:ext>
            </a:extLst>
          </p:cNvPr>
          <p:cNvPicPr>
            <a:picLocks noChangeAspect="1"/>
          </p:cNvPicPr>
          <p:nvPr/>
        </p:nvPicPr>
        <p:blipFill>
          <a:blip r:embed="rId2"/>
          <a:stretch>
            <a:fillRect/>
          </a:stretch>
        </p:blipFill>
        <p:spPr>
          <a:xfrm>
            <a:off x="7216756" y="265185"/>
            <a:ext cx="6327630" cy="6327630"/>
          </a:xfrm>
          <a:prstGeom prst="rect">
            <a:avLst/>
          </a:prstGeom>
        </p:spPr>
      </p:pic>
    </p:spTree>
    <p:extLst>
      <p:ext uri="{BB962C8B-B14F-4D97-AF65-F5344CB8AC3E}">
        <p14:creationId xmlns:p14="http://schemas.microsoft.com/office/powerpoint/2010/main" val="35869525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845AE8E-07C1-16D4-CDFA-09BCFDC4ABDD}"/>
              </a:ext>
            </a:extLst>
          </p:cNvPr>
          <p:cNvSpPr/>
          <p:nvPr/>
        </p:nvSpPr>
        <p:spPr>
          <a:xfrm>
            <a:off x="0" y="0"/>
            <a:ext cx="12192000" cy="1041400"/>
          </a:xfrm>
          <a:prstGeom prst="rect">
            <a:avLst/>
          </a:prstGeom>
          <a:solidFill>
            <a:srgbClr val="A0233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a:extLst>
              <a:ext uri="{FF2B5EF4-FFF2-40B4-BE49-F238E27FC236}">
                <a16:creationId xmlns:a16="http://schemas.microsoft.com/office/drawing/2014/main" id="{3AFCF608-7BEC-3181-C0F9-2AF8469E8698}"/>
              </a:ext>
            </a:extLst>
          </p:cNvPr>
          <p:cNvPicPr>
            <a:picLocks noChangeAspect="1"/>
          </p:cNvPicPr>
          <p:nvPr/>
        </p:nvPicPr>
        <p:blipFill>
          <a:blip r:embed="rId3"/>
          <a:stretch>
            <a:fillRect/>
          </a:stretch>
        </p:blipFill>
        <p:spPr>
          <a:xfrm>
            <a:off x="11047412" y="22224"/>
            <a:ext cx="1019176" cy="1019176"/>
          </a:xfrm>
          <a:prstGeom prst="rect">
            <a:avLst/>
          </a:prstGeom>
        </p:spPr>
      </p:pic>
      <p:sp>
        <p:nvSpPr>
          <p:cNvPr id="3" name="Content Placeholder 2">
            <a:extLst>
              <a:ext uri="{FF2B5EF4-FFF2-40B4-BE49-F238E27FC236}">
                <a16:creationId xmlns:a16="http://schemas.microsoft.com/office/drawing/2014/main" id="{6113324C-002C-9D45-2674-B0B00E4E157C}"/>
              </a:ext>
            </a:extLst>
          </p:cNvPr>
          <p:cNvSpPr>
            <a:spLocks noGrp="1"/>
          </p:cNvSpPr>
          <p:nvPr>
            <p:ph idx="4294967295"/>
          </p:nvPr>
        </p:nvSpPr>
        <p:spPr>
          <a:xfrm>
            <a:off x="364386" y="1238934"/>
            <a:ext cx="10515600" cy="5067854"/>
          </a:xfrm>
        </p:spPr>
        <p:txBody>
          <a:bodyPr>
            <a:normAutofit/>
          </a:bodyPr>
          <a:lstStyle/>
          <a:p>
            <a:pPr marL="0" indent="0" algn="ctr">
              <a:buNone/>
            </a:pPr>
            <a:endParaRPr lang="en-US" sz="6000" dirty="0">
              <a:latin typeface="Times New Roman" panose="02020603050405020304" pitchFamily="18" charset="0"/>
              <a:cs typeface="Times New Roman" panose="02020603050405020304" pitchFamily="18" charset="0"/>
            </a:endParaRPr>
          </a:p>
          <a:p>
            <a:pPr marL="0" indent="0" algn="ctr">
              <a:buNone/>
            </a:pPr>
            <a:r>
              <a:rPr lang="en-US" sz="6000" dirty="0">
                <a:latin typeface="Times New Roman" panose="02020603050405020304" pitchFamily="18" charset="0"/>
                <a:cs typeface="Times New Roman" panose="02020603050405020304" pitchFamily="18" charset="0"/>
              </a:rPr>
              <a:t>"Data does not have value </a:t>
            </a:r>
          </a:p>
          <a:p>
            <a:pPr marL="0" indent="0" algn="ctr">
              <a:buNone/>
            </a:pPr>
            <a:r>
              <a:rPr lang="en-US" sz="6000" dirty="0">
                <a:latin typeface="Times New Roman" panose="02020603050405020304" pitchFamily="18" charset="0"/>
                <a:cs typeface="Times New Roman" panose="02020603050405020304" pitchFamily="18" charset="0"/>
              </a:rPr>
              <a:t>until combined with science”</a:t>
            </a:r>
            <a:endParaRPr lang="en-US" sz="3200" dirty="0">
              <a:latin typeface="Times New Roman" panose="02020603050405020304" pitchFamily="18" charset="0"/>
              <a:cs typeface="Times New Roman" panose="02020603050405020304" pitchFamily="18" charset="0"/>
            </a:endParaRPr>
          </a:p>
          <a:p>
            <a:pPr marL="0" indent="0" algn="ctr">
              <a:buNone/>
            </a:pPr>
            <a:endParaRPr lang="en-US" sz="3200" dirty="0">
              <a:latin typeface="Times New Roman" panose="02020603050405020304" pitchFamily="18" charset="0"/>
              <a:cs typeface="Times New Roman" panose="02020603050405020304" pitchFamily="18" charset="0"/>
            </a:endParaRPr>
          </a:p>
          <a:p>
            <a:pPr marL="0" indent="0" algn="ctr">
              <a:buNone/>
            </a:pPr>
            <a:r>
              <a:rPr lang="en-US" sz="3200" dirty="0">
                <a:latin typeface="Times New Roman" panose="02020603050405020304" pitchFamily="18" charset="0"/>
                <a:cs typeface="Times New Roman" panose="02020603050405020304" pitchFamily="18" charset="0"/>
              </a:rPr>
              <a:t>This emphasizes that data on its own is just raw information, and its true value is unlocked only when </a:t>
            </a:r>
          </a:p>
          <a:p>
            <a:pPr marL="0" indent="0" algn="ctr">
              <a:buNone/>
            </a:pPr>
            <a:r>
              <a:rPr lang="en-US" sz="3200" dirty="0">
                <a:latin typeface="Times New Roman" panose="02020603050405020304" pitchFamily="18" charset="0"/>
                <a:cs typeface="Times New Roman" panose="02020603050405020304" pitchFamily="18" charset="0"/>
              </a:rPr>
              <a:t>it is analyzed and interpreted scientifically.</a:t>
            </a:r>
          </a:p>
        </p:txBody>
      </p:sp>
    </p:spTree>
    <p:extLst>
      <p:ext uri="{BB962C8B-B14F-4D97-AF65-F5344CB8AC3E}">
        <p14:creationId xmlns:p14="http://schemas.microsoft.com/office/powerpoint/2010/main" val="1323102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1182781-78AE-FAC6-64B4-A48FD9E3CC12}"/>
              </a:ext>
            </a:extLst>
          </p:cNvPr>
          <p:cNvPicPr>
            <a:picLocks noChangeAspect="1"/>
          </p:cNvPicPr>
          <p:nvPr/>
        </p:nvPicPr>
        <p:blipFill>
          <a:blip r:embed="rId2"/>
          <a:stretch>
            <a:fillRect/>
          </a:stretch>
        </p:blipFill>
        <p:spPr>
          <a:xfrm>
            <a:off x="0" y="3683000"/>
            <a:ext cx="12192000" cy="3175000"/>
          </a:xfrm>
          <a:prstGeom prst="rect">
            <a:avLst/>
          </a:prstGeom>
        </p:spPr>
      </p:pic>
      <p:sp>
        <p:nvSpPr>
          <p:cNvPr id="5" name="Rectangle 4">
            <a:extLst>
              <a:ext uri="{FF2B5EF4-FFF2-40B4-BE49-F238E27FC236}">
                <a16:creationId xmlns:a16="http://schemas.microsoft.com/office/drawing/2014/main" id="{9845AE8E-07C1-16D4-CDFA-09BCFDC4ABDD}"/>
              </a:ext>
            </a:extLst>
          </p:cNvPr>
          <p:cNvSpPr/>
          <p:nvPr/>
        </p:nvSpPr>
        <p:spPr>
          <a:xfrm>
            <a:off x="0" y="0"/>
            <a:ext cx="12192000" cy="1041400"/>
          </a:xfrm>
          <a:prstGeom prst="rect">
            <a:avLst/>
          </a:prstGeom>
          <a:solidFill>
            <a:srgbClr val="A0233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a:extLst>
              <a:ext uri="{FF2B5EF4-FFF2-40B4-BE49-F238E27FC236}">
                <a16:creationId xmlns:a16="http://schemas.microsoft.com/office/drawing/2014/main" id="{3AFCF608-7BEC-3181-C0F9-2AF8469E8698}"/>
              </a:ext>
            </a:extLst>
          </p:cNvPr>
          <p:cNvPicPr>
            <a:picLocks noChangeAspect="1"/>
          </p:cNvPicPr>
          <p:nvPr/>
        </p:nvPicPr>
        <p:blipFill>
          <a:blip r:embed="rId3"/>
          <a:stretch>
            <a:fillRect/>
          </a:stretch>
        </p:blipFill>
        <p:spPr>
          <a:xfrm>
            <a:off x="11047412" y="22224"/>
            <a:ext cx="1019176" cy="1019176"/>
          </a:xfrm>
          <a:prstGeom prst="rect">
            <a:avLst/>
          </a:prstGeom>
        </p:spPr>
      </p:pic>
      <p:sp>
        <p:nvSpPr>
          <p:cNvPr id="9" name="Content Placeholder 2">
            <a:extLst>
              <a:ext uri="{FF2B5EF4-FFF2-40B4-BE49-F238E27FC236}">
                <a16:creationId xmlns:a16="http://schemas.microsoft.com/office/drawing/2014/main" id="{821657F7-31A1-042A-FE46-C1E8D548CFA1}"/>
              </a:ext>
            </a:extLst>
          </p:cNvPr>
          <p:cNvSpPr>
            <a:spLocks noGrp="1"/>
          </p:cNvSpPr>
          <p:nvPr>
            <p:ph idx="4294967295"/>
          </p:nvPr>
        </p:nvSpPr>
        <p:spPr>
          <a:xfrm>
            <a:off x="838200" y="1425543"/>
            <a:ext cx="10515600" cy="5067854"/>
          </a:xfrm>
        </p:spPr>
        <p:txBody>
          <a:bodyPr/>
          <a:lstStyle/>
          <a:p>
            <a:endParaRPr lang="en-US"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ABC5645D-43C8-0C02-149A-5E1F6CD8C607}"/>
              </a:ext>
            </a:extLst>
          </p:cNvPr>
          <p:cNvSpPr txBox="1"/>
          <p:nvPr/>
        </p:nvSpPr>
        <p:spPr>
          <a:xfrm>
            <a:off x="651377" y="197534"/>
            <a:ext cx="10889245" cy="646331"/>
          </a:xfrm>
          <a:prstGeom prst="rect">
            <a:avLst/>
          </a:prstGeom>
          <a:noFill/>
        </p:spPr>
        <p:txBody>
          <a:bodyPr wrap="square" rtlCol="0">
            <a:spAutoFit/>
          </a:bodyPr>
          <a:lstStyle/>
          <a:p>
            <a:r>
              <a:rPr lang="en-US" sz="3600" b="1" dirty="0">
                <a:solidFill>
                  <a:schemeClr val="bg1"/>
                </a:solidFill>
                <a:latin typeface="Times New Roman" panose="02020603050405020304" pitchFamily="18" charset="0"/>
                <a:cs typeface="Times New Roman" panose="02020603050405020304" pitchFamily="18" charset="0"/>
              </a:rPr>
              <a:t>Content Today</a:t>
            </a:r>
          </a:p>
        </p:txBody>
      </p:sp>
    </p:spTree>
    <p:extLst>
      <p:ext uri="{BB962C8B-B14F-4D97-AF65-F5344CB8AC3E}">
        <p14:creationId xmlns:p14="http://schemas.microsoft.com/office/powerpoint/2010/main" val="32888173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7A7555F-F207-DEAC-5FD9-11969015BD10}"/>
              </a:ext>
            </a:extLst>
          </p:cNvPr>
          <p:cNvSpPr/>
          <p:nvPr/>
        </p:nvSpPr>
        <p:spPr>
          <a:xfrm>
            <a:off x="0" y="1469002"/>
            <a:ext cx="12192000" cy="3919991"/>
          </a:xfrm>
          <a:prstGeom prst="rect">
            <a:avLst/>
          </a:prstGeom>
          <a:solidFill>
            <a:srgbClr val="A0233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dirty="0"/>
          </a:p>
        </p:txBody>
      </p:sp>
      <p:sp>
        <p:nvSpPr>
          <p:cNvPr id="5" name="TextBox 4">
            <a:extLst>
              <a:ext uri="{FF2B5EF4-FFF2-40B4-BE49-F238E27FC236}">
                <a16:creationId xmlns:a16="http://schemas.microsoft.com/office/drawing/2014/main" id="{B04B9F62-8DE9-6DC5-E4AA-3A156D0C423D}"/>
              </a:ext>
            </a:extLst>
          </p:cNvPr>
          <p:cNvSpPr txBox="1"/>
          <p:nvPr/>
        </p:nvSpPr>
        <p:spPr>
          <a:xfrm>
            <a:off x="0" y="2921167"/>
            <a:ext cx="7946265" cy="1015663"/>
          </a:xfrm>
          <a:prstGeom prst="rect">
            <a:avLst/>
          </a:prstGeom>
          <a:noFill/>
        </p:spPr>
        <p:txBody>
          <a:bodyPr wrap="square" rtlCol="0">
            <a:spAutoFit/>
          </a:bodyPr>
          <a:lstStyle/>
          <a:p>
            <a:pPr algn="ctr"/>
            <a:r>
              <a:rPr lang="en-US" sz="6000" b="1" dirty="0">
                <a:solidFill>
                  <a:schemeClr val="bg1"/>
                </a:solidFill>
                <a:latin typeface="Times New Roman" panose="02020603050405020304" pitchFamily="18" charset="0"/>
                <a:cs typeface="Times New Roman" panose="02020603050405020304" pitchFamily="18" charset="0"/>
              </a:rPr>
              <a:t>What is Data Science?</a:t>
            </a:r>
          </a:p>
        </p:txBody>
      </p:sp>
      <p:pic>
        <p:nvPicPr>
          <p:cNvPr id="6" name="Picture 5">
            <a:extLst>
              <a:ext uri="{FF2B5EF4-FFF2-40B4-BE49-F238E27FC236}">
                <a16:creationId xmlns:a16="http://schemas.microsoft.com/office/drawing/2014/main" id="{CAFD174D-FD69-B7BD-A9E6-4BCD8D055EC6}"/>
              </a:ext>
            </a:extLst>
          </p:cNvPr>
          <p:cNvPicPr>
            <a:picLocks noChangeAspect="1"/>
          </p:cNvPicPr>
          <p:nvPr/>
        </p:nvPicPr>
        <p:blipFill>
          <a:blip r:embed="rId2"/>
          <a:stretch>
            <a:fillRect/>
          </a:stretch>
        </p:blipFill>
        <p:spPr>
          <a:xfrm>
            <a:off x="7216756" y="265185"/>
            <a:ext cx="6327630" cy="6327630"/>
          </a:xfrm>
          <a:prstGeom prst="rect">
            <a:avLst/>
          </a:prstGeom>
        </p:spPr>
      </p:pic>
    </p:spTree>
    <p:extLst>
      <p:ext uri="{BB962C8B-B14F-4D97-AF65-F5344CB8AC3E}">
        <p14:creationId xmlns:p14="http://schemas.microsoft.com/office/powerpoint/2010/main" val="3132498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845AE8E-07C1-16D4-CDFA-09BCFDC4ABDD}"/>
              </a:ext>
            </a:extLst>
          </p:cNvPr>
          <p:cNvSpPr/>
          <p:nvPr/>
        </p:nvSpPr>
        <p:spPr>
          <a:xfrm>
            <a:off x="0" y="0"/>
            <a:ext cx="12192000" cy="1041400"/>
          </a:xfrm>
          <a:prstGeom prst="rect">
            <a:avLst/>
          </a:prstGeom>
          <a:solidFill>
            <a:srgbClr val="A0233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a:extLst>
              <a:ext uri="{FF2B5EF4-FFF2-40B4-BE49-F238E27FC236}">
                <a16:creationId xmlns:a16="http://schemas.microsoft.com/office/drawing/2014/main" id="{3AFCF608-7BEC-3181-C0F9-2AF8469E8698}"/>
              </a:ext>
            </a:extLst>
          </p:cNvPr>
          <p:cNvPicPr>
            <a:picLocks noChangeAspect="1"/>
          </p:cNvPicPr>
          <p:nvPr/>
        </p:nvPicPr>
        <p:blipFill>
          <a:blip r:embed="rId3"/>
          <a:stretch>
            <a:fillRect/>
          </a:stretch>
        </p:blipFill>
        <p:spPr>
          <a:xfrm>
            <a:off x="11047412" y="22224"/>
            <a:ext cx="1019176" cy="1019176"/>
          </a:xfrm>
          <a:prstGeom prst="rect">
            <a:avLst/>
          </a:prstGeom>
        </p:spPr>
      </p:pic>
      <p:sp>
        <p:nvSpPr>
          <p:cNvPr id="7" name="TextBox 6">
            <a:extLst>
              <a:ext uri="{FF2B5EF4-FFF2-40B4-BE49-F238E27FC236}">
                <a16:creationId xmlns:a16="http://schemas.microsoft.com/office/drawing/2014/main" id="{0EDD1DF1-1357-DECA-39E8-99D5B3712941}"/>
              </a:ext>
            </a:extLst>
          </p:cNvPr>
          <p:cNvSpPr txBox="1"/>
          <p:nvPr/>
        </p:nvSpPr>
        <p:spPr>
          <a:xfrm>
            <a:off x="651377" y="197534"/>
            <a:ext cx="10889245" cy="646331"/>
          </a:xfrm>
          <a:prstGeom prst="rect">
            <a:avLst/>
          </a:prstGeom>
          <a:noFill/>
        </p:spPr>
        <p:txBody>
          <a:bodyPr wrap="square" rtlCol="0">
            <a:spAutoFit/>
          </a:bodyPr>
          <a:lstStyle/>
          <a:p>
            <a:r>
              <a:rPr lang="en-US" sz="3600" b="1" dirty="0">
                <a:solidFill>
                  <a:schemeClr val="bg1"/>
                </a:solidFill>
                <a:latin typeface="Times New Roman" panose="02020603050405020304" pitchFamily="18" charset="0"/>
                <a:cs typeface="Times New Roman" panose="02020603050405020304" pitchFamily="18" charset="0"/>
              </a:rPr>
              <a:t>Introduction to Data Science</a:t>
            </a:r>
          </a:p>
        </p:txBody>
      </p:sp>
      <p:sp>
        <p:nvSpPr>
          <p:cNvPr id="3" name="Content Placeholder 2">
            <a:extLst>
              <a:ext uri="{FF2B5EF4-FFF2-40B4-BE49-F238E27FC236}">
                <a16:creationId xmlns:a16="http://schemas.microsoft.com/office/drawing/2014/main" id="{6113324C-002C-9D45-2674-B0B00E4E157C}"/>
              </a:ext>
            </a:extLst>
          </p:cNvPr>
          <p:cNvSpPr>
            <a:spLocks noGrp="1"/>
          </p:cNvSpPr>
          <p:nvPr>
            <p:ph idx="4294967295"/>
          </p:nvPr>
        </p:nvSpPr>
        <p:spPr>
          <a:xfrm>
            <a:off x="364386" y="1238934"/>
            <a:ext cx="10515600" cy="5067854"/>
          </a:xfrm>
        </p:spPr>
        <p:txBody>
          <a:bodyPr>
            <a:normAutofit/>
          </a:bodyPr>
          <a:lstStyle/>
          <a:p>
            <a:pPr marL="0" indent="0">
              <a:buNone/>
            </a:pPr>
            <a:r>
              <a:rPr lang="en-US" sz="3600" b="1" dirty="0">
                <a:latin typeface="Times New Roman" panose="02020603050405020304" pitchFamily="18" charset="0"/>
                <a:cs typeface="Times New Roman" panose="02020603050405020304" pitchFamily="18" charset="0"/>
              </a:rPr>
              <a:t>Definition:</a:t>
            </a:r>
          </a:p>
          <a:p>
            <a:pPr marL="0" indent="0">
              <a:buNone/>
            </a:pPr>
            <a:r>
              <a:rPr lang="en-US" dirty="0">
                <a:latin typeface="Times New Roman" panose="02020603050405020304" pitchFamily="18" charset="0"/>
                <a:cs typeface="Times New Roman" panose="02020603050405020304" pitchFamily="18" charset="0"/>
              </a:rPr>
              <a:t>An </a:t>
            </a:r>
            <a:r>
              <a:rPr lang="en-US" b="1" dirty="0">
                <a:latin typeface="Times New Roman" panose="02020603050405020304" pitchFamily="18" charset="0"/>
                <a:cs typeface="Times New Roman" panose="02020603050405020304" pitchFamily="18" charset="0"/>
              </a:rPr>
              <a:t>interdisciplinary</a:t>
            </a:r>
            <a:r>
              <a:rPr lang="en-US" dirty="0">
                <a:latin typeface="Times New Roman" panose="02020603050405020304" pitchFamily="18" charset="0"/>
                <a:cs typeface="Times New Roman" panose="02020603050405020304" pitchFamily="18" charset="0"/>
              </a:rPr>
              <a:t> study that applies</a:t>
            </a:r>
          </a:p>
          <a:p>
            <a:pPr marL="0" indent="0">
              <a:buNone/>
            </a:pP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Domain-Specific</a:t>
            </a:r>
            <a:r>
              <a:rPr lang="en-US" dirty="0">
                <a:latin typeface="Times New Roman" panose="02020603050405020304" pitchFamily="18" charset="0"/>
                <a:cs typeface="Times New Roman" panose="02020603050405020304" pitchFamily="18" charset="0"/>
              </a:rPr>
              <a:t> Knowledge</a:t>
            </a:r>
          </a:p>
          <a:p>
            <a:r>
              <a:rPr lang="en-US" b="1" dirty="0">
                <a:latin typeface="Times New Roman" panose="02020603050405020304" pitchFamily="18" charset="0"/>
                <a:cs typeface="Times New Roman" panose="02020603050405020304" pitchFamily="18" charset="0"/>
              </a:rPr>
              <a:t>Programming</a:t>
            </a:r>
          </a:p>
          <a:p>
            <a:r>
              <a:rPr lang="en-US" b="1" dirty="0">
                <a:latin typeface="Times New Roman" panose="02020603050405020304" pitchFamily="18" charset="0"/>
                <a:cs typeface="Times New Roman" panose="02020603050405020304" pitchFamily="18" charset="0"/>
              </a:rPr>
              <a:t>Math</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Statistics</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to extract </a:t>
            </a:r>
            <a:r>
              <a:rPr lang="en-US" b="1" dirty="0">
                <a:latin typeface="Times New Roman" panose="02020603050405020304" pitchFamily="18" charset="0"/>
                <a:cs typeface="Times New Roman" panose="02020603050405020304" pitchFamily="18" charset="0"/>
              </a:rPr>
              <a:t>valuable</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meaningful</a:t>
            </a:r>
            <a:r>
              <a:rPr lang="en-US" dirty="0">
                <a:latin typeface="Times New Roman" panose="02020603050405020304" pitchFamily="18" charset="0"/>
                <a:cs typeface="Times New Roman" panose="02020603050405020304" pitchFamily="18" charset="0"/>
              </a:rPr>
              <a:t> insights from data</a:t>
            </a:r>
          </a:p>
          <a:p>
            <a:pPr marL="0" indent="0">
              <a:buNone/>
            </a:pPr>
            <a:r>
              <a:rPr lang="en-US" dirty="0">
                <a:latin typeface="Times New Roman" panose="02020603050405020304" pitchFamily="18" charset="0"/>
                <a:cs typeface="Times New Roman" panose="02020603050405020304" pitchFamily="18" charset="0"/>
              </a:rPr>
              <a:t>used for supporting decision-making.</a:t>
            </a:r>
          </a:p>
        </p:txBody>
      </p:sp>
      <p:grpSp>
        <p:nvGrpSpPr>
          <p:cNvPr id="20" name="Group 19">
            <a:extLst>
              <a:ext uri="{FF2B5EF4-FFF2-40B4-BE49-F238E27FC236}">
                <a16:creationId xmlns:a16="http://schemas.microsoft.com/office/drawing/2014/main" id="{A96C10E1-9BE8-58BE-FB32-405CDE362BA4}"/>
              </a:ext>
            </a:extLst>
          </p:cNvPr>
          <p:cNvGrpSpPr/>
          <p:nvPr/>
        </p:nvGrpSpPr>
        <p:grpSpPr>
          <a:xfrm>
            <a:off x="7225933" y="1532998"/>
            <a:ext cx="5380444" cy="4300004"/>
            <a:chOff x="7124738" y="5801544"/>
            <a:chExt cx="5380444" cy="4300004"/>
          </a:xfrm>
        </p:grpSpPr>
        <p:sp>
          <p:nvSpPr>
            <p:cNvPr id="8" name="Oval 7">
              <a:extLst>
                <a:ext uri="{FF2B5EF4-FFF2-40B4-BE49-F238E27FC236}">
                  <a16:creationId xmlns:a16="http://schemas.microsoft.com/office/drawing/2014/main" id="{A550B2B0-EE35-4FED-F89B-B6BF30C1D0B9}"/>
                </a:ext>
              </a:extLst>
            </p:cNvPr>
            <p:cNvSpPr/>
            <p:nvPr/>
          </p:nvSpPr>
          <p:spPr>
            <a:xfrm>
              <a:off x="7378677" y="5801544"/>
              <a:ext cx="2949310" cy="2949310"/>
            </a:xfrm>
            <a:prstGeom prst="ellipse">
              <a:avLst/>
            </a:prstGeom>
            <a:solidFill>
              <a:srgbClr val="FF0000">
                <a:alpha val="41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Oval 8">
              <a:extLst>
                <a:ext uri="{FF2B5EF4-FFF2-40B4-BE49-F238E27FC236}">
                  <a16:creationId xmlns:a16="http://schemas.microsoft.com/office/drawing/2014/main" id="{84AA5735-F535-A729-26AF-6A4F974B290F}"/>
                </a:ext>
              </a:extLst>
            </p:cNvPr>
            <p:cNvSpPr/>
            <p:nvPr/>
          </p:nvSpPr>
          <p:spPr>
            <a:xfrm>
              <a:off x="9129332" y="5801544"/>
              <a:ext cx="2949310" cy="2949310"/>
            </a:xfrm>
            <a:prstGeom prst="ellipse">
              <a:avLst/>
            </a:prstGeom>
            <a:solidFill>
              <a:schemeClr val="accent6">
                <a:alpha val="4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C1A43716-0297-0771-5C9A-B0360AD8AAD7}"/>
                </a:ext>
              </a:extLst>
            </p:cNvPr>
            <p:cNvSpPr/>
            <p:nvPr/>
          </p:nvSpPr>
          <p:spPr>
            <a:xfrm>
              <a:off x="8254005" y="7152238"/>
              <a:ext cx="2949310" cy="2949310"/>
            </a:xfrm>
            <a:prstGeom prst="ellipse">
              <a:avLst/>
            </a:prstGeom>
            <a:solidFill>
              <a:srgbClr val="00B0F0">
                <a:alpha val="41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44BEC1AA-8D9D-564B-DEA7-079FF9EFD04C}"/>
                </a:ext>
              </a:extLst>
            </p:cNvPr>
            <p:cNvSpPr txBox="1"/>
            <p:nvPr/>
          </p:nvSpPr>
          <p:spPr>
            <a:xfrm rot="19391475">
              <a:off x="7124738" y="6482690"/>
              <a:ext cx="2613254" cy="523220"/>
            </a:xfrm>
            <a:prstGeom prst="rect">
              <a:avLst/>
            </a:prstGeom>
            <a:noFill/>
          </p:spPr>
          <p:txBody>
            <a:bodyPr wrap="square">
              <a:spAutoFit/>
            </a:bodyPr>
            <a:lstStyle/>
            <a:p>
              <a:pPr algn="ctr"/>
              <a:r>
                <a:rPr lang="en-US" sz="2800" b="1" dirty="0">
                  <a:latin typeface="Times New Roman" panose="02020603050405020304" pitchFamily="18" charset="0"/>
                  <a:cs typeface="Times New Roman" panose="02020603050405020304" pitchFamily="18" charset="0"/>
                </a:rPr>
                <a:t>Programming</a:t>
              </a:r>
              <a:endParaRPr lang="en-US" sz="2000" b="1"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0D4D893B-F629-52FF-D129-C9348CEF86E9}"/>
                </a:ext>
              </a:extLst>
            </p:cNvPr>
            <p:cNvSpPr txBox="1"/>
            <p:nvPr/>
          </p:nvSpPr>
          <p:spPr>
            <a:xfrm>
              <a:off x="8421861" y="8817017"/>
              <a:ext cx="2613254" cy="954107"/>
            </a:xfrm>
            <a:prstGeom prst="rect">
              <a:avLst/>
            </a:prstGeom>
            <a:noFill/>
          </p:spPr>
          <p:txBody>
            <a:bodyPr wrap="square">
              <a:spAutoFit/>
            </a:bodyPr>
            <a:lstStyle/>
            <a:p>
              <a:pPr algn="ctr"/>
              <a:r>
                <a:rPr lang="en-US" sz="2800" b="1" dirty="0">
                  <a:latin typeface="Times New Roman" panose="02020603050405020304" pitchFamily="18" charset="0"/>
                  <a:cs typeface="Times New Roman" panose="02020603050405020304" pitchFamily="18" charset="0"/>
                </a:rPr>
                <a:t>Domain Expertise</a:t>
              </a:r>
              <a:endParaRPr lang="en-US" sz="2000" b="1"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ADB8E658-B90E-13C1-1B37-EA71FDE3EE8B}"/>
                </a:ext>
              </a:extLst>
            </p:cNvPr>
            <p:cNvSpPr txBox="1"/>
            <p:nvPr/>
          </p:nvSpPr>
          <p:spPr>
            <a:xfrm rot="-19380000">
              <a:off x="9891928" y="6356702"/>
              <a:ext cx="2613254" cy="954107"/>
            </a:xfrm>
            <a:prstGeom prst="rect">
              <a:avLst/>
            </a:prstGeom>
            <a:noFill/>
          </p:spPr>
          <p:txBody>
            <a:bodyPr wrap="square">
              <a:spAutoFit/>
            </a:bodyPr>
            <a:lstStyle/>
            <a:p>
              <a:pPr algn="ctr"/>
              <a:r>
                <a:rPr lang="en-US" sz="2800" b="1" dirty="0">
                  <a:latin typeface="Times New Roman" panose="02020603050405020304" pitchFamily="18" charset="0"/>
                  <a:cs typeface="Times New Roman" panose="02020603050405020304" pitchFamily="18" charset="0"/>
                </a:rPr>
                <a:t>Math &amp;</a:t>
              </a:r>
            </a:p>
            <a:p>
              <a:pPr algn="ctr"/>
              <a:r>
                <a:rPr lang="en-US" sz="2800" b="1" dirty="0">
                  <a:latin typeface="Times New Roman" panose="02020603050405020304" pitchFamily="18" charset="0"/>
                  <a:cs typeface="Times New Roman" panose="02020603050405020304" pitchFamily="18" charset="0"/>
                </a:rPr>
                <a:t>Statistics</a:t>
              </a:r>
              <a:endParaRPr lang="en-US" sz="2000" b="1"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B15E0EC4-913F-F178-0802-4A001ADB2BDB}"/>
                </a:ext>
              </a:extLst>
            </p:cNvPr>
            <p:cNvSpPr txBox="1"/>
            <p:nvPr/>
          </p:nvSpPr>
          <p:spPr>
            <a:xfrm rot="20166612">
              <a:off x="8204140" y="7985309"/>
              <a:ext cx="1328060" cy="646331"/>
            </a:xfrm>
            <a:prstGeom prst="rect">
              <a:avLst/>
            </a:prstGeom>
            <a:noFill/>
            <a:ln>
              <a:noFill/>
            </a:ln>
          </p:spPr>
          <p:txBody>
            <a:bodyPr wrap="square" rtlCol="0">
              <a:spAutoFit/>
            </a:bodyPr>
            <a:lstStyle/>
            <a:p>
              <a:pPr algn="ctr"/>
              <a:r>
                <a:rPr lang="en-US" dirty="0">
                  <a:latin typeface="Times New Roman" panose="02020603050405020304" pitchFamily="18" charset="0"/>
                  <a:cs typeface="Times New Roman" panose="02020603050405020304" pitchFamily="18" charset="0"/>
                </a:rPr>
                <a:t>Traditional</a:t>
              </a:r>
            </a:p>
            <a:p>
              <a:pPr algn="ctr"/>
              <a:r>
                <a:rPr lang="en-US" dirty="0">
                  <a:latin typeface="Times New Roman" panose="02020603050405020304" pitchFamily="18" charset="0"/>
                  <a:cs typeface="Times New Roman" panose="02020603050405020304" pitchFamily="18" charset="0"/>
                </a:rPr>
                <a:t>Software </a:t>
              </a:r>
            </a:p>
          </p:txBody>
        </p:sp>
        <p:sp>
          <p:nvSpPr>
            <p:cNvPr id="17" name="TextBox 16">
              <a:extLst>
                <a:ext uri="{FF2B5EF4-FFF2-40B4-BE49-F238E27FC236}">
                  <a16:creationId xmlns:a16="http://schemas.microsoft.com/office/drawing/2014/main" id="{676B79F5-E057-40F5-F9B1-3AEA3B3EC8F1}"/>
                </a:ext>
              </a:extLst>
            </p:cNvPr>
            <p:cNvSpPr txBox="1"/>
            <p:nvPr/>
          </p:nvSpPr>
          <p:spPr>
            <a:xfrm>
              <a:off x="9106137" y="7197656"/>
              <a:ext cx="1328060" cy="769441"/>
            </a:xfrm>
            <a:prstGeom prst="rect">
              <a:avLst/>
            </a:prstGeom>
            <a:noFill/>
            <a:ln>
              <a:noFill/>
            </a:ln>
          </p:spPr>
          <p:txBody>
            <a:bodyPr wrap="square" rtlCol="0">
              <a:spAutoFit/>
            </a:bodyPr>
            <a:lstStyle/>
            <a:p>
              <a:pPr algn="ctr"/>
              <a:r>
                <a:rPr lang="en-US" sz="2200" b="1" dirty="0">
                  <a:solidFill>
                    <a:schemeClr val="bg1"/>
                  </a:solidFill>
                  <a:latin typeface="Times New Roman" panose="02020603050405020304" pitchFamily="18" charset="0"/>
                  <a:cs typeface="Times New Roman" panose="02020603050405020304" pitchFamily="18" charset="0"/>
                </a:rPr>
                <a:t>Data Science</a:t>
              </a:r>
              <a:endParaRPr lang="en-US" sz="2200" b="1" dirty="0">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20FA4A4F-35E2-8FD9-9E7B-B340E345FC62}"/>
                </a:ext>
              </a:extLst>
            </p:cNvPr>
            <p:cNvSpPr txBox="1"/>
            <p:nvPr/>
          </p:nvSpPr>
          <p:spPr>
            <a:xfrm rot="2663066">
              <a:off x="10020269" y="7956144"/>
              <a:ext cx="1328060" cy="646331"/>
            </a:xfrm>
            <a:prstGeom prst="rect">
              <a:avLst/>
            </a:prstGeom>
            <a:noFill/>
            <a:ln>
              <a:noFill/>
            </a:ln>
          </p:spPr>
          <p:txBody>
            <a:bodyPr wrap="square" rtlCol="0">
              <a:spAutoFit/>
            </a:bodyPr>
            <a:lstStyle/>
            <a:p>
              <a:pPr algn="ctr"/>
              <a:r>
                <a:rPr lang="en-US" dirty="0">
                  <a:latin typeface="Times New Roman" panose="02020603050405020304" pitchFamily="18" charset="0"/>
                  <a:cs typeface="Times New Roman" panose="02020603050405020304" pitchFamily="18" charset="0"/>
                </a:rPr>
                <a:t>Traditional</a:t>
              </a:r>
            </a:p>
            <a:p>
              <a:pPr algn="ctr"/>
              <a:r>
                <a:rPr lang="en-US" dirty="0">
                  <a:latin typeface="Times New Roman" panose="02020603050405020304" pitchFamily="18" charset="0"/>
                  <a:cs typeface="Times New Roman" panose="02020603050405020304" pitchFamily="18" charset="0"/>
                </a:rPr>
                <a:t>Research </a:t>
              </a:r>
            </a:p>
          </p:txBody>
        </p:sp>
        <p:sp>
          <p:nvSpPr>
            <p:cNvPr id="19" name="TextBox 18">
              <a:extLst>
                <a:ext uri="{FF2B5EF4-FFF2-40B4-BE49-F238E27FC236}">
                  <a16:creationId xmlns:a16="http://schemas.microsoft.com/office/drawing/2014/main" id="{82315680-604E-9AD8-E9C8-B47EAF0A6A20}"/>
                </a:ext>
              </a:extLst>
            </p:cNvPr>
            <p:cNvSpPr txBox="1"/>
            <p:nvPr/>
          </p:nvSpPr>
          <p:spPr>
            <a:xfrm>
              <a:off x="9053032" y="6451511"/>
              <a:ext cx="1328060" cy="677108"/>
            </a:xfrm>
            <a:prstGeom prst="rect">
              <a:avLst/>
            </a:prstGeom>
            <a:noFill/>
            <a:ln>
              <a:noFill/>
            </a:ln>
          </p:spPr>
          <p:txBody>
            <a:bodyPr wrap="square" rtlCol="0">
              <a:spAutoFit/>
            </a:bodyPr>
            <a:lstStyle/>
            <a:p>
              <a:pPr algn="ctr"/>
              <a:r>
                <a:rPr lang="en-US" sz="2000" b="1" dirty="0">
                  <a:solidFill>
                    <a:schemeClr val="bg1"/>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Machine</a:t>
              </a:r>
              <a:r>
                <a:rPr lang="en-US" sz="2000" b="1" dirty="0">
                  <a:solidFill>
                    <a:schemeClr val="bg1"/>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Learning</a:t>
              </a:r>
            </a:p>
          </p:txBody>
        </p:sp>
      </p:grpSp>
    </p:spTree>
    <p:extLst>
      <p:ext uri="{BB962C8B-B14F-4D97-AF65-F5344CB8AC3E}">
        <p14:creationId xmlns:p14="http://schemas.microsoft.com/office/powerpoint/2010/main" val="30382163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845AE8E-07C1-16D4-CDFA-09BCFDC4ABDD}"/>
              </a:ext>
            </a:extLst>
          </p:cNvPr>
          <p:cNvSpPr/>
          <p:nvPr/>
        </p:nvSpPr>
        <p:spPr>
          <a:xfrm>
            <a:off x="0" y="0"/>
            <a:ext cx="12192000" cy="1041400"/>
          </a:xfrm>
          <a:prstGeom prst="rect">
            <a:avLst/>
          </a:prstGeom>
          <a:solidFill>
            <a:srgbClr val="A0233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a:extLst>
              <a:ext uri="{FF2B5EF4-FFF2-40B4-BE49-F238E27FC236}">
                <a16:creationId xmlns:a16="http://schemas.microsoft.com/office/drawing/2014/main" id="{3AFCF608-7BEC-3181-C0F9-2AF8469E8698}"/>
              </a:ext>
            </a:extLst>
          </p:cNvPr>
          <p:cNvPicPr>
            <a:picLocks noChangeAspect="1"/>
          </p:cNvPicPr>
          <p:nvPr/>
        </p:nvPicPr>
        <p:blipFill>
          <a:blip r:embed="rId3"/>
          <a:stretch>
            <a:fillRect/>
          </a:stretch>
        </p:blipFill>
        <p:spPr>
          <a:xfrm>
            <a:off x="11047412" y="22224"/>
            <a:ext cx="1019176" cy="1019176"/>
          </a:xfrm>
          <a:prstGeom prst="rect">
            <a:avLst/>
          </a:prstGeom>
        </p:spPr>
      </p:pic>
      <p:sp>
        <p:nvSpPr>
          <p:cNvPr id="7" name="TextBox 6">
            <a:extLst>
              <a:ext uri="{FF2B5EF4-FFF2-40B4-BE49-F238E27FC236}">
                <a16:creationId xmlns:a16="http://schemas.microsoft.com/office/drawing/2014/main" id="{0EDD1DF1-1357-DECA-39E8-99D5B3712941}"/>
              </a:ext>
            </a:extLst>
          </p:cNvPr>
          <p:cNvSpPr txBox="1"/>
          <p:nvPr/>
        </p:nvSpPr>
        <p:spPr>
          <a:xfrm>
            <a:off x="651377" y="197534"/>
            <a:ext cx="10889245" cy="646331"/>
          </a:xfrm>
          <a:prstGeom prst="rect">
            <a:avLst/>
          </a:prstGeom>
          <a:noFill/>
        </p:spPr>
        <p:txBody>
          <a:bodyPr wrap="square" rtlCol="0">
            <a:spAutoFit/>
          </a:bodyPr>
          <a:lstStyle/>
          <a:p>
            <a:r>
              <a:rPr lang="en-US" sz="3600" b="1" dirty="0">
                <a:solidFill>
                  <a:schemeClr val="bg1"/>
                </a:solidFill>
                <a:latin typeface="Times New Roman" panose="02020603050405020304" pitchFamily="18" charset="0"/>
                <a:cs typeface="Times New Roman" panose="02020603050405020304" pitchFamily="18" charset="0"/>
              </a:rPr>
              <a:t>Why Data Science Advances Rapidly?</a:t>
            </a:r>
          </a:p>
        </p:txBody>
      </p:sp>
      <p:sp>
        <p:nvSpPr>
          <p:cNvPr id="3" name="Content Placeholder 2">
            <a:extLst>
              <a:ext uri="{FF2B5EF4-FFF2-40B4-BE49-F238E27FC236}">
                <a16:creationId xmlns:a16="http://schemas.microsoft.com/office/drawing/2014/main" id="{6113324C-002C-9D45-2674-B0B00E4E157C}"/>
              </a:ext>
            </a:extLst>
          </p:cNvPr>
          <p:cNvSpPr>
            <a:spLocks noGrp="1"/>
          </p:cNvSpPr>
          <p:nvPr>
            <p:ph idx="4294967295"/>
          </p:nvPr>
        </p:nvSpPr>
        <p:spPr>
          <a:xfrm>
            <a:off x="838200" y="1419192"/>
            <a:ext cx="10515600" cy="5067854"/>
          </a:xfrm>
        </p:spPr>
        <p:txBody>
          <a:bodyPr>
            <a:normAutofit fontScale="92500" lnSpcReduction="10000"/>
          </a:bodyPr>
          <a:lstStyle/>
          <a:p>
            <a:r>
              <a:rPr lang="en-US" b="1" dirty="0">
                <a:latin typeface="Times New Roman" panose="02020603050405020304" pitchFamily="18" charset="0"/>
                <a:cs typeface="Times New Roman" panose="02020603050405020304" pitchFamily="18" charset="0"/>
              </a:rPr>
              <a:t>Increased Demand Across Industries: </a:t>
            </a:r>
          </a:p>
          <a:p>
            <a:pPr lvl="1"/>
            <a:r>
              <a:rPr lang="en-US" dirty="0">
                <a:latin typeface="Times New Roman" panose="02020603050405020304" pitchFamily="18" charset="0"/>
                <a:cs typeface="Times New Roman" panose="02020603050405020304" pitchFamily="18" charset="0"/>
              </a:rPr>
              <a:t>Businesses and organizations recognize the competitive advantage gained through data-driven decision-making</a:t>
            </a:r>
          </a:p>
          <a:p>
            <a:r>
              <a:rPr lang="en-US" b="1" dirty="0">
                <a:latin typeface="Times New Roman" panose="02020603050405020304" pitchFamily="18" charset="0"/>
                <a:cs typeface="Times New Roman" panose="02020603050405020304" pitchFamily="18" charset="0"/>
              </a:rPr>
              <a:t>Breakthroughs in AI</a:t>
            </a:r>
          </a:p>
          <a:p>
            <a:r>
              <a:rPr lang="en-US" b="1" dirty="0">
                <a:latin typeface="Times New Roman" panose="02020603050405020304" pitchFamily="18" charset="0"/>
                <a:cs typeface="Times New Roman" panose="02020603050405020304" pitchFamily="18" charset="0"/>
              </a:rPr>
              <a:t>Explosion of Data Generation</a:t>
            </a:r>
          </a:p>
          <a:p>
            <a:pPr lvl="1"/>
            <a:r>
              <a:rPr lang="en-US" dirty="0">
                <a:latin typeface="Times New Roman" panose="02020603050405020304" pitchFamily="18" charset="0"/>
                <a:cs typeface="Times New Roman" panose="02020603050405020304" pitchFamily="18" charset="0"/>
              </a:rPr>
              <a:t>Proliferation of data from sources like social media, Internet of Things (IoT), and e-commerce transactions</a:t>
            </a:r>
          </a:p>
          <a:p>
            <a:r>
              <a:rPr lang="en-US" b="1" dirty="0">
                <a:latin typeface="Times New Roman" panose="02020603050405020304" pitchFamily="18" charset="0"/>
                <a:cs typeface="Times New Roman" panose="02020603050405020304" pitchFamily="18" charset="0"/>
              </a:rPr>
              <a:t>Increased Computing Power:</a:t>
            </a:r>
          </a:p>
          <a:p>
            <a:pPr lvl="1"/>
            <a:r>
              <a:rPr lang="en-US" dirty="0">
                <a:latin typeface="Times New Roman" panose="02020603050405020304" pitchFamily="18" charset="0"/>
                <a:cs typeface="Times New Roman" panose="02020603050405020304" pitchFamily="18" charset="0"/>
              </a:rPr>
              <a:t>Affordable and powerful hardware (CPUs, GPUs, cloud computing)</a:t>
            </a:r>
          </a:p>
          <a:p>
            <a:r>
              <a:rPr lang="en-US" b="1" dirty="0">
                <a:latin typeface="Times New Roman" panose="02020603050405020304" pitchFamily="18" charset="0"/>
                <a:cs typeface="Times New Roman" panose="02020603050405020304" pitchFamily="18" charset="0"/>
              </a:rPr>
              <a:t>Improved Data Storage:</a:t>
            </a:r>
          </a:p>
          <a:p>
            <a:pPr lvl="1"/>
            <a:r>
              <a:rPr lang="en-US" dirty="0">
                <a:latin typeface="Times New Roman" panose="02020603050405020304" pitchFamily="18" charset="0"/>
                <a:cs typeface="Times New Roman" panose="02020603050405020304" pitchFamily="18" charset="0"/>
              </a:rPr>
              <a:t>Efficient and scalable solutions (cloud storage)</a:t>
            </a:r>
          </a:p>
          <a:p>
            <a:r>
              <a:rPr lang="en-US" b="1" dirty="0">
                <a:latin typeface="Times New Roman" panose="02020603050405020304" pitchFamily="18" charset="0"/>
                <a:cs typeface="Times New Roman" panose="02020603050405020304" pitchFamily="18" charset="0"/>
              </a:rPr>
              <a:t>Open-Source Tools and Libraries:</a:t>
            </a:r>
          </a:p>
          <a:p>
            <a:pPr lvl="1"/>
            <a:r>
              <a:rPr lang="en-US" dirty="0">
                <a:latin typeface="Times New Roman" panose="02020603050405020304" pitchFamily="18" charset="0"/>
                <a:cs typeface="Times New Roman" panose="02020603050405020304" pitchFamily="18" charset="0"/>
              </a:rPr>
              <a:t>Accessibility of tools like Python, R, TensorFlow, and extensive libraries</a:t>
            </a:r>
          </a:p>
          <a:p>
            <a:pPr marL="0" indent="0">
              <a:buNone/>
            </a:pP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24781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845AE8E-07C1-16D4-CDFA-09BCFDC4ABDD}"/>
              </a:ext>
            </a:extLst>
          </p:cNvPr>
          <p:cNvSpPr/>
          <p:nvPr/>
        </p:nvSpPr>
        <p:spPr>
          <a:xfrm>
            <a:off x="0" y="0"/>
            <a:ext cx="12192000" cy="1041400"/>
          </a:xfrm>
          <a:prstGeom prst="rect">
            <a:avLst/>
          </a:prstGeom>
          <a:solidFill>
            <a:srgbClr val="A0233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a:extLst>
              <a:ext uri="{FF2B5EF4-FFF2-40B4-BE49-F238E27FC236}">
                <a16:creationId xmlns:a16="http://schemas.microsoft.com/office/drawing/2014/main" id="{3AFCF608-7BEC-3181-C0F9-2AF8469E8698}"/>
              </a:ext>
            </a:extLst>
          </p:cNvPr>
          <p:cNvPicPr>
            <a:picLocks noChangeAspect="1"/>
          </p:cNvPicPr>
          <p:nvPr/>
        </p:nvPicPr>
        <p:blipFill>
          <a:blip r:embed="rId3"/>
          <a:stretch>
            <a:fillRect/>
          </a:stretch>
        </p:blipFill>
        <p:spPr>
          <a:xfrm>
            <a:off x="11047412" y="22224"/>
            <a:ext cx="1019176" cy="1019176"/>
          </a:xfrm>
          <a:prstGeom prst="rect">
            <a:avLst/>
          </a:prstGeom>
        </p:spPr>
      </p:pic>
      <p:sp>
        <p:nvSpPr>
          <p:cNvPr id="7" name="TextBox 6">
            <a:extLst>
              <a:ext uri="{FF2B5EF4-FFF2-40B4-BE49-F238E27FC236}">
                <a16:creationId xmlns:a16="http://schemas.microsoft.com/office/drawing/2014/main" id="{0EDD1DF1-1357-DECA-39E8-99D5B3712941}"/>
              </a:ext>
            </a:extLst>
          </p:cNvPr>
          <p:cNvSpPr txBox="1"/>
          <p:nvPr/>
        </p:nvSpPr>
        <p:spPr>
          <a:xfrm>
            <a:off x="651377" y="197534"/>
            <a:ext cx="10889245" cy="646331"/>
          </a:xfrm>
          <a:prstGeom prst="rect">
            <a:avLst/>
          </a:prstGeom>
          <a:noFill/>
        </p:spPr>
        <p:txBody>
          <a:bodyPr wrap="square" rtlCol="0">
            <a:spAutoFit/>
          </a:bodyPr>
          <a:lstStyle/>
          <a:p>
            <a:r>
              <a:rPr lang="en-US" sz="3600" b="1" dirty="0">
                <a:solidFill>
                  <a:schemeClr val="bg1"/>
                </a:solidFill>
                <a:latin typeface="Times New Roman" panose="02020603050405020304" pitchFamily="18" charset="0"/>
                <a:cs typeface="Times New Roman" panose="02020603050405020304" pitchFamily="18" charset="0"/>
              </a:rPr>
              <a:t>Ethics of Data Science</a:t>
            </a:r>
          </a:p>
        </p:txBody>
      </p:sp>
      <p:sp>
        <p:nvSpPr>
          <p:cNvPr id="2" name="Content Placeholder 2">
            <a:extLst>
              <a:ext uri="{FF2B5EF4-FFF2-40B4-BE49-F238E27FC236}">
                <a16:creationId xmlns:a16="http://schemas.microsoft.com/office/drawing/2014/main" id="{607D9401-C860-BD4A-B133-F172015F31D8}"/>
              </a:ext>
            </a:extLst>
          </p:cNvPr>
          <p:cNvSpPr>
            <a:spLocks noGrp="1"/>
          </p:cNvSpPr>
          <p:nvPr>
            <p:ph idx="4294967295"/>
          </p:nvPr>
        </p:nvSpPr>
        <p:spPr>
          <a:xfrm>
            <a:off x="838200" y="1425543"/>
            <a:ext cx="10515600" cy="5067854"/>
          </a:xfrm>
        </p:spPr>
        <p:txBody>
          <a:bodyPr>
            <a:normAutofit fontScale="92500" lnSpcReduction="10000"/>
          </a:bodyPr>
          <a:lstStyle/>
          <a:p>
            <a:r>
              <a:rPr lang="en-US" b="1" dirty="0">
                <a:latin typeface="Times New Roman" panose="02020603050405020304" pitchFamily="18" charset="0"/>
                <a:cs typeface="Times New Roman" panose="02020603050405020304" pitchFamily="18" charset="0"/>
              </a:rPr>
              <a:t>Legal Compliance: </a:t>
            </a:r>
          </a:p>
          <a:p>
            <a:pPr lvl="1"/>
            <a:r>
              <a:rPr lang="en-US" dirty="0">
                <a:latin typeface="Times New Roman" panose="02020603050405020304" pitchFamily="18" charset="0"/>
                <a:cs typeface="Times New Roman" panose="02020603050405020304" pitchFamily="18" charset="0"/>
              </a:rPr>
              <a:t>Ensure data is sourced from legal, trustworthy origins and </a:t>
            </a:r>
            <a:r>
              <a:rPr lang="en-US" altLang="zh-CN" dirty="0">
                <a:latin typeface="Times New Roman" panose="02020603050405020304" pitchFamily="18" charset="0"/>
                <a:cs typeface="Times New Roman" panose="02020603050405020304" pitchFamily="18" charset="0"/>
              </a:rPr>
              <a:t>adhere to with law and regulations during data usage.</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Privacy: </a:t>
            </a:r>
          </a:p>
          <a:p>
            <a:pPr lvl="1"/>
            <a:r>
              <a:rPr lang="en-US" dirty="0">
                <a:latin typeface="Times New Roman" panose="02020603050405020304" pitchFamily="18" charset="0"/>
                <a:cs typeface="Times New Roman" panose="02020603050405020304" pitchFamily="18" charset="0"/>
              </a:rPr>
              <a:t>Safeguard the privacy and confidentiality of individuals' data.</a:t>
            </a:r>
          </a:p>
          <a:p>
            <a:r>
              <a:rPr lang="en-US" b="1" dirty="0">
                <a:latin typeface="Times New Roman" panose="02020603050405020304" pitchFamily="18" charset="0"/>
                <a:cs typeface="Times New Roman" panose="02020603050405020304" pitchFamily="18" charset="0"/>
              </a:rPr>
              <a:t>Bias and Fairness:</a:t>
            </a:r>
          </a:p>
          <a:p>
            <a:pPr lvl="1"/>
            <a:r>
              <a:rPr lang="en-US" dirty="0">
                <a:latin typeface="Times New Roman" panose="02020603050405020304" pitchFamily="18" charset="0"/>
                <a:cs typeface="Times New Roman" panose="02020603050405020304" pitchFamily="18" charset="0"/>
              </a:rPr>
              <a:t>Identify and mitigate biases in data such as gender, race and ensure model does not discriminate against any group.</a:t>
            </a:r>
          </a:p>
          <a:p>
            <a:r>
              <a:rPr lang="en-US" b="1" dirty="0">
                <a:latin typeface="Times New Roman" panose="02020603050405020304" pitchFamily="18" charset="0"/>
                <a:cs typeface="Times New Roman" panose="02020603050405020304" pitchFamily="18" charset="0"/>
              </a:rPr>
              <a:t>Transparency: </a:t>
            </a:r>
          </a:p>
          <a:p>
            <a:pPr lvl="1"/>
            <a:r>
              <a:rPr lang="en-US" dirty="0">
                <a:latin typeface="Times New Roman" panose="02020603050405020304" pitchFamily="18" charset="0"/>
                <a:cs typeface="Times New Roman" panose="02020603050405020304" pitchFamily="18" charset="0"/>
              </a:rPr>
              <a:t>Maintain transparent about data sources, methodologies, and algorithms used in data analysis.</a:t>
            </a:r>
          </a:p>
          <a:p>
            <a:r>
              <a:rPr lang="en-US" b="1" dirty="0">
                <a:latin typeface="Times New Roman" panose="02020603050405020304" pitchFamily="18" charset="0"/>
                <a:cs typeface="Times New Roman" panose="02020603050405020304" pitchFamily="18" charset="0"/>
              </a:rPr>
              <a:t>Security: </a:t>
            </a:r>
          </a:p>
          <a:p>
            <a:pPr lvl="1"/>
            <a:r>
              <a:rPr lang="en-US" dirty="0">
                <a:latin typeface="Times New Roman" panose="02020603050405020304" pitchFamily="18" charset="0"/>
                <a:cs typeface="Times New Roman" panose="02020603050405020304" pitchFamily="18" charset="0"/>
              </a:rPr>
              <a:t>Protect data from unauthorized access and breaches</a:t>
            </a:r>
          </a:p>
        </p:txBody>
      </p:sp>
    </p:spTree>
    <p:extLst>
      <p:ext uri="{BB962C8B-B14F-4D97-AF65-F5344CB8AC3E}">
        <p14:creationId xmlns:p14="http://schemas.microsoft.com/office/powerpoint/2010/main" val="2767328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B4D376-8A40-E45B-7ED2-E9A0B496098D}"/>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295FF93E-9DDE-F1E7-A997-3B5FE18C5105}"/>
              </a:ext>
            </a:extLst>
          </p:cNvPr>
          <p:cNvSpPr/>
          <p:nvPr/>
        </p:nvSpPr>
        <p:spPr>
          <a:xfrm>
            <a:off x="0" y="0"/>
            <a:ext cx="12192000" cy="1041400"/>
          </a:xfrm>
          <a:prstGeom prst="rect">
            <a:avLst/>
          </a:prstGeom>
          <a:solidFill>
            <a:srgbClr val="A0233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a:extLst>
              <a:ext uri="{FF2B5EF4-FFF2-40B4-BE49-F238E27FC236}">
                <a16:creationId xmlns:a16="http://schemas.microsoft.com/office/drawing/2014/main" id="{094C0323-236B-4B2D-F8CF-9BCA1449D0D7}"/>
              </a:ext>
            </a:extLst>
          </p:cNvPr>
          <p:cNvPicPr>
            <a:picLocks noChangeAspect="1"/>
          </p:cNvPicPr>
          <p:nvPr/>
        </p:nvPicPr>
        <p:blipFill>
          <a:blip r:embed="rId3"/>
          <a:stretch>
            <a:fillRect/>
          </a:stretch>
        </p:blipFill>
        <p:spPr>
          <a:xfrm>
            <a:off x="11047412" y="22224"/>
            <a:ext cx="1019176" cy="1019176"/>
          </a:xfrm>
          <a:prstGeom prst="rect">
            <a:avLst/>
          </a:prstGeom>
        </p:spPr>
      </p:pic>
      <p:sp>
        <p:nvSpPr>
          <p:cNvPr id="7" name="TextBox 6">
            <a:extLst>
              <a:ext uri="{FF2B5EF4-FFF2-40B4-BE49-F238E27FC236}">
                <a16:creationId xmlns:a16="http://schemas.microsoft.com/office/drawing/2014/main" id="{15879804-F98B-2E36-FD2F-B815CDAD6637}"/>
              </a:ext>
            </a:extLst>
          </p:cNvPr>
          <p:cNvSpPr txBox="1"/>
          <p:nvPr/>
        </p:nvSpPr>
        <p:spPr>
          <a:xfrm>
            <a:off x="651377" y="197534"/>
            <a:ext cx="10889245" cy="646331"/>
          </a:xfrm>
          <a:prstGeom prst="rect">
            <a:avLst/>
          </a:prstGeom>
          <a:noFill/>
        </p:spPr>
        <p:txBody>
          <a:bodyPr wrap="square" rtlCol="0">
            <a:spAutoFit/>
          </a:bodyPr>
          <a:lstStyle/>
          <a:p>
            <a:r>
              <a:rPr lang="en-US" sz="3600" b="1" dirty="0">
                <a:solidFill>
                  <a:schemeClr val="bg1"/>
                </a:solidFill>
                <a:latin typeface="Times New Roman" panose="02020603050405020304" pitchFamily="18" charset="0"/>
                <a:cs typeface="Times New Roman" panose="02020603050405020304" pitchFamily="18" charset="0"/>
              </a:rPr>
              <a:t>Data Science Workflow</a:t>
            </a:r>
          </a:p>
        </p:txBody>
      </p:sp>
      <p:sp>
        <p:nvSpPr>
          <p:cNvPr id="3" name="Content Placeholder 2">
            <a:extLst>
              <a:ext uri="{FF2B5EF4-FFF2-40B4-BE49-F238E27FC236}">
                <a16:creationId xmlns:a16="http://schemas.microsoft.com/office/drawing/2014/main" id="{CD7AFF37-1EDF-12C8-097E-9B957658BFF1}"/>
              </a:ext>
            </a:extLst>
          </p:cNvPr>
          <p:cNvSpPr>
            <a:spLocks noGrp="1"/>
          </p:cNvSpPr>
          <p:nvPr>
            <p:ph idx="4294967295"/>
          </p:nvPr>
        </p:nvSpPr>
        <p:spPr>
          <a:xfrm>
            <a:off x="838200" y="1425543"/>
            <a:ext cx="10515600" cy="5067854"/>
          </a:xfrm>
        </p:spPr>
        <p:txBody>
          <a:bodyPr>
            <a:normAutofit fontScale="85000" lnSpcReduction="20000"/>
          </a:bodyPr>
          <a:lstStyle/>
          <a:p>
            <a:pPr marL="514350" indent="-514350">
              <a:buFont typeface="+mj-lt"/>
              <a:buAutoNum type="arabicPeriod"/>
            </a:pPr>
            <a:r>
              <a:rPr lang="en-US" b="1" dirty="0">
                <a:latin typeface="Times New Roman" panose="02020603050405020304" pitchFamily="18" charset="0"/>
                <a:cs typeface="Times New Roman" panose="02020603050405020304" pitchFamily="18" charset="0"/>
              </a:rPr>
              <a:t>Problem Specification</a:t>
            </a:r>
            <a:r>
              <a:rPr lang="en-US" dirty="0">
                <a:latin typeface="Times New Roman" panose="02020603050405020304" pitchFamily="18" charset="0"/>
                <a:cs typeface="Times New Roman" panose="02020603050405020304" pitchFamily="18" charset="0"/>
              </a:rPr>
              <a:t>: </a:t>
            </a:r>
          </a:p>
          <a:p>
            <a:pPr lvl="1"/>
            <a:r>
              <a:rPr lang="en-US" dirty="0">
                <a:latin typeface="Times New Roman" panose="02020603050405020304" pitchFamily="18" charset="0"/>
                <a:cs typeface="Times New Roman" panose="02020603050405020304" pitchFamily="18" charset="0"/>
              </a:rPr>
              <a:t>Clearly define the problem and set the specific and measurable objectives.</a:t>
            </a:r>
          </a:p>
          <a:p>
            <a:pPr marL="514350" indent="-514350">
              <a:buFont typeface="+mj-lt"/>
              <a:buAutoNum type="arabicPeriod"/>
            </a:pPr>
            <a:r>
              <a:rPr lang="en-US" b="1" dirty="0">
                <a:latin typeface="Times New Roman" panose="02020603050405020304" pitchFamily="18" charset="0"/>
                <a:cs typeface="Times New Roman" panose="02020603050405020304" pitchFamily="18" charset="0"/>
              </a:rPr>
              <a:t>Data Collection</a:t>
            </a:r>
            <a:r>
              <a:rPr lang="en-US" dirty="0">
                <a:latin typeface="Times New Roman" panose="02020603050405020304" pitchFamily="18" charset="0"/>
                <a:cs typeface="Times New Roman" panose="02020603050405020304" pitchFamily="18" charset="0"/>
              </a:rPr>
              <a:t>: </a:t>
            </a:r>
          </a:p>
          <a:p>
            <a:pPr lvl="1"/>
            <a:r>
              <a:rPr lang="en-US" dirty="0">
                <a:latin typeface="Times New Roman" panose="02020603050405020304" pitchFamily="18" charset="0"/>
                <a:cs typeface="Times New Roman" panose="02020603050405020304" pitchFamily="18" charset="0"/>
              </a:rPr>
              <a:t>Gather relevant data from reliable sources, such as</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web</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scraping,</a:t>
            </a:r>
            <a:r>
              <a:rPr lang="en-US" dirty="0">
                <a:latin typeface="Times New Roman" panose="02020603050405020304" pitchFamily="18" charset="0"/>
                <a:cs typeface="Times New Roman" panose="02020603050405020304" pitchFamily="18" charset="0"/>
              </a:rPr>
              <a:t> databases</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and</a:t>
            </a:r>
            <a:r>
              <a:rPr lang="en-US" dirty="0">
                <a:latin typeface="Times New Roman" panose="02020603050405020304" pitchFamily="18" charset="0"/>
                <a:cs typeface="Times New Roman" panose="02020603050405020304" pitchFamily="18" charset="0"/>
              </a:rPr>
              <a:t> APIs.</a:t>
            </a:r>
          </a:p>
          <a:p>
            <a:pPr marL="514350" indent="-514350">
              <a:buFont typeface="+mj-lt"/>
              <a:buAutoNum type="arabicPeriod"/>
            </a:pPr>
            <a:r>
              <a:rPr lang="en-US" b="1" dirty="0">
                <a:latin typeface="Times New Roman" panose="02020603050405020304" pitchFamily="18" charset="0"/>
                <a:cs typeface="Times New Roman" panose="02020603050405020304" pitchFamily="18" charset="0"/>
              </a:rPr>
              <a:t>Data Exploration</a:t>
            </a:r>
            <a:r>
              <a:rPr lang="en-US" dirty="0">
                <a:latin typeface="Times New Roman" panose="02020603050405020304" pitchFamily="18" charset="0"/>
                <a:cs typeface="Times New Roman" panose="02020603050405020304" pitchFamily="18" charset="0"/>
              </a:rPr>
              <a:t>: </a:t>
            </a:r>
          </a:p>
          <a:p>
            <a:pPr lvl="1"/>
            <a:r>
              <a:rPr lang="en-US" dirty="0">
                <a:latin typeface="Times New Roman" panose="02020603050405020304" pitchFamily="18" charset="0"/>
                <a:cs typeface="Times New Roman" panose="02020603050405020304" pitchFamily="18" charset="0"/>
              </a:rPr>
              <a:t>Perform exploratory data analysis to understand data characteristics.</a:t>
            </a:r>
          </a:p>
          <a:p>
            <a:pPr lvl="1"/>
            <a:r>
              <a:rPr lang="en-US" dirty="0">
                <a:latin typeface="Times New Roman" panose="02020603050405020304" pitchFamily="18" charset="0"/>
                <a:cs typeface="Times New Roman" panose="02020603050405020304" pitchFamily="18" charset="0"/>
              </a:rPr>
              <a:t>Identify issues like missing values and outliers.</a:t>
            </a:r>
          </a:p>
          <a:p>
            <a:pPr marL="514350" indent="-514350">
              <a:buFont typeface="+mj-lt"/>
              <a:buAutoNum type="arabicPeriod"/>
            </a:pPr>
            <a:r>
              <a:rPr lang="en-US" b="1" dirty="0">
                <a:latin typeface="Times New Roman" panose="02020603050405020304" pitchFamily="18" charset="0"/>
                <a:cs typeface="Times New Roman" panose="02020603050405020304" pitchFamily="18" charset="0"/>
              </a:rPr>
              <a:t>Data Preprocessing</a:t>
            </a:r>
            <a:r>
              <a:rPr lang="en-US" dirty="0">
                <a:latin typeface="Times New Roman" panose="02020603050405020304" pitchFamily="18" charset="0"/>
                <a:cs typeface="Times New Roman" panose="02020603050405020304" pitchFamily="18" charset="0"/>
              </a:rPr>
              <a:t>: </a:t>
            </a:r>
          </a:p>
          <a:p>
            <a:pPr lvl="1"/>
            <a:r>
              <a:rPr lang="en-US" dirty="0">
                <a:latin typeface="Times New Roman" panose="02020603050405020304" pitchFamily="18" charset="0"/>
                <a:cs typeface="Times New Roman" panose="02020603050405020304" pitchFamily="18" charset="0"/>
              </a:rPr>
              <a:t>Clean and prepare data for analysis.</a:t>
            </a:r>
          </a:p>
          <a:p>
            <a:pPr lvl="1"/>
            <a:r>
              <a:rPr lang="en-US" dirty="0">
                <a:latin typeface="Times New Roman" panose="02020603050405020304" pitchFamily="18" charset="0"/>
                <a:cs typeface="Times New Roman" panose="02020603050405020304" pitchFamily="18" charset="0"/>
              </a:rPr>
              <a:t>Handle missing values, normalize data, encode categorical variables.</a:t>
            </a:r>
          </a:p>
          <a:p>
            <a:pPr marL="514350" indent="-514350">
              <a:buFont typeface="+mj-lt"/>
              <a:buAutoNum type="arabicPeriod"/>
            </a:pPr>
            <a:r>
              <a:rPr lang="en-US" b="1" dirty="0">
                <a:latin typeface="Times New Roman" panose="02020603050405020304" pitchFamily="18" charset="0"/>
                <a:cs typeface="Times New Roman" panose="02020603050405020304" pitchFamily="18" charset="0"/>
              </a:rPr>
              <a:t>Modeling</a:t>
            </a:r>
            <a:r>
              <a:rPr lang="en-US" dirty="0">
                <a:latin typeface="Times New Roman" panose="02020603050405020304" pitchFamily="18" charset="0"/>
                <a:cs typeface="Times New Roman" panose="02020603050405020304" pitchFamily="18" charset="0"/>
              </a:rPr>
              <a:t>: </a:t>
            </a:r>
          </a:p>
          <a:p>
            <a:pPr lvl="1"/>
            <a:r>
              <a:rPr lang="en-US" dirty="0">
                <a:latin typeface="Times New Roman" panose="02020603050405020304" pitchFamily="18" charset="0"/>
                <a:cs typeface="Times New Roman" panose="02020603050405020304" pitchFamily="18" charset="0"/>
              </a:rPr>
              <a:t>Select the appropriate statistical model. </a:t>
            </a:r>
          </a:p>
          <a:p>
            <a:pPr lvl="1"/>
            <a:r>
              <a:rPr lang="en-US" dirty="0">
                <a:latin typeface="Times New Roman" panose="02020603050405020304" pitchFamily="18" charset="0"/>
                <a:cs typeface="Times New Roman" panose="02020603050405020304" pitchFamily="18" charset="0"/>
              </a:rPr>
              <a:t>Train the model and evaluate the model</a:t>
            </a:r>
          </a:p>
          <a:p>
            <a:pPr marL="514350" indent="-514350">
              <a:buFont typeface="+mj-lt"/>
              <a:buAutoNum type="arabicPeriod"/>
            </a:pPr>
            <a:r>
              <a:rPr lang="en-US" b="1" dirty="0">
                <a:latin typeface="Times New Roman" panose="02020603050405020304" pitchFamily="18" charset="0"/>
                <a:cs typeface="Times New Roman" panose="02020603050405020304" pitchFamily="18" charset="0"/>
              </a:rPr>
              <a:t>Insights, Visualization and Communication</a:t>
            </a:r>
            <a:r>
              <a:rPr lang="en-US" dirty="0">
                <a:latin typeface="Times New Roman" panose="02020603050405020304" pitchFamily="18" charset="0"/>
                <a:cs typeface="Times New Roman" panose="02020603050405020304" pitchFamily="18" charset="0"/>
              </a:rPr>
              <a:t>: </a:t>
            </a:r>
          </a:p>
          <a:p>
            <a:pPr lvl="1"/>
            <a:r>
              <a:rPr lang="en-US" dirty="0">
                <a:latin typeface="Times New Roman" panose="02020603050405020304" pitchFamily="18" charset="0"/>
                <a:cs typeface="Times New Roman" panose="02020603050405020304" pitchFamily="18" charset="0"/>
              </a:rPr>
              <a:t>Interpret the results</a:t>
            </a:r>
          </a:p>
          <a:p>
            <a:pPr lvl="1"/>
            <a:r>
              <a:rPr lang="en-US" dirty="0">
                <a:latin typeface="Times New Roman" panose="02020603050405020304" pitchFamily="18" charset="0"/>
                <a:cs typeface="Times New Roman" panose="02020603050405020304" pitchFamily="18" charset="0"/>
              </a:rPr>
              <a:t>Present findings using visualizations.</a:t>
            </a:r>
          </a:p>
          <a:p>
            <a:pPr lvl="1"/>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94469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1" end="11"/>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13" end="13"/>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xEl>
                                              <p:pRg st="14" end="14"/>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1C743-6470-B869-B7FC-902459391CBD}"/>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415637A3-C79B-BBA8-127B-3700102B3737}"/>
              </a:ext>
            </a:extLst>
          </p:cNvPr>
          <p:cNvSpPr/>
          <p:nvPr/>
        </p:nvSpPr>
        <p:spPr>
          <a:xfrm>
            <a:off x="0" y="0"/>
            <a:ext cx="12192000" cy="1041400"/>
          </a:xfrm>
          <a:prstGeom prst="rect">
            <a:avLst/>
          </a:prstGeom>
          <a:solidFill>
            <a:srgbClr val="A0233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a:extLst>
              <a:ext uri="{FF2B5EF4-FFF2-40B4-BE49-F238E27FC236}">
                <a16:creationId xmlns:a16="http://schemas.microsoft.com/office/drawing/2014/main" id="{0928A5ED-FD5E-FDB9-BCEE-D8CC34648D97}"/>
              </a:ext>
            </a:extLst>
          </p:cNvPr>
          <p:cNvPicPr>
            <a:picLocks noChangeAspect="1"/>
          </p:cNvPicPr>
          <p:nvPr/>
        </p:nvPicPr>
        <p:blipFill>
          <a:blip r:embed="rId3"/>
          <a:stretch>
            <a:fillRect/>
          </a:stretch>
        </p:blipFill>
        <p:spPr>
          <a:xfrm>
            <a:off x="11047412" y="22224"/>
            <a:ext cx="1019176" cy="1019176"/>
          </a:xfrm>
          <a:prstGeom prst="rect">
            <a:avLst/>
          </a:prstGeom>
        </p:spPr>
      </p:pic>
      <p:sp>
        <p:nvSpPr>
          <p:cNvPr id="7" name="TextBox 6">
            <a:extLst>
              <a:ext uri="{FF2B5EF4-FFF2-40B4-BE49-F238E27FC236}">
                <a16:creationId xmlns:a16="http://schemas.microsoft.com/office/drawing/2014/main" id="{7B65ABAF-E14D-13DC-7C95-ACD3B1445CBD}"/>
              </a:ext>
            </a:extLst>
          </p:cNvPr>
          <p:cNvSpPr txBox="1"/>
          <p:nvPr/>
        </p:nvSpPr>
        <p:spPr>
          <a:xfrm>
            <a:off x="651377" y="197534"/>
            <a:ext cx="10889245" cy="646331"/>
          </a:xfrm>
          <a:prstGeom prst="rect">
            <a:avLst/>
          </a:prstGeom>
          <a:noFill/>
        </p:spPr>
        <p:txBody>
          <a:bodyPr wrap="square" rtlCol="0">
            <a:spAutoFit/>
          </a:bodyPr>
          <a:lstStyle/>
          <a:p>
            <a:r>
              <a:rPr lang="en-US" sz="3600" b="1" dirty="0">
                <a:solidFill>
                  <a:schemeClr val="bg1"/>
                </a:solidFill>
                <a:latin typeface="Times New Roman" panose="02020603050405020304" pitchFamily="18" charset="0"/>
                <a:cs typeface="Times New Roman" panose="02020603050405020304" pitchFamily="18" charset="0"/>
              </a:rPr>
              <a:t>Data Science Workflow</a:t>
            </a:r>
          </a:p>
        </p:txBody>
      </p:sp>
      <p:sp>
        <p:nvSpPr>
          <p:cNvPr id="33" name="文本框 3">
            <a:extLst>
              <a:ext uri="{FF2B5EF4-FFF2-40B4-BE49-F238E27FC236}">
                <a16:creationId xmlns:a16="http://schemas.microsoft.com/office/drawing/2014/main" id="{965D58D0-EF3C-D541-BEA9-B8996021846B}"/>
              </a:ext>
            </a:extLst>
          </p:cNvPr>
          <p:cNvSpPr txBox="1"/>
          <p:nvPr/>
        </p:nvSpPr>
        <p:spPr>
          <a:xfrm>
            <a:off x="931863" y="1687611"/>
            <a:ext cx="2439450" cy="40011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gradFill>
                  <a:gsLst>
                    <a:gs pos="53000">
                      <a:srgbClr val="690D0E"/>
                    </a:gs>
                    <a:gs pos="0">
                      <a:srgbClr val="690D0E">
                        <a:lumMod val="60000"/>
                        <a:lumOff val="40000"/>
                      </a:srgbClr>
                    </a:gs>
                  </a:gsLst>
                  <a:lin ang="0" scaled="1"/>
                </a:gradFill>
                <a:effectLst/>
                <a:uLnTx/>
                <a:uFillTx/>
                <a:latin typeface="Didot"/>
                <a:ea typeface="思源黑体 CN Regular"/>
                <a:cs typeface="+mn-cs"/>
              </a:rPr>
              <a:t>Problem Definition</a:t>
            </a:r>
            <a:endParaRPr kumimoji="0" lang="zh-CN" altLang="en-US" sz="2000" b="0" i="0" u="none" strike="noStrike" kern="1200" cap="none" spc="0" normalizeH="0" baseline="0" noProof="0" dirty="0">
              <a:ln>
                <a:noFill/>
              </a:ln>
              <a:gradFill>
                <a:gsLst>
                  <a:gs pos="53000">
                    <a:srgbClr val="690D0E"/>
                  </a:gs>
                  <a:gs pos="0">
                    <a:srgbClr val="690D0E">
                      <a:lumMod val="60000"/>
                      <a:lumOff val="40000"/>
                    </a:srgbClr>
                  </a:gs>
                </a:gsLst>
                <a:lin ang="0" scaled="1"/>
              </a:gradFill>
              <a:effectLst/>
              <a:uLnTx/>
              <a:uFillTx/>
              <a:latin typeface="Didot"/>
              <a:ea typeface="思源黑体 CN Regular"/>
              <a:cs typeface="+mn-cs"/>
            </a:endParaRPr>
          </a:p>
        </p:txBody>
      </p:sp>
      <p:sp>
        <p:nvSpPr>
          <p:cNvPr id="34" name="文本框 5">
            <a:extLst>
              <a:ext uri="{FF2B5EF4-FFF2-40B4-BE49-F238E27FC236}">
                <a16:creationId xmlns:a16="http://schemas.microsoft.com/office/drawing/2014/main" id="{452C0B36-1DCF-B532-C477-0F2BF55956D3}"/>
              </a:ext>
            </a:extLst>
          </p:cNvPr>
          <p:cNvSpPr txBox="1"/>
          <p:nvPr/>
        </p:nvSpPr>
        <p:spPr>
          <a:xfrm>
            <a:off x="931864" y="2206760"/>
            <a:ext cx="2490036" cy="660694"/>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GB" altLang="zh-CN" sz="1600" b="0" i="0" u="none" strike="noStrike" kern="1200" cap="none" spc="0" normalizeH="0" baseline="0" noProof="0" dirty="0">
                <a:ln>
                  <a:noFill/>
                </a:ln>
                <a:solidFill>
                  <a:schemeClr val="accent1">
                    <a:lumMod val="75000"/>
                  </a:schemeClr>
                </a:solidFill>
                <a:effectLst/>
                <a:uLnTx/>
                <a:uFillTx/>
                <a:latin typeface="Roboto Regular"/>
                <a:ea typeface="思源黑体 CN Regular"/>
                <a:cs typeface="+mn-cs"/>
              </a:rPr>
              <a:t>Set clear, measurable objectives.</a:t>
            </a:r>
          </a:p>
        </p:txBody>
      </p:sp>
      <p:sp>
        <p:nvSpPr>
          <p:cNvPr id="35" name="文本框 7">
            <a:extLst>
              <a:ext uri="{FF2B5EF4-FFF2-40B4-BE49-F238E27FC236}">
                <a16:creationId xmlns:a16="http://schemas.microsoft.com/office/drawing/2014/main" id="{E820FC80-A3EC-78F1-9EBA-3C197E9FEF86}"/>
              </a:ext>
            </a:extLst>
          </p:cNvPr>
          <p:cNvSpPr txBox="1"/>
          <p:nvPr/>
        </p:nvSpPr>
        <p:spPr>
          <a:xfrm>
            <a:off x="4237293" y="2206761"/>
            <a:ext cx="2490036" cy="662682"/>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schemeClr val="accent1">
                    <a:lumMod val="75000"/>
                  </a:schemeClr>
                </a:solidFill>
                <a:effectLst/>
                <a:uLnTx/>
                <a:uFillTx/>
                <a:latin typeface="Roboto Regular"/>
                <a:ea typeface="思源黑体 CN Regular"/>
                <a:cs typeface="+mn-cs"/>
              </a:rPr>
              <a:t>河南省博物馆</a:t>
            </a:r>
            <a:endParaRPr kumimoji="0" lang="en-US" altLang="zh-CN" sz="1600" b="0" i="0" u="none" strike="noStrike" kern="1200" cap="none" spc="0" normalizeH="0" baseline="0" noProof="0" dirty="0">
              <a:ln>
                <a:noFill/>
              </a:ln>
              <a:solidFill>
                <a:schemeClr val="accent1">
                  <a:lumMod val="75000"/>
                </a:schemeClr>
              </a:solidFill>
              <a:effectLst/>
              <a:uLnTx/>
              <a:uFillTx/>
              <a:latin typeface="Roboto Regular"/>
              <a:ea typeface="思源黑体 CN Regular"/>
              <a:cs typeface="+mn-cs"/>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schemeClr val="accent1">
                    <a:lumMod val="75000"/>
                  </a:schemeClr>
                </a:solidFill>
                <a:effectLst/>
                <a:uLnTx/>
                <a:uFillTx/>
                <a:latin typeface="Roboto Regular"/>
                <a:ea typeface="思源黑体 CN Regular"/>
                <a:cs typeface="+mn-cs"/>
              </a:rPr>
              <a:t>由开封迁至省会郑州</a:t>
            </a:r>
          </a:p>
        </p:txBody>
      </p:sp>
      <p:sp>
        <p:nvSpPr>
          <p:cNvPr id="36" name="文本框 9">
            <a:extLst>
              <a:ext uri="{FF2B5EF4-FFF2-40B4-BE49-F238E27FC236}">
                <a16:creationId xmlns:a16="http://schemas.microsoft.com/office/drawing/2014/main" id="{8F75DE0F-EC4C-60BB-3FCA-572117D7E762}"/>
              </a:ext>
            </a:extLst>
          </p:cNvPr>
          <p:cNvSpPr txBox="1"/>
          <p:nvPr/>
        </p:nvSpPr>
        <p:spPr>
          <a:xfrm>
            <a:off x="4237293" y="1687612"/>
            <a:ext cx="774571" cy="40011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gradFill>
                  <a:gsLst>
                    <a:gs pos="53000">
                      <a:srgbClr val="690D0E"/>
                    </a:gs>
                    <a:gs pos="0">
                      <a:srgbClr val="690D0E">
                        <a:lumMod val="60000"/>
                        <a:lumOff val="40000"/>
                      </a:srgbClr>
                    </a:gs>
                  </a:gsLst>
                  <a:lin ang="0" scaled="1"/>
                </a:gradFill>
                <a:effectLst/>
                <a:uLnTx/>
                <a:uFillTx/>
                <a:latin typeface="Didot"/>
                <a:ea typeface="思源黑体 CN Regular"/>
                <a:cs typeface="+mn-cs"/>
              </a:rPr>
              <a:t>1961</a:t>
            </a:r>
            <a:endParaRPr kumimoji="0" lang="zh-CN" altLang="en-US" sz="2000" b="0" i="0" u="none" strike="noStrike" kern="1200" cap="none" spc="0" normalizeH="0" baseline="0" noProof="0" dirty="0">
              <a:ln>
                <a:noFill/>
              </a:ln>
              <a:gradFill>
                <a:gsLst>
                  <a:gs pos="53000">
                    <a:srgbClr val="690D0E"/>
                  </a:gs>
                  <a:gs pos="0">
                    <a:srgbClr val="690D0E">
                      <a:lumMod val="60000"/>
                      <a:lumOff val="40000"/>
                    </a:srgbClr>
                  </a:gs>
                </a:gsLst>
                <a:lin ang="0" scaled="1"/>
              </a:gradFill>
              <a:effectLst/>
              <a:uLnTx/>
              <a:uFillTx/>
              <a:latin typeface="Didot"/>
              <a:ea typeface="思源黑体 CN Regular"/>
              <a:cs typeface="+mn-cs"/>
            </a:endParaRPr>
          </a:p>
        </p:txBody>
      </p:sp>
      <p:sp>
        <p:nvSpPr>
          <p:cNvPr id="39" name="文本框 15">
            <a:extLst>
              <a:ext uri="{FF2B5EF4-FFF2-40B4-BE49-F238E27FC236}">
                <a16:creationId xmlns:a16="http://schemas.microsoft.com/office/drawing/2014/main" id="{B1FB4FDF-337E-7B8C-BC8E-C7837F50E31F}"/>
              </a:ext>
            </a:extLst>
          </p:cNvPr>
          <p:cNvSpPr txBox="1"/>
          <p:nvPr/>
        </p:nvSpPr>
        <p:spPr>
          <a:xfrm>
            <a:off x="9046108" y="1687612"/>
            <a:ext cx="774571" cy="40011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gradFill>
                  <a:gsLst>
                    <a:gs pos="53000">
                      <a:srgbClr val="690D0E"/>
                    </a:gs>
                    <a:gs pos="0">
                      <a:srgbClr val="690D0E">
                        <a:lumMod val="60000"/>
                        <a:lumOff val="40000"/>
                      </a:srgbClr>
                    </a:gs>
                  </a:gsLst>
                  <a:lin ang="0" scaled="1"/>
                </a:gradFill>
                <a:effectLst/>
                <a:uLnTx/>
                <a:uFillTx/>
                <a:latin typeface="Didot"/>
                <a:ea typeface="思源黑体 CN Regular"/>
                <a:cs typeface="+mn-cs"/>
              </a:rPr>
              <a:t>2009</a:t>
            </a:r>
          </a:p>
        </p:txBody>
      </p:sp>
      <p:sp>
        <p:nvSpPr>
          <p:cNvPr id="40" name="文本框 17">
            <a:extLst>
              <a:ext uri="{FF2B5EF4-FFF2-40B4-BE49-F238E27FC236}">
                <a16:creationId xmlns:a16="http://schemas.microsoft.com/office/drawing/2014/main" id="{7F5012C3-9C6B-3EE4-369F-2A35D0D80947}"/>
              </a:ext>
            </a:extLst>
          </p:cNvPr>
          <p:cNvSpPr txBox="1"/>
          <p:nvPr/>
        </p:nvSpPr>
        <p:spPr>
          <a:xfrm>
            <a:off x="9046109" y="2206761"/>
            <a:ext cx="1927550" cy="958147"/>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schemeClr val="accent1">
                    <a:lumMod val="75000"/>
                  </a:schemeClr>
                </a:solidFill>
                <a:effectLst/>
                <a:uLnTx/>
                <a:uFillTx/>
                <a:latin typeface="Roboto Regular"/>
                <a:ea typeface="思源黑体 CN Regular"/>
                <a:cs typeface="+mn-cs"/>
              </a:rPr>
              <a:t>被国家确定为“中央与地方共建国家级博物馆”</a:t>
            </a:r>
          </a:p>
        </p:txBody>
      </p:sp>
      <p:sp>
        <p:nvSpPr>
          <p:cNvPr id="41" name="文本框 19">
            <a:extLst>
              <a:ext uri="{FF2B5EF4-FFF2-40B4-BE49-F238E27FC236}">
                <a16:creationId xmlns:a16="http://schemas.microsoft.com/office/drawing/2014/main" id="{FE465BE6-4C27-82D4-23B9-24AC0DEB13B5}"/>
              </a:ext>
            </a:extLst>
          </p:cNvPr>
          <p:cNvSpPr txBox="1"/>
          <p:nvPr/>
        </p:nvSpPr>
        <p:spPr>
          <a:xfrm>
            <a:off x="8194082" y="4523841"/>
            <a:ext cx="774571" cy="400110"/>
          </a:xfrm>
          <a:prstGeom prst="rect">
            <a:avLst/>
          </a:prstGeom>
          <a:noFill/>
        </p:spPr>
        <p:txBody>
          <a:bodyPr wrap="none">
            <a:spAutoFit/>
          </a:bodyPr>
          <a:lstStyle>
            <a:defPPr>
              <a:defRPr lang="zh-CN"/>
            </a:defPPr>
            <a:lvl1pPr>
              <a:defRPr sz="2000">
                <a:gradFill flip="none" rotWithShape="1">
                  <a:gsLst>
                    <a:gs pos="0">
                      <a:srgbClr val="BA1011"/>
                    </a:gs>
                    <a:gs pos="65000">
                      <a:srgbClr val="690D0E"/>
                    </a:gs>
                  </a:gsLst>
                  <a:lin ang="2700000" scaled="1"/>
                  <a:tileRect/>
                </a:gradFill>
                <a:latin typeface="Didot" panose="02000503000000020003" pitchFamily="2"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gradFill>
                  <a:gsLst>
                    <a:gs pos="53000">
                      <a:srgbClr val="690D0E"/>
                    </a:gs>
                    <a:gs pos="0">
                      <a:srgbClr val="690D0E">
                        <a:lumMod val="60000"/>
                        <a:lumOff val="40000"/>
                      </a:srgbClr>
                    </a:gs>
                  </a:gsLst>
                  <a:lin ang="0" scaled="1"/>
                </a:gradFill>
                <a:effectLst/>
                <a:uLnTx/>
                <a:uFillTx/>
                <a:latin typeface="Didot"/>
                <a:ea typeface="思源黑体 CN Regular"/>
                <a:cs typeface="+mn-cs"/>
              </a:rPr>
              <a:t>2022</a:t>
            </a:r>
          </a:p>
        </p:txBody>
      </p:sp>
      <p:sp>
        <p:nvSpPr>
          <p:cNvPr id="42" name="文本框 21">
            <a:extLst>
              <a:ext uri="{FF2B5EF4-FFF2-40B4-BE49-F238E27FC236}">
                <a16:creationId xmlns:a16="http://schemas.microsoft.com/office/drawing/2014/main" id="{703BD551-4D7E-DB10-3A39-9B7FF40A5681}"/>
              </a:ext>
            </a:extLst>
          </p:cNvPr>
          <p:cNvSpPr txBox="1"/>
          <p:nvPr/>
        </p:nvSpPr>
        <p:spPr>
          <a:xfrm>
            <a:off x="8194082" y="5042989"/>
            <a:ext cx="2313324" cy="958147"/>
          </a:xfrm>
          <a:prstGeom prst="rect">
            <a:avLst/>
          </a:prstGeom>
          <a:noFill/>
        </p:spPr>
        <p:txBody>
          <a:bodyPr wrap="square">
            <a:spAutoFit/>
          </a:bodyPr>
          <a:lstStyle>
            <a:defPPr>
              <a:defRPr lang="zh-CN"/>
            </a:defPPr>
            <a:lvl1pPr>
              <a:lnSpc>
                <a:spcPct val="120000"/>
              </a:lnSpc>
              <a:defRPr sz="1600">
                <a:solidFill>
                  <a:schemeClr val="tx1">
                    <a:lumMod val="75000"/>
                    <a:lumOff val="25000"/>
                  </a:schemeClr>
                </a:solidFill>
              </a:defRPr>
            </a:lvl1p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schemeClr val="accent1">
                    <a:lumMod val="75000"/>
                  </a:schemeClr>
                </a:solidFill>
                <a:effectLst/>
                <a:uLnTx/>
                <a:uFillTx/>
                <a:latin typeface="Roboto Regular"/>
                <a:ea typeface="思源黑体 CN Regular"/>
                <a:cs typeface="+mn-cs"/>
              </a:rPr>
              <a:t>河南将推进河南博物院新院建设，面积</a:t>
            </a:r>
            <a:r>
              <a:rPr kumimoji="0" lang="en-US" altLang="zh-CN" sz="1600" b="0" i="0" u="none" strike="noStrike" kern="1200" cap="none" spc="0" normalizeH="0" baseline="0" noProof="0" dirty="0">
                <a:ln>
                  <a:noFill/>
                </a:ln>
                <a:solidFill>
                  <a:schemeClr val="accent1">
                    <a:lumMod val="75000"/>
                  </a:schemeClr>
                </a:solidFill>
                <a:effectLst/>
                <a:uLnTx/>
                <a:uFillTx/>
                <a:latin typeface="Roboto Regular"/>
                <a:ea typeface="思源黑体 CN Regular"/>
                <a:cs typeface="+mn-cs"/>
              </a:rPr>
              <a:t>19</a:t>
            </a:r>
            <a:r>
              <a:rPr kumimoji="0" lang="zh-CN" altLang="en-US" sz="1600" b="0" i="0" u="none" strike="noStrike" kern="1200" cap="none" spc="0" normalizeH="0" baseline="0" noProof="0" dirty="0">
                <a:ln>
                  <a:noFill/>
                </a:ln>
                <a:solidFill>
                  <a:schemeClr val="accent1">
                    <a:lumMod val="75000"/>
                  </a:schemeClr>
                </a:solidFill>
                <a:effectLst/>
                <a:uLnTx/>
                <a:uFillTx/>
                <a:latin typeface="Roboto Regular"/>
                <a:ea typeface="思源黑体 CN Regular"/>
                <a:cs typeface="+mn-cs"/>
              </a:rPr>
              <a:t>万平方米，投资约</a:t>
            </a:r>
            <a:r>
              <a:rPr kumimoji="0" lang="en-US" altLang="zh-CN" sz="1600" b="0" i="0" u="none" strike="noStrike" kern="1200" cap="none" spc="0" normalizeH="0" baseline="0" noProof="0" dirty="0">
                <a:ln>
                  <a:noFill/>
                </a:ln>
                <a:solidFill>
                  <a:schemeClr val="accent1">
                    <a:lumMod val="75000"/>
                  </a:schemeClr>
                </a:solidFill>
                <a:effectLst/>
                <a:uLnTx/>
                <a:uFillTx/>
                <a:latin typeface="Roboto Regular"/>
                <a:ea typeface="思源黑体 CN Regular"/>
                <a:cs typeface="+mn-cs"/>
              </a:rPr>
              <a:t>30</a:t>
            </a:r>
            <a:r>
              <a:rPr kumimoji="0" lang="zh-CN" altLang="en-US" sz="1600" b="0" i="0" u="none" strike="noStrike" kern="1200" cap="none" spc="0" normalizeH="0" baseline="0" noProof="0" dirty="0">
                <a:ln>
                  <a:noFill/>
                </a:ln>
                <a:solidFill>
                  <a:schemeClr val="accent1">
                    <a:lumMod val="75000"/>
                  </a:schemeClr>
                </a:solidFill>
                <a:effectLst/>
                <a:uLnTx/>
                <a:uFillTx/>
                <a:latin typeface="Roboto Regular"/>
                <a:ea typeface="思源黑体 CN Regular"/>
                <a:cs typeface="+mn-cs"/>
              </a:rPr>
              <a:t>亿</a:t>
            </a:r>
          </a:p>
        </p:txBody>
      </p:sp>
      <p:sp>
        <p:nvSpPr>
          <p:cNvPr id="43" name="文本框 23">
            <a:extLst>
              <a:ext uri="{FF2B5EF4-FFF2-40B4-BE49-F238E27FC236}">
                <a16:creationId xmlns:a16="http://schemas.microsoft.com/office/drawing/2014/main" id="{B89F429A-F748-B73D-2FA6-16791F93A9DA}"/>
              </a:ext>
            </a:extLst>
          </p:cNvPr>
          <p:cNvSpPr txBox="1"/>
          <p:nvPr/>
        </p:nvSpPr>
        <p:spPr>
          <a:xfrm>
            <a:off x="5692616" y="4537447"/>
            <a:ext cx="774571" cy="400110"/>
          </a:xfrm>
          <a:prstGeom prst="rect">
            <a:avLst/>
          </a:prstGeom>
          <a:noFill/>
        </p:spPr>
        <p:txBody>
          <a:bodyPr wrap="none">
            <a:spAutoFit/>
          </a:bodyPr>
          <a:lstStyle>
            <a:defPPr>
              <a:defRPr lang="zh-CN"/>
            </a:defPPr>
            <a:lvl1pPr>
              <a:defRPr sz="2000">
                <a:gradFill flip="none" rotWithShape="1">
                  <a:gsLst>
                    <a:gs pos="0">
                      <a:srgbClr val="BA1011"/>
                    </a:gs>
                    <a:gs pos="65000">
                      <a:srgbClr val="690D0E"/>
                    </a:gs>
                  </a:gsLst>
                  <a:lin ang="2700000" scaled="1"/>
                  <a:tileRect/>
                </a:gradFill>
                <a:latin typeface="Didot" panose="02000503000000020003" pitchFamily="2"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gradFill>
                  <a:gsLst>
                    <a:gs pos="53000">
                      <a:srgbClr val="690D0E"/>
                    </a:gs>
                    <a:gs pos="0">
                      <a:srgbClr val="690D0E">
                        <a:lumMod val="60000"/>
                        <a:lumOff val="40000"/>
                      </a:srgbClr>
                    </a:gs>
                  </a:gsLst>
                  <a:lin ang="0" scaled="1"/>
                </a:gradFill>
                <a:effectLst/>
                <a:uLnTx/>
                <a:uFillTx/>
                <a:latin typeface="Didot"/>
                <a:ea typeface="思源黑体 CN Regular"/>
                <a:cs typeface="+mn-cs"/>
              </a:rPr>
              <a:t>1978</a:t>
            </a:r>
            <a:endParaRPr kumimoji="0" lang="zh-CN" altLang="en-US" sz="2000" b="0" i="0" u="none" strike="noStrike" kern="1200" cap="none" spc="0" normalizeH="0" baseline="0" noProof="0" dirty="0">
              <a:ln>
                <a:noFill/>
              </a:ln>
              <a:gradFill>
                <a:gsLst>
                  <a:gs pos="53000">
                    <a:srgbClr val="690D0E"/>
                  </a:gs>
                  <a:gs pos="0">
                    <a:srgbClr val="690D0E">
                      <a:lumMod val="60000"/>
                      <a:lumOff val="40000"/>
                    </a:srgbClr>
                  </a:gs>
                </a:gsLst>
                <a:lin ang="0" scaled="1"/>
              </a:gradFill>
              <a:effectLst/>
              <a:uLnTx/>
              <a:uFillTx/>
              <a:latin typeface="Didot"/>
              <a:ea typeface="思源黑体 CN Regular"/>
              <a:cs typeface="+mn-cs"/>
            </a:endParaRPr>
          </a:p>
        </p:txBody>
      </p:sp>
      <p:sp>
        <p:nvSpPr>
          <p:cNvPr id="44" name="文本框 25">
            <a:extLst>
              <a:ext uri="{FF2B5EF4-FFF2-40B4-BE49-F238E27FC236}">
                <a16:creationId xmlns:a16="http://schemas.microsoft.com/office/drawing/2014/main" id="{2B467F47-D986-23EF-546E-012590A367D0}"/>
              </a:ext>
            </a:extLst>
          </p:cNvPr>
          <p:cNvSpPr txBox="1"/>
          <p:nvPr/>
        </p:nvSpPr>
        <p:spPr>
          <a:xfrm>
            <a:off x="5692616" y="5042990"/>
            <a:ext cx="2183481" cy="958147"/>
          </a:xfrm>
          <a:prstGeom prst="rect">
            <a:avLst/>
          </a:prstGeom>
          <a:noFill/>
        </p:spPr>
        <p:txBody>
          <a:bodyPr wrap="square">
            <a:spAutoFit/>
          </a:bodyPr>
          <a:lstStyle>
            <a:defPPr>
              <a:defRPr lang="zh-CN"/>
            </a:defPPr>
            <a:lvl1pPr>
              <a:lnSpc>
                <a:spcPct val="120000"/>
              </a:lnSpc>
              <a:defRPr sz="1600">
                <a:solidFill>
                  <a:schemeClr val="tx1">
                    <a:lumMod val="75000"/>
                    <a:lumOff val="25000"/>
                  </a:schemeClr>
                </a:solidFill>
              </a:defRPr>
            </a:lvl1p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schemeClr val="accent1">
                    <a:lumMod val="75000"/>
                  </a:schemeClr>
                </a:solidFill>
                <a:effectLst/>
                <a:uLnTx/>
                <a:uFillTx/>
                <a:latin typeface="Roboto Regular"/>
                <a:ea typeface="思源黑体 CN Regular"/>
                <a:cs typeface="+mn-cs"/>
              </a:rPr>
              <a:t>河南省博物馆渐入佳境，进入了一个新的历史发展时期</a:t>
            </a:r>
          </a:p>
        </p:txBody>
      </p:sp>
      <p:sp>
        <p:nvSpPr>
          <p:cNvPr id="45" name="文本框 27">
            <a:extLst>
              <a:ext uri="{FF2B5EF4-FFF2-40B4-BE49-F238E27FC236}">
                <a16:creationId xmlns:a16="http://schemas.microsoft.com/office/drawing/2014/main" id="{E067BECD-587F-44A6-3ACC-95C8645672C4}"/>
              </a:ext>
            </a:extLst>
          </p:cNvPr>
          <p:cNvSpPr txBox="1"/>
          <p:nvPr/>
        </p:nvSpPr>
        <p:spPr>
          <a:xfrm>
            <a:off x="2609485" y="4819306"/>
            <a:ext cx="774571" cy="400110"/>
          </a:xfrm>
          <a:prstGeom prst="rect">
            <a:avLst/>
          </a:prstGeom>
          <a:noFill/>
        </p:spPr>
        <p:txBody>
          <a:bodyPr wrap="none">
            <a:spAutoFit/>
          </a:bodyPr>
          <a:lstStyle>
            <a:defPPr>
              <a:defRPr lang="zh-CN"/>
            </a:defPPr>
            <a:lvl1pPr>
              <a:defRPr sz="2000">
                <a:gradFill flip="none" rotWithShape="1">
                  <a:gsLst>
                    <a:gs pos="0">
                      <a:srgbClr val="BA1011"/>
                    </a:gs>
                    <a:gs pos="65000">
                      <a:srgbClr val="690D0E"/>
                    </a:gs>
                  </a:gsLst>
                  <a:lin ang="2700000" scaled="1"/>
                  <a:tileRect/>
                </a:gradFill>
                <a:latin typeface="Didot" panose="02000503000000020003" pitchFamily="2"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gradFill>
                  <a:gsLst>
                    <a:gs pos="53000">
                      <a:srgbClr val="690D0E"/>
                    </a:gs>
                    <a:gs pos="0">
                      <a:srgbClr val="690D0E">
                        <a:lumMod val="60000"/>
                        <a:lumOff val="40000"/>
                      </a:srgbClr>
                    </a:gs>
                  </a:gsLst>
                  <a:lin ang="0" scaled="1"/>
                </a:gradFill>
                <a:effectLst/>
                <a:uLnTx/>
                <a:uFillTx/>
                <a:latin typeface="Didot"/>
                <a:ea typeface="思源黑体 CN Regular"/>
                <a:cs typeface="+mn-cs"/>
              </a:rPr>
              <a:t>1949</a:t>
            </a:r>
            <a:endParaRPr kumimoji="0" lang="zh-CN" altLang="en-US" sz="2000" b="0" i="0" u="none" strike="noStrike" kern="1200" cap="none" spc="0" normalizeH="0" baseline="0" noProof="0" dirty="0">
              <a:ln>
                <a:noFill/>
              </a:ln>
              <a:gradFill>
                <a:gsLst>
                  <a:gs pos="53000">
                    <a:srgbClr val="690D0E"/>
                  </a:gs>
                  <a:gs pos="0">
                    <a:srgbClr val="690D0E">
                      <a:lumMod val="60000"/>
                      <a:lumOff val="40000"/>
                    </a:srgbClr>
                  </a:gs>
                </a:gsLst>
                <a:lin ang="0" scaled="1"/>
              </a:gradFill>
              <a:effectLst/>
              <a:uLnTx/>
              <a:uFillTx/>
              <a:latin typeface="Didot"/>
              <a:ea typeface="思源黑体 CN Regular"/>
              <a:cs typeface="+mn-cs"/>
            </a:endParaRPr>
          </a:p>
        </p:txBody>
      </p:sp>
      <p:sp>
        <p:nvSpPr>
          <p:cNvPr id="46" name="文本框 29">
            <a:extLst>
              <a:ext uri="{FF2B5EF4-FFF2-40B4-BE49-F238E27FC236}">
                <a16:creationId xmlns:a16="http://schemas.microsoft.com/office/drawing/2014/main" id="{81168CE4-426D-66A0-A25F-7D8650671951}"/>
              </a:ext>
            </a:extLst>
          </p:cNvPr>
          <p:cNvSpPr txBox="1"/>
          <p:nvPr/>
        </p:nvSpPr>
        <p:spPr>
          <a:xfrm>
            <a:off x="2609485" y="5338455"/>
            <a:ext cx="2490036" cy="662682"/>
          </a:xfrm>
          <a:prstGeom prst="rect">
            <a:avLst/>
          </a:prstGeom>
          <a:noFill/>
        </p:spPr>
        <p:txBody>
          <a:bodyPr wrap="square">
            <a:spAutoFit/>
          </a:bodyPr>
          <a:lstStyle>
            <a:defPPr>
              <a:defRPr lang="zh-CN"/>
            </a:defPPr>
            <a:lvl1pPr>
              <a:lnSpc>
                <a:spcPct val="120000"/>
              </a:lnSpc>
              <a:defRPr sz="1600">
                <a:solidFill>
                  <a:schemeClr val="tx1">
                    <a:lumMod val="75000"/>
                    <a:lumOff val="25000"/>
                  </a:schemeClr>
                </a:solidFill>
              </a:defRPr>
            </a:lvl1p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schemeClr val="accent1">
                    <a:lumMod val="75000"/>
                  </a:schemeClr>
                </a:solidFill>
                <a:effectLst/>
                <a:uLnTx/>
                <a:uFillTx/>
                <a:latin typeface="Roboto Regular"/>
                <a:ea typeface="思源黑体 CN Regular"/>
                <a:cs typeface="+mn-cs"/>
              </a:rPr>
              <a:t>河南省政府任命省教育厅厅长曲乃生兼任馆长</a:t>
            </a:r>
          </a:p>
        </p:txBody>
      </p:sp>
      <p:sp>
        <p:nvSpPr>
          <p:cNvPr id="49" name="任意多边形: 形状 2">
            <a:extLst>
              <a:ext uri="{FF2B5EF4-FFF2-40B4-BE49-F238E27FC236}">
                <a16:creationId xmlns:a16="http://schemas.microsoft.com/office/drawing/2014/main" id="{BC875495-FA1D-D0A8-01A6-1405FA5D8954}"/>
              </a:ext>
            </a:extLst>
          </p:cNvPr>
          <p:cNvSpPr/>
          <p:nvPr/>
        </p:nvSpPr>
        <p:spPr>
          <a:xfrm rot="5400000">
            <a:off x="-127779" y="2780661"/>
            <a:ext cx="2050702" cy="45719"/>
          </a:xfrm>
          <a:custGeom>
            <a:avLst/>
            <a:gdLst>
              <a:gd name="connsiteX0" fmla="*/ 2974276 w 2978753"/>
              <a:gd name="connsiteY0" fmla="*/ 12098 h 73820"/>
              <a:gd name="connsiteX1" fmla="*/ 2978753 w 2978753"/>
              <a:gd name="connsiteY1" fmla="*/ 9240 h 73820"/>
              <a:gd name="connsiteX2" fmla="*/ 2975229 w 2978753"/>
              <a:gd name="connsiteY2" fmla="*/ 13526 h 73820"/>
              <a:gd name="connsiteX3" fmla="*/ 2974276 w 2978753"/>
              <a:gd name="connsiteY3" fmla="*/ 12098 h 73820"/>
              <a:gd name="connsiteX4" fmla="*/ 2893766 w 2978753"/>
              <a:gd name="connsiteY4" fmla="*/ 25770 h 73820"/>
              <a:gd name="connsiteX5" fmla="*/ 2904529 w 2978753"/>
              <a:gd name="connsiteY5" fmla="*/ 21770 h 73820"/>
              <a:gd name="connsiteX6" fmla="*/ 2903196 w 2978753"/>
              <a:gd name="connsiteY6" fmla="*/ 23485 h 73820"/>
              <a:gd name="connsiteX7" fmla="*/ 2834736 w 2978753"/>
              <a:gd name="connsiteY7" fmla="*/ 22575 h 73820"/>
              <a:gd name="connsiteX8" fmla="*/ 2878932 w 2978753"/>
              <a:gd name="connsiteY8" fmla="*/ 19908 h 73820"/>
              <a:gd name="connsiteX9" fmla="*/ 2873407 w 2978753"/>
              <a:gd name="connsiteY9" fmla="*/ 25432 h 73820"/>
              <a:gd name="connsiteX10" fmla="*/ 2871407 w 2978753"/>
              <a:gd name="connsiteY10" fmla="*/ 23908 h 73820"/>
              <a:gd name="connsiteX11" fmla="*/ 2834736 w 2978753"/>
              <a:gd name="connsiteY11" fmla="*/ 22575 h 73820"/>
              <a:gd name="connsiteX12" fmla="*/ 2831306 w 2978753"/>
              <a:gd name="connsiteY12" fmla="*/ 29622 h 73820"/>
              <a:gd name="connsiteX13" fmla="*/ 2844451 w 2978753"/>
              <a:gd name="connsiteY13" fmla="*/ 29242 h 73820"/>
              <a:gd name="connsiteX14" fmla="*/ 2838354 w 2978753"/>
              <a:gd name="connsiteY14" fmla="*/ 31528 h 73820"/>
              <a:gd name="connsiteX15" fmla="*/ 2798540 w 2978753"/>
              <a:gd name="connsiteY15" fmla="*/ 7811 h 73820"/>
              <a:gd name="connsiteX16" fmla="*/ 2805494 w 2978753"/>
              <a:gd name="connsiteY16" fmla="*/ 8002 h 73820"/>
              <a:gd name="connsiteX17" fmla="*/ 2807018 w 2978753"/>
              <a:gd name="connsiteY17" fmla="*/ 8668 h 73820"/>
              <a:gd name="connsiteX18" fmla="*/ 2798540 w 2978753"/>
              <a:gd name="connsiteY18" fmla="*/ 7811 h 73820"/>
              <a:gd name="connsiteX19" fmla="*/ 2784635 w 2978753"/>
              <a:gd name="connsiteY19" fmla="*/ 12383 h 73820"/>
              <a:gd name="connsiteX20" fmla="*/ 2787301 w 2978753"/>
              <a:gd name="connsiteY20" fmla="*/ 17146 h 73820"/>
              <a:gd name="connsiteX21" fmla="*/ 2784635 w 2978753"/>
              <a:gd name="connsiteY21" fmla="*/ 12383 h 73820"/>
              <a:gd name="connsiteX22" fmla="*/ 2772442 w 2978753"/>
              <a:gd name="connsiteY22" fmla="*/ 9525 h 73820"/>
              <a:gd name="connsiteX23" fmla="*/ 2774728 w 2978753"/>
              <a:gd name="connsiteY23" fmla="*/ 4096 h 73820"/>
              <a:gd name="connsiteX24" fmla="*/ 2781967 w 2978753"/>
              <a:gd name="connsiteY24" fmla="*/ 7144 h 73820"/>
              <a:gd name="connsiteX25" fmla="*/ 2768442 w 2978753"/>
              <a:gd name="connsiteY25" fmla="*/ 13431 h 73820"/>
              <a:gd name="connsiteX26" fmla="*/ 2778728 w 2978753"/>
              <a:gd name="connsiteY26" fmla="*/ 11335 h 73820"/>
              <a:gd name="connsiteX27" fmla="*/ 2773109 w 2978753"/>
              <a:gd name="connsiteY27" fmla="*/ 12669 h 73820"/>
              <a:gd name="connsiteX28" fmla="*/ 2768442 w 2978753"/>
              <a:gd name="connsiteY28" fmla="*/ 13431 h 73820"/>
              <a:gd name="connsiteX29" fmla="*/ 2759083 w 2978753"/>
              <a:gd name="connsiteY29" fmla="*/ 22912 h 73820"/>
              <a:gd name="connsiteX30" fmla="*/ 2779467 w 2978753"/>
              <a:gd name="connsiteY30" fmla="*/ 17578 h 73820"/>
              <a:gd name="connsiteX31" fmla="*/ 2762417 w 2978753"/>
              <a:gd name="connsiteY31" fmla="*/ 22817 h 73820"/>
              <a:gd name="connsiteX32" fmla="*/ 2713768 w 2978753"/>
              <a:gd name="connsiteY32" fmla="*/ 6001 h 73820"/>
              <a:gd name="connsiteX33" fmla="*/ 2724626 w 2978753"/>
              <a:gd name="connsiteY33" fmla="*/ 10001 h 73820"/>
              <a:gd name="connsiteX34" fmla="*/ 2717673 w 2978753"/>
              <a:gd name="connsiteY34" fmla="*/ 11716 h 73820"/>
              <a:gd name="connsiteX35" fmla="*/ 2713768 w 2978753"/>
              <a:gd name="connsiteY35" fmla="*/ 6001 h 73820"/>
              <a:gd name="connsiteX36" fmla="*/ 2697290 w 2978753"/>
              <a:gd name="connsiteY36" fmla="*/ 22956 h 73820"/>
              <a:gd name="connsiteX37" fmla="*/ 2715387 w 2978753"/>
              <a:gd name="connsiteY37" fmla="*/ 30004 h 73820"/>
              <a:gd name="connsiteX38" fmla="*/ 2716911 w 2978753"/>
              <a:gd name="connsiteY38" fmla="*/ 29433 h 73820"/>
              <a:gd name="connsiteX39" fmla="*/ 2715768 w 2978753"/>
              <a:gd name="connsiteY39" fmla="*/ 34385 h 73820"/>
              <a:gd name="connsiteX40" fmla="*/ 2715768 w 2978753"/>
              <a:gd name="connsiteY40" fmla="*/ 31052 h 73820"/>
              <a:gd name="connsiteX41" fmla="*/ 2707863 w 2978753"/>
              <a:gd name="connsiteY41" fmla="*/ 32862 h 73820"/>
              <a:gd name="connsiteX42" fmla="*/ 2697290 w 2978753"/>
              <a:gd name="connsiteY42" fmla="*/ 22956 h 73820"/>
              <a:gd name="connsiteX43" fmla="*/ 2695671 w 2978753"/>
              <a:gd name="connsiteY43" fmla="*/ 18574 h 73820"/>
              <a:gd name="connsiteX44" fmla="*/ 2707481 w 2978753"/>
              <a:gd name="connsiteY44" fmla="*/ 15717 h 73820"/>
              <a:gd name="connsiteX45" fmla="*/ 2706719 w 2978753"/>
              <a:gd name="connsiteY45" fmla="*/ 19527 h 73820"/>
              <a:gd name="connsiteX46" fmla="*/ 2690789 w 2978753"/>
              <a:gd name="connsiteY46" fmla="*/ 20721 h 73820"/>
              <a:gd name="connsiteX47" fmla="*/ 2692122 w 2978753"/>
              <a:gd name="connsiteY47" fmla="*/ 19007 h 73820"/>
              <a:gd name="connsiteX48" fmla="*/ 2696218 w 2978753"/>
              <a:gd name="connsiteY48" fmla="*/ 19388 h 73820"/>
              <a:gd name="connsiteX49" fmla="*/ 2681383 w 2978753"/>
              <a:gd name="connsiteY49" fmla="*/ 9049 h 73820"/>
              <a:gd name="connsiteX50" fmla="*/ 2689479 w 2978753"/>
              <a:gd name="connsiteY50" fmla="*/ 13431 h 73820"/>
              <a:gd name="connsiteX51" fmla="*/ 2685478 w 2978753"/>
              <a:gd name="connsiteY51" fmla="*/ 13145 h 73820"/>
              <a:gd name="connsiteX52" fmla="*/ 2670024 w 2978753"/>
              <a:gd name="connsiteY52" fmla="*/ 8339 h 73820"/>
              <a:gd name="connsiteX53" fmla="*/ 2680501 w 2978753"/>
              <a:gd name="connsiteY53" fmla="*/ 3291 h 73820"/>
              <a:gd name="connsiteX54" fmla="*/ 2674596 w 2978753"/>
              <a:gd name="connsiteY54" fmla="*/ 6625 h 73820"/>
              <a:gd name="connsiteX55" fmla="*/ 2651761 w 2978753"/>
              <a:gd name="connsiteY55" fmla="*/ 14670 h 73820"/>
              <a:gd name="connsiteX56" fmla="*/ 2658047 w 2978753"/>
              <a:gd name="connsiteY56" fmla="*/ 12193 h 73820"/>
              <a:gd name="connsiteX57" fmla="*/ 2659666 w 2978753"/>
              <a:gd name="connsiteY57" fmla="*/ 13336 h 73820"/>
              <a:gd name="connsiteX58" fmla="*/ 2651761 w 2978753"/>
              <a:gd name="connsiteY58" fmla="*/ 14670 h 73820"/>
              <a:gd name="connsiteX59" fmla="*/ 2640426 w 2978753"/>
              <a:gd name="connsiteY59" fmla="*/ 26860 h 73820"/>
              <a:gd name="connsiteX60" fmla="*/ 2658142 w 2978753"/>
              <a:gd name="connsiteY60" fmla="*/ 24860 h 73820"/>
              <a:gd name="connsiteX61" fmla="*/ 2649474 w 2978753"/>
              <a:gd name="connsiteY61" fmla="*/ 28289 h 73820"/>
              <a:gd name="connsiteX62" fmla="*/ 2649474 w 2978753"/>
              <a:gd name="connsiteY62" fmla="*/ 30385 h 73820"/>
              <a:gd name="connsiteX63" fmla="*/ 2627281 w 2978753"/>
              <a:gd name="connsiteY63" fmla="*/ 5048 h 73820"/>
              <a:gd name="connsiteX64" fmla="*/ 2646331 w 2978753"/>
              <a:gd name="connsiteY64" fmla="*/ 0 h 73820"/>
              <a:gd name="connsiteX65" fmla="*/ 2647664 w 2978753"/>
              <a:gd name="connsiteY65" fmla="*/ 6382 h 73820"/>
              <a:gd name="connsiteX66" fmla="*/ 2627678 w 2978753"/>
              <a:gd name="connsiteY66" fmla="*/ 5075 h 73820"/>
              <a:gd name="connsiteX67" fmla="*/ 2621281 w 2978753"/>
              <a:gd name="connsiteY67" fmla="*/ 14193 h 73820"/>
              <a:gd name="connsiteX68" fmla="*/ 2637187 w 2978753"/>
              <a:gd name="connsiteY68" fmla="*/ 11907 h 73820"/>
              <a:gd name="connsiteX69" fmla="*/ 2640330 w 2978753"/>
              <a:gd name="connsiteY69" fmla="*/ 15335 h 73820"/>
              <a:gd name="connsiteX70" fmla="*/ 2651760 w 2978753"/>
              <a:gd name="connsiteY70" fmla="*/ 14669 h 73820"/>
              <a:gd name="connsiteX71" fmla="*/ 2641473 w 2978753"/>
              <a:gd name="connsiteY71" fmla="*/ 16097 h 73820"/>
              <a:gd name="connsiteX72" fmla="*/ 2640330 w 2978753"/>
              <a:gd name="connsiteY72" fmla="*/ 15336 h 73820"/>
              <a:gd name="connsiteX73" fmla="*/ 2640331 w 2978753"/>
              <a:gd name="connsiteY73" fmla="*/ 15336 h 73820"/>
              <a:gd name="connsiteX74" fmla="*/ 2621281 w 2978753"/>
              <a:gd name="connsiteY74" fmla="*/ 14193 h 73820"/>
              <a:gd name="connsiteX75" fmla="*/ 2610136 w 2978753"/>
              <a:gd name="connsiteY75" fmla="*/ 12288 h 73820"/>
              <a:gd name="connsiteX76" fmla="*/ 2610612 w 2978753"/>
              <a:gd name="connsiteY76" fmla="*/ 12288 h 73820"/>
              <a:gd name="connsiteX77" fmla="*/ 2610313 w 2978753"/>
              <a:gd name="connsiteY77" fmla="*/ 12319 h 73820"/>
              <a:gd name="connsiteX78" fmla="*/ 2589277 w 2978753"/>
              <a:gd name="connsiteY78" fmla="*/ 14479 h 73820"/>
              <a:gd name="connsiteX79" fmla="*/ 2610313 w 2978753"/>
              <a:gd name="connsiteY79" fmla="*/ 12319 h 73820"/>
              <a:gd name="connsiteX80" fmla="*/ 2610612 w 2978753"/>
              <a:gd name="connsiteY80" fmla="*/ 12371 h 73820"/>
              <a:gd name="connsiteX81" fmla="*/ 2621090 w 2978753"/>
              <a:gd name="connsiteY81" fmla="*/ 14192 h 73820"/>
              <a:gd name="connsiteX82" fmla="*/ 2609565 w 2978753"/>
              <a:gd name="connsiteY82" fmla="*/ 15241 h 73820"/>
              <a:gd name="connsiteX83" fmla="*/ 2619090 w 2978753"/>
              <a:gd name="connsiteY83" fmla="*/ 19812 h 73820"/>
              <a:gd name="connsiteX84" fmla="*/ 2601944 w 2978753"/>
              <a:gd name="connsiteY84" fmla="*/ 25051 h 73820"/>
              <a:gd name="connsiteX85" fmla="*/ 2609660 w 2978753"/>
              <a:gd name="connsiteY85" fmla="*/ 14764 h 73820"/>
              <a:gd name="connsiteX86" fmla="*/ 2589277 w 2978753"/>
              <a:gd name="connsiteY86" fmla="*/ 14479 h 73820"/>
              <a:gd name="connsiteX87" fmla="*/ 2587942 w 2978753"/>
              <a:gd name="connsiteY87" fmla="*/ 37626 h 73820"/>
              <a:gd name="connsiteX88" fmla="*/ 2592324 w 2978753"/>
              <a:gd name="connsiteY88" fmla="*/ 34863 h 73820"/>
              <a:gd name="connsiteX89" fmla="*/ 2592800 w 2978753"/>
              <a:gd name="connsiteY89" fmla="*/ 36958 h 73820"/>
              <a:gd name="connsiteX90" fmla="*/ 2587942 w 2978753"/>
              <a:gd name="connsiteY90" fmla="*/ 37626 h 73820"/>
              <a:gd name="connsiteX91" fmla="*/ 2564416 w 2978753"/>
              <a:gd name="connsiteY91" fmla="*/ 14669 h 73820"/>
              <a:gd name="connsiteX92" fmla="*/ 2573941 w 2978753"/>
              <a:gd name="connsiteY92" fmla="*/ 10097 h 73820"/>
              <a:gd name="connsiteX93" fmla="*/ 2589466 w 2978753"/>
              <a:gd name="connsiteY93" fmla="*/ 15241 h 73820"/>
              <a:gd name="connsiteX94" fmla="*/ 2584990 w 2978753"/>
              <a:gd name="connsiteY94" fmla="*/ 15241 h 73820"/>
              <a:gd name="connsiteX95" fmla="*/ 2586609 w 2978753"/>
              <a:gd name="connsiteY95" fmla="*/ 15145 h 73820"/>
              <a:gd name="connsiteX96" fmla="*/ 2553819 w 2978753"/>
              <a:gd name="connsiteY96" fmla="*/ 14721 h 73820"/>
              <a:gd name="connsiteX97" fmla="*/ 2564106 w 2978753"/>
              <a:gd name="connsiteY97" fmla="*/ 8530 h 73820"/>
              <a:gd name="connsiteX98" fmla="*/ 2561725 w 2978753"/>
              <a:gd name="connsiteY98" fmla="*/ 12912 h 73820"/>
              <a:gd name="connsiteX99" fmla="*/ 2533650 w 2978753"/>
              <a:gd name="connsiteY99" fmla="*/ 38957 h 73820"/>
              <a:gd name="connsiteX100" fmla="*/ 2548890 w 2978753"/>
              <a:gd name="connsiteY100" fmla="*/ 25146 h 73820"/>
              <a:gd name="connsiteX101" fmla="*/ 2567940 w 2978753"/>
              <a:gd name="connsiteY101" fmla="*/ 28480 h 73820"/>
              <a:gd name="connsiteX102" fmla="*/ 2552890 w 2978753"/>
              <a:gd name="connsiteY102" fmla="*/ 20288 h 73820"/>
              <a:gd name="connsiteX103" fmla="*/ 2564129 w 2978753"/>
              <a:gd name="connsiteY103" fmla="*/ 14860 h 73820"/>
              <a:gd name="connsiteX104" fmla="*/ 2563178 w 2978753"/>
              <a:gd name="connsiteY104" fmla="*/ 14098 h 73820"/>
              <a:gd name="connsiteX105" fmla="*/ 2564130 w 2978753"/>
              <a:gd name="connsiteY105" fmla="*/ 14193 h 73820"/>
              <a:gd name="connsiteX106" fmla="*/ 2564130 w 2978753"/>
              <a:gd name="connsiteY106" fmla="*/ 14859 h 73820"/>
              <a:gd name="connsiteX107" fmla="*/ 2564130 w 2978753"/>
              <a:gd name="connsiteY107" fmla="*/ 14859 h 73820"/>
              <a:gd name="connsiteX108" fmla="*/ 2569750 w 2978753"/>
              <a:gd name="connsiteY108" fmla="*/ 37052 h 73820"/>
              <a:gd name="connsiteX109" fmla="*/ 2545651 w 2978753"/>
              <a:gd name="connsiteY109" fmla="*/ 40291 h 73820"/>
              <a:gd name="connsiteX110" fmla="*/ 2546318 w 2978753"/>
              <a:gd name="connsiteY110" fmla="*/ 36481 h 73820"/>
              <a:gd name="connsiteX111" fmla="*/ 2533436 w 2978753"/>
              <a:gd name="connsiteY111" fmla="*/ 11959 h 73820"/>
              <a:gd name="connsiteX112" fmla="*/ 2539532 w 2978753"/>
              <a:gd name="connsiteY112" fmla="*/ 9673 h 73820"/>
              <a:gd name="connsiteX113" fmla="*/ 2538675 w 2978753"/>
              <a:gd name="connsiteY113" fmla="*/ 13388 h 73820"/>
              <a:gd name="connsiteX114" fmla="*/ 2505742 w 2978753"/>
              <a:gd name="connsiteY114" fmla="*/ 24004 h 73820"/>
              <a:gd name="connsiteX115" fmla="*/ 2519458 w 2978753"/>
              <a:gd name="connsiteY115" fmla="*/ 25813 h 73820"/>
              <a:gd name="connsiteX116" fmla="*/ 2520696 w 2978753"/>
              <a:gd name="connsiteY116" fmla="*/ 25813 h 73820"/>
              <a:gd name="connsiteX117" fmla="*/ 2505742 w 2978753"/>
              <a:gd name="connsiteY117" fmla="*/ 24004 h 73820"/>
              <a:gd name="connsiteX118" fmla="*/ 2505527 w 2978753"/>
              <a:gd name="connsiteY118" fmla="*/ 36628 h 73820"/>
              <a:gd name="connsiteX119" fmla="*/ 2509623 w 2978753"/>
              <a:gd name="connsiteY119" fmla="*/ 32723 h 73820"/>
              <a:gd name="connsiteX120" fmla="*/ 2512290 w 2978753"/>
              <a:gd name="connsiteY120" fmla="*/ 37581 h 73820"/>
              <a:gd name="connsiteX121" fmla="*/ 2485263 w 2978753"/>
              <a:gd name="connsiteY121" fmla="*/ 10192 h 73820"/>
              <a:gd name="connsiteX122" fmla="*/ 2495931 w 2978753"/>
              <a:gd name="connsiteY122" fmla="*/ 9049 h 73820"/>
              <a:gd name="connsiteX123" fmla="*/ 2494788 w 2978753"/>
              <a:gd name="connsiteY123" fmla="*/ 11716 h 73820"/>
              <a:gd name="connsiteX124" fmla="*/ 2485263 w 2978753"/>
              <a:gd name="connsiteY124" fmla="*/ 10192 h 73820"/>
              <a:gd name="connsiteX125" fmla="*/ 2484191 w 2978753"/>
              <a:gd name="connsiteY125" fmla="*/ 37677 h 73820"/>
              <a:gd name="connsiteX126" fmla="*/ 2492573 w 2978753"/>
              <a:gd name="connsiteY126" fmla="*/ 37963 h 73820"/>
              <a:gd name="connsiteX127" fmla="*/ 2496097 w 2978753"/>
              <a:gd name="connsiteY127" fmla="*/ 39011 h 73820"/>
              <a:gd name="connsiteX128" fmla="*/ 2452783 w 2978753"/>
              <a:gd name="connsiteY128" fmla="*/ 33243 h 73820"/>
              <a:gd name="connsiteX129" fmla="*/ 2467832 w 2978753"/>
              <a:gd name="connsiteY129" fmla="*/ 32957 h 73820"/>
              <a:gd name="connsiteX130" fmla="*/ 2464689 w 2978753"/>
              <a:gd name="connsiteY130" fmla="*/ 34577 h 73820"/>
              <a:gd name="connsiteX131" fmla="*/ 2438400 w 2978753"/>
              <a:gd name="connsiteY131" fmla="*/ 11050 h 73820"/>
              <a:gd name="connsiteX132" fmla="*/ 2445258 w 2978753"/>
              <a:gd name="connsiteY132" fmla="*/ 10383 h 73820"/>
              <a:gd name="connsiteX133" fmla="*/ 2446401 w 2978753"/>
              <a:gd name="connsiteY133" fmla="*/ 11050 h 73820"/>
              <a:gd name="connsiteX134" fmla="*/ 2438400 w 2978753"/>
              <a:gd name="connsiteY134" fmla="*/ 11050 h 73820"/>
              <a:gd name="connsiteX135" fmla="*/ 2425541 w 2978753"/>
              <a:gd name="connsiteY135" fmla="*/ 11431 h 73820"/>
              <a:gd name="connsiteX136" fmla="*/ 2433352 w 2978753"/>
              <a:gd name="connsiteY136" fmla="*/ 10573 h 73820"/>
              <a:gd name="connsiteX137" fmla="*/ 2429161 w 2978753"/>
              <a:gd name="connsiteY137" fmla="*/ 14002 h 73820"/>
              <a:gd name="connsiteX138" fmla="*/ 2425541 w 2978753"/>
              <a:gd name="connsiteY138" fmla="*/ 11431 h 73820"/>
              <a:gd name="connsiteX139" fmla="*/ 2399730 w 2978753"/>
              <a:gd name="connsiteY139" fmla="*/ 15527 h 73820"/>
              <a:gd name="connsiteX140" fmla="*/ 2408025 w 2978753"/>
              <a:gd name="connsiteY140" fmla="*/ 16552 h 73820"/>
              <a:gd name="connsiteX141" fmla="*/ 2408016 w 2978753"/>
              <a:gd name="connsiteY141" fmla="*/ 16575 h 73820"/>
              <a:gd name="connsiteX142" fmla="*/ 2408207 w 2978753"/>
              <a:gd name="connsiteY142" fmla="*/ 16575 h 73820"/>
              <a:gd name="connsiteX143" fmla="*/ 2408025 w 2978753"/>
              <a:gd name="connsiteY143" fmla="*/ 16552 h 73820"/>
              <a:gd name="connsiteX144" fmla="*/ 2408778 w 2978753"/>
              <a:gd name="connsiteY144" fmla="*/ 14575 h 73820"/>
              <a:gd name="connsiteX145" fmla="*/ 2399730 w 2978753"/>
              <a:gd name="connsiteY145" fmla="*/ 15527 h 73820"/>
              <a:gd name="connsiteX146" fmla="*/ 2358962 w 2978753"/>
              <a:gd name="connsiteY146" fmla="*/ 47626 h 73820"/>
              <a:gd name="connsiteX147" fmla="*/ 2358962 w 2978753"/>
              <a:gd name="connsiteY147" fmla="*/ 41721 h 73820"/>
              <a:gd name="connsiteX148" fmla="*/ 2364676 w 2978753"/>
              <a:gd name="connsiteY148" fmla="*/ 45340 h 73820"/>
              <a:gd name="connsiteX149" fmla="*/ 2312480 w 2978753"/>
              <a:gd name="connsiteY149" fmla="*/ 33624 h 73820"/>
              <a:gd name="connsiteX150" fmla="*/ 2325434 w 2978753"/>
              <a:gd name="connsiteY150" fmla="*/ 32290 h 73820"/>
              <a:gd name="connsiteX151" fmla="*/ 2319528 w 2978753"/>
              <a:gd name="connsiteY151" fmla="*/ 35623 h 73820"/>
              <a:gd name="connsiteX152" fmla="*/ 2312480 w 2978753"/>
              <a:gd name="connsiteY152" fmla="*/ 33624 h 73820"/>
              <a:gd name="connsiteX153" fmla="*/ 2285429 w 2978753"/>
              <a:gd name="connsiteY153" fmla="*/ 11621 h 73820"/>
              <a:gd name="connsiteX154" fmla="*/ 2301716 w 2978753"/>
              <a:gd name="connsiteY154" fmla="*/ 14098 h 73820"/>
              <a:gd name="connsiteX155" fmla="*/ 2285429 w 2978753"/>
              <a:gd name="connsiteY155" fmla="*/ 11621 h 73820"/>
              <a:gd name="connsiteX156" fmla="*/ 2266474 w 2978753"/>
              <a:gd name="connsiteY156" fmla="*/ 11621 h 73820"/>
              <a:gd name="connsiteX157" fmla="*/ 2285428 w 2978753"/>
              <a:gd name="connsiteY157" fmla="*/ 11621 h 73820"/>
              <a:gd name="connsiteX158" fmla="*/ 2269902 w 2978753"/>
              <a:gd name="connsiteY158" fmla="*/ 12574 h 73820"/>
              <a:gd name="connsiteX159" fmla="*/ 2266474 w 2978753"/>
              <a:gd name="connsiteY159" fmla="*/ 11621 h 73820"/>
              <a:gd name="connsiteX160" fmla="*/ 2132243 w 2978753"/>
              <a:gd name="connsiteY160" fmla="*/ 40059 h 73820"/>
              <a:gd name="connsiteX161" fmla="*/ 2135005 w 2978753"/>
              <a:gd name="connsiteY161" fmla="*/ 30342 h 73820"/>
              <a:gd name="connsiteX162" fmla="*/ 2135481 w 2978753"/>
              <a:gd name="connsiteY162" fmla="*/ 40059 h 73820"/>
              <a:gd name="connsiteX163" fmla="*/ 1959424 w 2978753"/>
              <a:gd name="connsiteY163" fmla="*/ 57270 h 73820"/>
              <a:gd name="connsiteX164" fmla="*/ 1969485 w 2978753"/>
              <a:gd name="connsiteY164" fmla="*/ 55056 h 73820"/>
              <a:gd name="connsiteX165" fmla="*/ 1977105 w 2978753"/>
              <a:gd name="connsiteY165" fmla="*/ 59437 h 73820"/>
              <a:gd name="connsiteX166" fmla="*/ 1959578 w 2978753"/>
              <a:gd name="connsiteY166" fmla="*/ 62485 h 73820"/>
              <a:gd name="connsiteX167" fmla="*/ 1959424 w 2978753"/>
              <a:gd name="connsiteY167" fmla="*/ 57270 h 73820"/>
              <a:gd name="connsiteX168" fmla="*/ 1956150 w 2978753"/>
              <a:gd name="connsiteY168" fmla="*/ 8287 h 73820"/>
              <a:gd name="connsiteX169" fmla="*/ 1971390 w 2978753"/>
              <a:gd name="connsiteY169" fmla="*/ 13050 h 73820"/>
              <a:gd name="connsiteX170" fmla="*/ 1958531 w 2978753"/>
              <a:gd name="connsiteY170" fmla="*/ 12383 h 73820"/>
              <a:gd name="connsiteX171" fmla="*/ 1826419 w 2978753"/>
              <a:gd name="connsiteY171" fmla="*/ 59056 h 73820"/>
              <a:gd name="connsiteX172" fmla="*/ 1838039 w 2978753"/>
              <a:gd name="connsiteY172" fmla="*/ 43721 h 73820"/>
              <a:gd name="connsiteX173" fmla="*/ 1843849 w 2978753"/>
              <a:gd name="connsiteY173" fmla="*/ 55627 h 73820"/>
              <a:gd name="connsiteX174" fmla="*/ 1826419 w 2978753"/>
              <a:gd name="connsiteY174" fmla="*/ 59056 h 73820"/>
              <a:gd name="connsiteX175" fmla="*/ 1749077 w 2978753"/>
              <a:gd name="connsiteY175" fmla="*/ 52580 h 73820"/>
              <a:gd name="connsiteX176" fmla="*/ 1752319 w 2978753"/>
              <a:gd name="connsiteY176" fmla="*/ 52535 h 73820"/>
              <a:gd name="connsiteX177" fmla="*/ 1752410 w 2978753"/>
              <a:gd name="connsiteY177" fmla="*/ 52580 h 73820"/>
              <a:gd name="connsiteX178" fmla="*/ 1583246 w 2978753"/>
              <a:gd name="connsiteY178" fmla="*/ 37625 h 73820"/>
              <a:gd name="connsiteX179" fmla="*/ 1590579 w 2978753"/>
              <a:gd name="connsiteY179" fmla="*/ 34862 h 73820"/>
              <a:gd name="connsiteX180" fmla="*/ 1585436 w 2978753"/>
              <a:gd name="connsiteY180" fmla="*/ 38863 h 73820"/>
              <a:gd name="connsiteX181" fmla="*/ 1349693 w 2978753"/>
              <a:gd name="connsiteY181" fmla="*/ 66580 h 73820"/>
              <a:gd name="connsiteX182" fmla="*/ 1358170 w 2978753"/>
              <a:gd name="connsiteY182" fmla="*/ 68580 h 73820"/>
              <a:gd name="connsiteX183" fmla="*/ 1357408 w 2978753"/>
              <a:gd name="connsiteY183" fmla="*/ 70009 h 73820"/>
              <a:gd name="connsiteX184" fmla="*/ 1316642 w 2978753"/>
              <a:gd name="connsiteY184" fmla="*/ 58866 h 73820"/>
              <a:gd name="connsiteX185" fmla="*/ 1329881 w 2978753"/>
              <a:gd name="connsiteY185" fmla="*/ 57628 h 73820"/>
              <a:gd name="connsiteX186" fmla="*/ 1316642 w 2978753"/>
              <a:gd name="connsiteY186" fmla="*/ 58866 h 73820"/>
              <a:gd name="connsiteX187" fmla="*/ 1222034 w 2978753"/>
              <a:gd name="connsiteY187" fmla="*/ 60727 h 73820"/>
              <a:gd name="connsiteX188" fmla="*/ 1226320 w 2978753"/>
              <a:gd name="connsiteY188" fmla="*/ 66347 h 73820"/>
              <a:gd name="connsiteX189" fmla="*/ 1224034 w 2978753"/>
              <a:gd name="connsiteY189" fmla="*/ 66251 h 73820"/>
              <a:gd name="connsiteX190" fmla="*/ 1111091 w 2978753"/>
              <a:gd name="connsiteY190" fmla="*/ 72580 h 73820"/>
              <a:gd name="connsiteX191" fmla="*/ 1125664 w 2978753"/>
              <a:gd name="connsiteY191" fmla="*/ 71819 h 73820"/>
              <a:gd name="connsiteX192" fmla="*/ 1111091 w 2978753"/>
              <a:gd name="connsiteY192" fmla="*/ 72580 h 73820"/>
              <a:gd name="connsiteX193" fmla="*/ 864848 w 2978753"/>
              <a:gd name="connsiteY193" fmla="*/ 30546 h 73820"/>
              <a:gd name="connsiteX194" fmla="*/ 864871 w 2978753"/>
              <a:gd name="connsiteY194" fmla="*/ 30482 h 73820"/>
              <a:gd name="connsiteX195" fmla="*/ 866776 w 2978753"/>
              <a:gd name="connsiteY195" fmla="*/ 31339 h 73820"/>
              <a:gd name="connsiteX196" fmla="*/ 17884 w 2978753"/>
              <a:gd name="connsiteY196" fmla="*/ 12245 h 73820"/>
              <a:gd name="connsiteX197" fmla="*/ 27790 w 2978753"/>
              <a:gd name="connsiteY197" fmla="*/ 14245 h 73820"/>
              <a:gd name="connsiteX198" fmla="*/ 24266 w 2978753"/>
              <a:gd name="connsiteY198" fmla="*/ 15483 h 73820"/>
              <a:gd name="connsiteX199" fmla="*/ 11717 w 2978753"/>
              <a:gd name="connsiteY199" fmla="*/ 26005 h 73820"/>
              <a:gd name="connsiteX200" fmla="*/ 44102 w 2978753"/>
              <a:gd name="connsiteY200" fmla="*/ 19528 h 73820"/>
              <a:gd name="connsiteX201" fmla="*/ 71534 w 2978753"/>
              <a:gd name="connsiteY201" fmla="*/ 25910 h 73820"/>
              <a:gd name="connsiteX202" fmla="*/ 70772 w 2978753"/>
              <a:gd name="connsiteY202" fmla="*/ 19433 h 73820"/>
              <a:gd name="connsiteX203" fmla="*/ 74582 w 2978753"/>
              <a:gd name="connsiteY203" fmla="*/ 15814 h 73820"/>
              <a:gd name="connsiteX204" fmla="*/ 272416 w 2978753"/>
              <a:gd name="connsiteY204" fmla="*/ 24386 h 73820"/>
              <a:gd name="connsiteX205" fmla="*/ 272416 w 2978753"/>
              <a:gd name="connsiteY205" fmla="*/ 20385 h 73820"/>
              <a:gd name="connsiteX206" fmla="*/ 290323 w 2978753"/>
              <a:gd name="connsiteY206" fmla="*/ 16480 h 73820"/>
              <a:gd name="connsiteX207" fmla="*/ 307754 w 2978753"/>
              <a:gd name="connsiteY207" fmla="*/ 24862 h 73820"/>
              <a:gd name="connsiteX208" fmla="*/ 309754 w 2978753"/>
              <a:gd name="connsiteY208" fmla="*/ 18099 h 73820"/>
              <a:gd name="connsiteX209" fmla="*/ 401670 w 2978753"/>
              <a:gd name="connsiteY209" fmla="*/ 19719 h 73820"/>
              <a:gd name="connsiteX210" fmla="*/ 411195 w 2978753"/>
              <a:gd name="connsiteY210" fmla="*/ 27434 h 73820"/>
              <a:gd name="connsiteX211" fmla="*/ 434151 w 2978753"/>
              <a:gd name="connsiteY211" fmla="*/ 17337 h 73820"/>
              <a:gd name="connsiteX212" fmla="*/ 469679 w 2978753"/>
              <a:gd name="connsiteY212" fmla="*/ 32006 h 73820"/>
              <a:gd name="connsiteX213" fmla="*/ 476918 w 2978753"/>
              <a:gd name="connsiteY213" fmla="*/ 25433 h 73820"/>
              <a:gd name="connsiteX214" fmla="*/ 517875 w 2978753"/>
              <a:gd name="connsiteY214" fmla="*/ 22004 h 73820"/>
              <a:gd name="connsiteX215" fmla="*/ 602933 w 2978753"/>
              <a:gd name="connsiteY215" fmla="*/ 28481 h 73820"/>
              <a:gd name="connsiteX216" fmla="*/ 612458 w 2978753"/>
              <a:gd name="connsiteY216" fmla="*/ 22481 h 73820"/>
              <a:gd name="connsiteX217" fmla="*/ 604267 w 2978753"/>
              <a:gd name="connsiteY217" fmla="*/ 16956 h 73820"/>
              <a:gd name="connsiteX218" fmla="*/ 624746 w 2978753"/>
              <a:gd name="connsiteY218" fmla="*/ 17623 h 73820"/>
              <a:gd name="connsiteX219" fmla="*/ 630080 w 2978753"/>
              <a:gd name="connsiteY219" fmla="*/ 17623 h 73820"/>
              <a:gd name="connsiteX220" fmla="*/ 638081 w 2978753"/>
              <a:gd name="connsiteY220" fmla="*/ 22195 h 73820"/>
              <a:gd name="connsiteX221" fmla="*/ 660465 w 2978753"/>
              <a:gd name="connsiteY221" fmla="*/ 16670 h 73820"/>
              <a:gd name="connsiteX222" fmla="*/ 658274 w 2978753"/>
              <a:gd name="connsiteY222" fmla="*/ 15814 h 73820"/>
              <a:gd name="connsiteX223" fmla="*/ 667799 w 2978753"/>
              <a:gd name="connsiteY223" fmla="*/ 15337 h 73820"/>
              <a:gd name="connsiteX224" fmla="*/ 665894 w 2978753"/>
              <a:gd name="connsiteY224" fmla="*/ 23624 h 73820"/>
              <a:gd name="connsiteX225" fmla="*/ 685706 w 2978753"/>
              <a:gd name="connsiteY225" fmla="*/ 18766 h 73820"/>
              <a:gd name="connsiteX226" fmla="*/ 679800 w 2978753"/>
              <a:gd name="connsiteY226" fmla="*/ 23910 h 73820"/>
              <a:gd name="connsiteX227" fmla="*/ 696183 w 2978753"/>
              <a:gd name="connsiteY227" fmla="*/ 23910 h 73820"/>
              <a:gd name="connsiteX228" fmla="*/ 690754 w 2978753"/>
              <a:gd name="connsiteY228" fmla="*/ 16861 h 73820"/>
              <a:gd name="connsiteX229" fmla="*/ 836010 w 2978753"/>
              <a:gd name="connsiteY229" fmla="*/ 21814 h 73820"/>
              <a:gd name="connsiteX230" fmla="*/ 852858 w 2978753"/>
              <a:gd name="connsiteY230" fmla="*/ 25612 h 73820"/>
              <a:gd name="connsiteX231" fmla="*/ 864848 w 2978753"/>
              <a:gd name="connsiteY231" fmla="*/ 30546 h 73820"/>
              <a:gd name="connsiteX232" fmla="*/ 863490 w 2978753"/>
              <a:gd name="connsiteY232" fmla="*/ 34280 h 73820"/>
              <a:gd name="connsiteX233" fmla="*/ 878397 w 2978753"/>
              <a:gd name="connsiteY233" fmla="*/ 36578 h 73820"/>
              <a:gd name="connsiteX234" fmla="*/ 871729 w 2978753"/>
              <a:gd name="connsiteY234" fmla="*/ 26291 h 73820"/>
              <a:gd name="connsiteX235" fmla="*/ 891351 w 2978753"/>
              <a:gd name="connsiteY235" fmla="*/ 22004 h 73820"/>
              <a:gd name="connsiteX236" fmla="*/ 973361 w 2978753"/>
              <a:gd name="connsiteY236" fmla="*/ 17909 h 73820"/>
              <a:gd name="connsiteX237" fmla="*/ 970408 w 2978753"/>
              <a:gd name="connsiteY237" fmla="*/ 20005 h 73820"/>
              <a:gd name="connsiteX238" fmla="*/ 1035749 w 2978753"/>
              <a:gd name="connsiteY238" fmla="*/ 21909 h 73820"/>
              <a:gd name="connsiteX239" fmla="*/ 1038035 w 2978753"/>
              <a:gd name="connsiteY239" fmla="*/ 26672 h 73820"/>
              <a:gd name="connsiteX240" fmla="*/ 1090233 w 2978753"/>
              <a:gd name="connsiteY240" fmla="*/ 21719 h 73820"/>
              <a:gd name="connsiteX241" fmla="*/ 1090995 w 2978753"/>
              <a:gd name="connsiteY241" fmla="*/ 24862 h 73820"/>
              <a:gd name="connsiteX242" fmla="*/ 1122427 w 2978753"/>
              <a:gd name="connsiteY242" fmla="*/ 18862 h 73820"/>
              <a:gd name="connsiteX243" fmla="*/ 1121665 w 2978753"/>
              <a:gd name="connsiteY243" fmla="*/ 20290 h 73820"/>
              <a:gd name="connsiteX244" fmla="*/ 1150240 w 2978753"/>
              <a:gd name="connsiteY244" fmla="*/ 19528 h 73820"/>
              <a:gd name="connsiteX245" fmla="*/ 1208342 w 2978753"/>
              <a:gd name="connsiteY245" fmla="*/ 26386 h 73820"/>
              <a:gd name="connsiteX246" fmla="*/ 1244347 w 2978753"/>
              <a:gd name="connsiteY246" fmla="*/ 18766 h 73820"/>
              <a:gd name="connsiteX247" fmla="*/ 1246633 w 2978753"/>
              <a:gd name="connsiteY247" fmla="*/ 20766 h 73820"/>
              <a:gd name="connsiteX248" fmla="*/ 1290829 w 2978753"/>
              <a:gd name="connsiteY248" fmla="*/ 22290 h 73820"/>
              <a:gd name="connsiteX249" fmla="*/ 1291877 w 2978753"/>
              <a:gd name="connsiteY249" fmla="*/ 15432 h 73820"/>
              <a:gd name="connsiteX250" fmla="*/ 1341216 w 2978753"/>
              <a:gd name="connsiteY250" fmla="*/ 11146 h 73820"/>
              <a:gd name="connsiteX251" fmla="*/ 1348741 w 2978753"/>
              <a:gd name="connsiteY251" fmla="*/ 20005 h 73820"/>
              <a:gd name="connsiteX252" fmla="*/ 1368934 w 2978753"/>
              <a:gd name="connsiteY252" fmla="*/ 12575 h 73820"/>
              <a:gd name="connsiteX253" fmla="*/ 1363219 w 2978753"/>
              <a:gd name="connsiteY253" fmla="*/ 14575 h 73820"/>
              <a:gd name="connsiteX254" fmla="*/ 1396556 w 2978753"/>
              <a:gd name="connsiteY254" fmla="*/ 29244 h 73820"/>
              <a:gd name="connsiteX255" fmla="*/ 1390842 w 2978753"/>
              <a:gd name="connsiteY255" fmla="*/ 26577 h 73820"/>
              <a:gd name="connsiteX256" fmla="*/ 1431418 w 2978753"/>
              <a:gd name="connsiteY256" fmla="*/ 28672 h 73820"/>
              <a:gd name="connsiteX257" fmla="*/ 1429894 w 2978753"/>
              <a:gd name="connsiteY257" fmla="*/ 24100 h 73820"/>
              <a:gd name="connsiteX258" fmla="*/ 1469804 w 2978753"/>
              <a:gd name="connsiteY258" fmla="*/ 27529 h 73820"/>
              <a:gd name="connsiteX259" fmla="*/ 1469804 w 2978753"/>
              <a:gd name="connsiteY259" fmla="*/ 28291 h 73820"/>
              <a:gd name="connsiteX260" fmla="*/ 1494664 w 2978753"/>
              <a:gd name="connsiteY260" fmla="*/ 25815 h 73820"/>
              <a:gd name="connsiteX261" fmla="*/ 1490473 w 2978753"/>
              <a:gd name="connsiteY261" fmla="*/ 24767 h 73820"/>
              <a:gd name="connsiteX262" fmla="*/ 1522477 w 2978753"/>
              <a:gd name="connsiteY262" fmla="*/ 24767 h 73820"/>
              <a:gd name="connsiteX263" fmla="*/ 1534002 w 2978753"/>
              <a:gd name="connsiteY263" fmla="*/ 24767 h 73820"/>
              <a:gd name="connsiteX264" fmla="*/ 1576770 w 2978753"/>
              <a:gd name="connsiteY264" fmla="*/ 22386 h 73820"/>
              <a:gd name="connsiteX265" fmla="*/ 1573817 w 2978753"/>
              <a:gd name="connsiteY265" fmla="*/ 28291 h 73820"/>
              <a:gd name="connsiteX266" fmla="*/ 1596010 w 2978753"/>
              <a:gd name="connsiteY266" fmla="*/ 26386 h 73820"/>
              <a:gd name="connsiteX267" fmla="*/ 1619156 w 2978753"/>
              <a:gd name="connsiteY267" fmla="*/ 10289 h 73820"/>
              <a:gd name="connsiteX268" fmla="*/ 1613346 w 2978753"/>
              <a:gd name="connsiteY268" fmla="*/ 13622 h 73820"/>
              <a:gd name="connsiteX269" fmla="*/ 1621442 w 2978753"/>
              <a:gd name="connsiteY269" fmla="*/ 12956 h 73820"/>
              <a:gd name="connsiteX270" fmla="*/ 1619251 w 2978753"/>
              <a:gd name="connsiteY270" fmla="*/ 18385 h 73820"/>
              <a:gd name="connsiteX271" fmla="*/ 1661637 w 2978753"/>
              <a:gd name="connsiteY271" fmla="*/ 15242 h 73820"/>
              <a:gd name="connsiteX272" fmla="*/ 1662971 w 2978753"/>
              <a:gd name="connsiteY272" fmla="*/ 21624 h 73820"/>
              <a:gd name="connsiteX273" fmla="*/ 1682021 w 2978753"/>
              <a:gd name="connsiteY273" fmla="*/ 18004 h 73820"/>
              <a:gd name="connsiteX274" fmla="*/ 1792797 w 2978753"/>
              <a:gd name="connsiteY274" fmla="*/ 25624 h 73820"/>
              <a:gd name="connsiteX275" fmla="*/ 1813942 w 2978753"/>
              <a:gd name="connsiteY275" fmla="*/ 23624 h 73820"/>
              <a:gd name="connsiteX276" fmla="*/ 1812990 w 2978753"/>
              <a:gd name="connsiteY276" fmla="*/ 27338 h 73820"/>
              <a:gd name="connsiteX277" fmla="*/ 1848994 w 2978753"/>
              <a:gd name="connsiteY277" fmla="*/ 17813 h 73820"/>
              <a:gd name="connsiteX278" fmla="*/ 1852804 w 2978753"/>
              <a:gd name="connsiteY278" fmla="*/ 27910 h 73820"/>
              <a:gd name="connsiteX279" fmla="*/ 1867759 w 2978753"/>
              <a:gd name="connsiteY279" fmla="*/ 20099 h 73820"/>
              <a:gd name="connsiteX280" fmla="*/ 1870616 w 2978753"/>
              <a:gd name="connsiteY280" fmla="*/ 25910 h 73820"/>
              <a:gd name="connsiteX281" fmla="*/ 1890333 w 2978753"/>
              <a:gd name="connsiteY281" fmla="*/ 25433 h 73820"/>
              <a:gd name="connsiteX282" fmla="*/ 1889094 w 2978753"/>
              <a:gd name="connsiteY282" fmla="*/ 27148 h 73820"/>
              <a:gd name="connsiteX283" fmla="*/ 1923099 w 2978753"/>
              <a:gd name="connsiteY283" fmla="*/ 16099 h 73820"/>
              <a:gd name="connsiteX284" fmla="*/ 1945768 w 2978753"/>
              <a:gd name="connsiteY284" fmla="*/ 21528 h 73820"/>
              <a:gd name="connsiteX285" fmla="*/ 1953864 w 2978753"/>
              <a:gd name="connsiteY285" fmla="*/ 18766 h 73820"/>
              <a:gd name="connsiteX286" fmla="*/ 1955483 w 2978753"/>
              <a:gd name="connsiteY286" fmla="*/ 13146 h 73820"/>
              <a:gd name="connsiteX287" fmla="*/ 1956912 w 2978753"/>
              <a:gd name="connsiteY287" fmla="*/ 13146 h 73820"/>
              <a:gd name="connsiteX288" fmla="*/ 1959484 w 2978753"/>
              <a:gd name="connsiteY288" fmla="*/ 17718 h 73820"/>
              <a:gd name="connsiteX289" fmla="*/ 1975962 w 2978753"/>
              <a:gd name="connsiteY289" fmla="*/ 16099 h 73820"/>
              <a:gd name="connsiteX290" fmla="*/ 1969771 w 2978753"/>
              <a:gd name="connsiteY290" fmla="*/ 13813 h 73820"/>
              <a:gd name="connsiteX291" fmla="*/ 1977105 w 2978753"/>
              <a:gd name="connsiteY291" fmla="*/ 16099 h 73820"/>
              <a:gd name="connsiteX292" fmla="*/ 1978058 w 2978753"/>
              <a:gd name="connsiteY292" fmla="*/ 16099 h 73820"/>
              <a:gd name="connsiteX293" fmla="*/ 1979296 w 2978753"/>
              <a:gd name="connsiteY293" fmla="*/ 16099 h 73820"/>
              <a:gd name="connsiteX294" fmla="*/ 1990917 w 2978753"/>
              <a:gd name="connsiteY294" fmla="*/ 16099 h 73820"/>
              <a:gd name="connsiteX295" fmla="*/ 2062164 w 2978753"/>
              <a:gd name="connsiteY295" fmla="*/ 16099 h 73820"/>
              <a:gd name="connsiteX296" fmla="*/ 2052639 w 2978753"/>
              <a:gd name="connsiteY296" fmla="*/ 16099 h 73820"/>
              <a:gd name="connsiteX297" fmla="*/ 2104455 w 2978753"/>
              <a:gd name="connsiteY297" fmla="*/ 18766 h 73820"/>
              <a:gd name="connsiteX298" fmla="*/ 2103598 w 2978753"/>
              <a:gd name="connsiteY298" fmla="*/ 14480 h 73820"/>
              <a:gd name="connsiteX299" fmla="*/ 2140936 w 2978753"/>
              <a:gd name="connsiteY299" fmla="*/ 11432 h 73820"/>
              <a:gd name="connsiteX300" fmla="*/ 2141602 w 2978753"/>
              <a:gd name="connsiteY300" fmla="*/ 6574 h 73820"/>
              <a:gd name="connsiteX301" fmla="*/ 2205325 w 2978753"/>
              <a:gd name="connsiteY301" fmla="*/ 10574 h 73820"/>
              <a:gd name="connsiteX302" fmla="*/ 2238376 w 2978753"/>
              <a:gd name="connsiteY302" fmla="*/ 10574 h 73820"/>
              <a:gd name="connsiteX303" fmla="*/ 2240853 w 2978753"/>
              <a:gd name="connsiteY303" fmla="*/ 14289 h 73820"/>
              <a:gd name="connsiteX304" fmla="*/ 2268666 w 2978753"/>
              <a:gd name="connsiteY304" fmla="*/ 13051 h 73820"/>
              <a:gd name="connsiteX305" fmla="*/ 2340103 w 2978753"/>
              <a:gd name="connsiteY305" fmla="*/ 13718 h 73820"/>
              <a:gd name="connsiteX306" fmla="*/ 2340103 w 2978753"/>
              <a:gd name="connsiteY306" fmla="*/ 14765 h 73820"/>
              <a:gd name="connsiteX307" fmla="*/ 2362677 w 2978753"/>
              <a:gd name="connsiteY307" fmla="*/ 12194 h 73820"/>
              <a:gd name="connsiteX308" fmla="*/ 2373917 w 2978753"/>
              <a:gd name="connsiteY308" fmla="*/ 10765 h 73820"/>
              <a:gd name="connsiteX309" fmla="*/ 2401349 w 2978753"/>
              <a:gd name="connsiteY309" fmla="*/ 12289 h 73820"/>
              <a:gd name="connsiteX310" fmla="*/ 2415732 w 2978753"/>
              <a:gd name="connsiteY310" fmla="*/ 12289 h 73820"/>
              <a:gd name="connsiteX311" fmla="*/ 2417732 w 2978753"/>
              <a:gd name="connsiteY311" fmla="*/ 21814 h 73820"/>
              <a:gd name="connsiteX312" fmla="*/ 2427257 w 2978753"/>
              <a:gd name="connsiteY312" fmla="*/ 18385 h 73820"/>
              <a:gd name="connsiteX313" fmla="*/ 2428114 w 2978753"/>
              <a:gd name="connsiteY313" fmla="*/ 22671 h 73820"/>
              <a:gd name="connsiteX314" fmla="*/ 2458213 w 2978753"/>
              <a:gd name="connsiteY314" fmla="*/ 16099 h 73820"/>
              <a:gd name="connsiteX315" fmla="*/ 2452308 w 2978753"/>
              <a:gd name="connsiteY315" fmla="*/ 13146 h 73820"/>
              <a:gd name="connsiteX316" fmla="*/ 2452403 w 2978753"/>
              <a:gd name="connsiteY316" fmla="*/ 13146 h 73820"/>
              <a:gd name="connsiteX317" fmla="*/ 2454974 w 2978753"/>
              <a:gd name="connsiteY317" fmla="*/ 11432 h 73820"/>
              <a:gd name="connsiteX318" fmla="*/ 2461833 w 2978753"/>
              <a:gd name="connsiteY318" fmla="*/ 8670 h 73820"/>
              <a:gd name="connsiteX319" fmla="*/ 2492027 w 2978753"/>
              <a:gd name="connsiteY319" fmla="*/ 18671 h 73820"/>
              <a:gd name="connsiteX320" fmla="*/ 2513458 w 2978753"/>
              <a:gd name="connsiteY320" fmla="*/ 10194 h 73820"/>
              <a:gd name="connsiteX321" fmla="*/ 2526317 w 2978753"/>
              <a:gd name="connsiteY321" fmla="*/ 16290 h 73820"/>
              <a:gd name="connsiteX322" fmla="*/ 2488217 w 2978753"/>
              <a:gd name="connsiteY322" fmla="*/ 23624 h 73820"/>
              <a:gd name="connsiteX323" fmla="*/ 2499075 w 2978753"/>
              <a:gd name="connsiteY323" fmla="*/ 27624 h 73820"/>
              <a:gd name="connsiteX324" fmla="*/ 2468405 w 2978753"/>
              <a:gd name="connsiteY324" fmla="*/ 27624 h 73820"/>
              <a:gd name="connsiteX325" fmla="*/ 2482788 w 2978753"/>
              <a:gd name="connsiteY325" fmla="*/ 29339 h 73820"/>
              <a:gd name="connsiteX326" fmla="*/ 2479930 w 2978753"/>
              <a:gd name="connsiteY326" fmla="*/ 23529 h 73820"/>
              <a:gd name="connsiteX327" fmla="*/ 2441830 w 2978753"/>
              <a:gd name="connsiteY327" fmla="*/ 28672 h 73820"/>
              <a:gd name="connsiteX328" fmla="*/ 2436782 w 2978753"/>
              <a:gd name="connsiteY328" fmla="*/ 36292 h 73820"/>
              <a:gd name="connsiteX329" fmla="*/ 2444973 w 2978753"/>
              <a:gd name="connsiteY329" fmla="*/ 35530 h 73820"/>
              <a:gd name="connsiteX330" fmla="*/ 2436211 w 2978753"/>
              <a:gd name="connsiteY330" fmla="*/ 41150 h 73820"/>
              <a:gd name="connsiteX331" fmla="*/ 2354010 w 2978753"/>
              <a:gd name="connsiteY331" fmla="*/ 36006 h 73820"/>
              <a:gd name="connsiteX332" fmla="*/ 2373536 w 2978753"/>
              <a:gd name="connsiteY332" fmla="*/ 34482 h 73820"/>
              <a:gd name="connsiteX333" fmla="*/ 2361439 w 2978753"/>
              <a:gd name="connsiteY333" fmla="*/ 32101 h 73820"/>
              <a:gd name="connsiteX334" fmla="*/ 2393539 w 2978753"/>
              <a:gd name="connsiteY334" fmla="*/ 35149 h 73820"/>
              <a:gd name="connsiteX335" fmla="*/ 2390585 w 2978753"/>
              <a:gd name="connsiteY335" fmla="*/ 21243 h 73820"/>
              <a:gd name="connsiteX336" fmla="*/ 2334388 w 2978753"/>
              <a:gd name="connsiteY336" fmla="*/ 29434 h 73820"/>
              <a:gd name="connsiteX337" fmla="*/ 2323625 w 2978753"/>
              <a:gd name="connsiteY337" fmla="*/ 25433 h 73820"/>
              <a:gd name="connsiteX338" fmla="*/ 2284858 w 2978753"/>
              <a:gd name="connsiteY338" fmla="*/ 45627 h 73820"/>
              <a:gd name="connsiteX339" fmla="*/ 2316005 w 2978753"/>
              <a:gd name="connsiteY339" fmla="*/ 44389 h 73820"/>
              <a:gd name="connsiteX340" fmla="*/ 2289525 w 2978753"/>
              <a:gd name="connsiteY340" fmla="*/ 51913 h 73820"/>
              <a:gd name="connsiteX341" fmla="*/ 2294478 w 2978753"/>
              <a:gd name="connsiteY341" fmla="*/ 44293 h 73820"/>
              <a:gd name="connsiteX342" fmla="*/ 2282001 w 2978753"/>
              <a:gd name="connsiteY342" fmla="*/ 47817 h 73820"/>
              <a:gd name="connsiteX343" fmla="*/ 2274095 w 2978753"/>
              <a:gd name="connsiteY343" fmla="*/ 41531 h 73820"/>
              <a:gd name="connsiteX344" fmla="*/ 2217421 w 2978753"/>
              <a:gd name="connsiteY344" fmla="*/ 37912 h 73820"/>
              <a:gd name="connsiteX345" fmla="*/ 2214373 w 2978753"/>
              <a:gd name="connsiteY345" fmla="*/ 33149 h 73820"/>
              <a:gd name="connsiteX346" fmla="*/ 2191323 w 2978753"/>
              <a:gd name="connsiteY346" fmla="*/ 49246 h 73820"/>
              <a:gd name="connsiteX347" fmla="*/ 2166272 w 2978753"/>
              <a:gd name="connsiteY347" fmla="*/ 48198 h 73820"/>
              <a:gd name="connsiteX348" fmla="*/ 2160842 w 2978753"/>
              <a:gd name="connsiteY348" fmla="*/ 53723 h 73820"/>
              <a:gd name="connsiteX349" fmla="*/ 2151317 w 2978753"/>
              <a:gd name="connsiteY349" fmla="*/ 49056 h 73820"/>
              <a:gd name="connsiteX350" fmla="*/ 2145296 w 2978753"/>
              <a:gd name="connsiteY350" fmla="*/ 53212 h 73820"/>
              <a:gd name="connsiteX351" fmla="*/ 2144555 w 2978753"/>
              <a:gd name="connsiteY351" fmla="*/ 53723 h 73820"/>
              <a:gd name="connsiteX352" fmla="*/ 2149889 w 2978753"/>
              <a:gd name="connsiteY352" fmla="*/ 34673 h 73820"/>
              <a:gd name="connsiteX353" fmla="*/ 2117790 w 2978753"/>
              <a:gd name="connsiteY353" fmla="*/ 24005 h 73820"/>
              <a:gd name="connsiteX354" fmla="*/ 2122171 w 2978753"/>
              <a:gd name="connsiteY354" fmla="*/ 59438 h 73820"/>
              <a:gd name="connsiteX355" fmla="*/ 2106264 w 2978753"/>
              <a:gd name="connsiteY355" fmla="*/ 54961 h 73820"/>
              <a:gd name="connsiteX356" fmla="*/ 2072070 w 2978753"/>
              <a:gd name="connsiteY356" fmla="*/ 57342 h 73820"/>
              <a:gd name="connsiteX357" fmla="*/ 2081595 w 2978753"/>
              <a:gd name="connsiteY357" fmla="*/ 53914 h 73820"/>
              <a:gd name="connsiteX358" fmla="*/ 2059020 w 2978753"/>
              <a:gd name="connsiteY358" fmla="*/ 56580 h 73820"/>
              <a:gd name="connsiteX359" fmla="*/ 2062735 w 2978753"/>
              <a:gd name="connsiteY359" fmla="*/ 43055 h 73820"/>
              <a:gd name="connsiteX360" fmla="*/ 2021682 w 2978753"/>
              <a:gd name="connsiteY360" fmla="*/ 60104 h 73820"/>
              <a:gd name="connsiteX361" fmla="*/ 2055020 w 2978753"/>
              <a:gd name="connsiteY361" fmla="*/ 53437 h 73820"/>
              <a:gd name="connsiteX362" fmla="*/ 2032732 w 2978753"/>
              <a:gd name="connsiteY362" fmla="*/ 65248 h 73820"/>
              <a:gd name="connsiteX363" fmla="*/ 2002061 w 2978753"/>
              <a:gd name="connsiteY363" fmla="*/ 63343 h 73820"/>
              <a:gd name="connsiteX364" fmla="*/ 2013110 w 2978753"/>
              <a:gd name="connsiteY364" fmla="*/ 58676 h 73820"/>
              <a:gd name="connsiteX365" fmla="*/ 1997489 w 2978753"/>
              <a:gd name="connsiteY365" fmla="*/ 55247 h 73820"/>
              <a:gd name="connsiteX366" fmla="*/ 2050162 w 2978753"/>
              <a:gd name="connsiteY366" fmla="*/ 22862 h 73820"/>
              <a:gd name="connsiteX367" fmla="*/ 2034255 w 2978753"/>
              <a:gd name="connsiteY367" fmla="*/ 26481 h 73820"/>
              <a:gd name="connsiteX368" fmla="*/ 2030350 w 2978753"/>
              <a:gd name="connsiteY368" fmla="*/ 23338 h 73820"/>
              <a:gd name="connsiteX369" fmla="*/ 1985678 w 2978753"/>
              <a:gd name="connsiteY369" fmla="*/ 53914 h 73820"/>
              <a:gd name="connsiteX370" fmla="*/ 1980725 w 2978753"/>
              <a:gd name="connsiteY370" fmla="*/ 38959 h 73820"/>
              <a:gd name="connsiteX371" fmla="*/ 1934243 w 2978753"/>
              <a:gd name="connsiteY371" fmla="*/ 53437 h 73820"/>
              <a:gd name="connsiteX372" fmla="*/ 1943101 w 2978753"/>
              <a:gd name="connsiteY372" fmla="*/ 55913 h 73820"/>
              <a:gd name="connsiteX373" fmla="*/ 1919479 w 2978753"/>
              <a:gd name="connsiteY373" fmla="*/ 56866 h 73820"/>
              <a:gd name="connsiteX374" fmla="*/ 1915764 w 2978753"/>
              <a:gd name="connsiteY374" fmla="*/ 44674 h 73820"/>
              <a:gd name="connsiteX375" fmla="*/ 1895000 w 2978753"/>
              <a:gd name="connsiteY375" fmla="*/ 55437 h 73820"/>
              <a:gd name="connsiteX376" fmla="*/ 1897286 w 2978753"/>
              <a:gd name="connsiteY376" fmla="*/ 43531 h 73820"/>
              <a:gd name="connsiteX377" fmla="*/ 1888332 w 2978753"/>
              <a:gd name="connsiteY377" fmla="*/ 55533 h 73820"/>
              <a:gd name="connsiteX378" fmla="*/ 1862901 w 2978753"/>
              <a:gd name="connsiteY378" fmla="*/ 44865 h 73820"/>
              <a:gd name="connsiteX379" fmla="*/ 1866806 w 2978753"/>
              <a:gd name="connsiteY379" fmla="*/ 55533 h 73820"/>
              <a:gd name="connsiteX380" fmla="*/ 1844327 w 2978753"/>
              <a:gd name="connsiteY380" fmla="*/ 55533 h 73820"/>
              <a:gd name="connsiteX381" fmla="*/ 1852709 w 2978753"/>
              <a:gd name="connsiteY381" fmla="*/ 28101 h 73820"/>
              <a:gd name="connsiteX382" fmla="*/ 1814323 w 2978753"/>
              <a:gd name="connsiteY382" fmla="*/ 55913 h 73820"/>
              <a:gd name="connsiteX383" fmla="*/ 1818514 w 2978753"/>
              <a:gd name="connsiteY383" fmla="*/ 44483 h 73820"/>
              <a:gd name="connsiteX384" fmla="*/ 1790761 w 2978753"/>
              <a:gd name="connsiteY384" fmla="*/ 51997 h 73820"/>
              <a:gd name="connsiteX385" fmla="*/ 1752319 w 2978753"/>
              <a:gd name="connsiteY385" fmla="*/ 52535 h 73820"/>
              <a:gd name="connsiteX386" fmla="*/ 1745946 w 2978753"/>
              <a:gd name="connsiteY386" fmla="*/ 49377 h 73820"/>
              <a:gd name="connsiteX387" fmla="*/ 1730408 w 2978753"/>
              <a:gd name="connsiteY387" fmla="*/ 50389 h 73820"/>
              <a:gd name="connsiteX388" fmla="*/ 1736790 w 2978753"/>
              <a:gd name="connsiteY388" fmla="*/ 49151 h 73820"/>
              <a:gd name="connsiteX389" fmla="*/ 1703166 w 2978753"/>
              <a:gd name="connsiteY389" fmla="*/ 54294 h 73820"/>
              <a:gd name="connsiteX390" fmla="*/ 1718501 w 2978753"/>
              <a:gd name="connsiteY390" fmla="*/ 48580 h 73820"/>
              <a:gd name="connsiteX391" fmla="*/ 1687355 w 2978753"/>
              <a:gd name="connsiteY391" fmla="*/ 58105 h 73820"/>
              <a:gd name="connsiteX392" fmla="*/ 1674591 w 2978753"/>
              <a:gd name="connsiteY392" fmla="*/ 52485 h 73820"/>
              <a:gd name="connsiteX393" fmla="*/ 1647541 w 2978753"/>
              <a:gd name="connsiteY393" fmla="*/ 58199 h 73820"/>
              <a:gd name="connsiteX394" fmla="*/ 1643445 w 2978753"/>
              <a:gd name="connsiteY394" fmla="*/ 53723 h 73820"/>
              <a:gd name="connsiteX395" fmla="*/ 1681545 w 2978753"/>
              <a:gd name="connsiteY395" fmla="*/ 52389 h 73820"/>
              <a:gd name="connsiteX396" fmla="*/ 1683545 w 2978753"/>
              <a:gd name="connsiteY396" fmla="*/ 38292 h 73820"/>
              <a:gd name="connsiteX397" fmla="*/ 1619918 w 2978753"/>
              <a:gd name="connsiteY397" fmla="*/ 58009 h 73820"/>
              <a:gd name="connsiteX398" fmla="*/ 1594200 w 2978753"/>
              <a:gd name="connsiteY398" fmla="*/ 53818 h 73820"/>
              <a:gd name="connsiteX399" fmla="*/ 1593057 w 2978753"/>
              <a:gd name="connsiteY399" fmla="*/ 56485 h 73820"/>
              <a:gd name="connsiteX400" fmla="*/ 1588581 w 2978753"/>
              <a:gd name="connsiteY400" fmla="*/ 49723 h 73820"/>
              <a:gd name="connsiteX401" fmla="*/ 1582675 w 2978753"/>
              <a:gd name="connsiteY401" fmla="*/ 51913 h 73820"/>
              <a:gd name="connsiteX402" fmla="*/ 1584199 w 2978753"/>
              <a:gd name="connsiteY402" fmla="*/ 49436 h 73820"/>
              <a:gd name="connsiteX403" fmla="*/ 1577722 w 2978753"/>
              <a:gd name="connsiteY403" fmla="*/ 51056 h 73820"/>
              <a:gd name="connsiteX404" fmla="*/ 1586104 w 2978753"/>
              <a:gd name="connsiteY404" fmla="*/ 39721 h 73820"/>
              <a:gd name="connsiteX405" fmla="*/ 1593153 w 2978753"/>
              <a:gd name="connsiteY405" fmla="*/ 43436 h 73820"/>
              <a:gd name="connsiteX406" fmla="*/ 1594867 w 2978753"/>
              <a:gd name="connsiteY406" fmla="*/ 33911 h 73820"/>
              <a:gd name="connsiteX407" fmla="*/ 1591247 w 2978753"/>
              <a:gd name="connsiteY407" fmla="*/ 35340 h 73820"/>
              <a:gd name="connsiteX408" fmla="*/ 1594105 w 2978753"/>
              <a:gd name="connsiteY408" fmla="*/ 29720 h 73820"/>
              <a:gd name="connsiteX409" fmla="*/ 1574389 w 2978753"/>
              <a:gd name="connsiteY409" fmla="*/ 33054 h 73820"/>
              <a:gd name="connsiteX410" fmla="*/ 1583914 w 2978753"/>
              <a:gd name="connsiteY410" fmla="*/ 38102 h 73820"/>
              <a:gd name="connsiteX411" fmla="*/ 1568483 w 2978753"/>
              <a:gd name="connsiteY411" fmla="*/ 52485 h 73820"/>
              <a:gd name="connsiteX412" fmla="*/ 1553529 w 2978753"/>
              <a:gd name="connsiteY412" fmla="*/ 48484 h 73820"/>
              <a:gd name="connsiteX413" fmla="*/ 1517524 w 2978753"/>
              <a:gd name="connsiteY413" fmla="*/ 58866 h 73820"/>
              <a:gd name="connsiteX414" fmla="*/ 1518191 w 2978753"/>
              <a:gd name="connsiteY414" fmla="*/ 52771 h 73820"/>
              <a:gd name="connsiteX415" fmla="*/ 1476662 w 2978753"/>
              <a:gd name="connsiteY415" fmla="*/ 50579 h 73820"/>
              <a:gd name="connsiteX416" fmla="*/ 1463422 w 2978753"/>
              <a:gd name="connsiteY416" fmla="*/ 58390 h 73820"/>
              <a:gd name="connsiteX417" fmla="*/ 1462184 w 2978753"/>
              <a:gd name="connsiteY417" fmla="*/ 56009 h 73820"/>
              <a:gd name="connsiteX418" fmla="*/ 1452659 w 2978753"/>
              <a:gd name="connsiteY418" fmla="*/ 60867 h 73820"/>
              <a:gd name="connsiteX419" fmla="*/ 1450754 w 2978753"/>
              <a:gd name="connsiteY419" fmla="*/ 55342 h 73820"/>
              <a:gd name="connsiteX420" fmla="*/ 1406272 w 2978753"/>
              <a:gd name="connsiteY420" fmla="*/ 59152 h 73820"/>
              <a:gd name="connsiteX421" fmla="*/ 1396747 w 2978753"/>
              <a:gd name="connsiteY421" fmla="*/ 67915 h 73820"/>
              <a:gd name="connsiteX422" fmla="*/ 1380078 w 2978753"/>
              <a:gd name="connsiteY422" fmla="*/ 58390 h 73820"/>
              <a:gd name="connsiteX423" fmla="*/ 1364457 w 2978753"/>
              <a:gd name="connsiteY423" fmla="*/ 66010 h 73820"/>
              <a:gd name="connsiteX424" fmla="*/ 1365124 w 2978753"/>
              <a:gd name="connsiteY424" fmla="*/ 59914 h 73820"/>
              <a:gd name="connsiteX425" fmla="*/ 1347884 w 2978753"/>
              <a:gd name="connsiteY425" fmla="*/ 56676 h 73820"/>
              <a:gd name="connsiteX426" fmla="*/ 1330358 w 2978753"/>
              <a:gd name="connsiteY426" fmla="*/ 57914 h 73820"/>
              <a:gd name="connsiteX427" fmla="*/ 1344455 w 2978753"/>
              <a:gd name="connsiteY427" fmla="*/ 72582 h 73820"/>
              <a:gd name="connsiteX428" fmla="*/ 1312165 w 2978753"/>
              <a:gd name="connsiteY428" fmla="*/ 63057 h 73820"/>
              <a:gd name="connsiteX429" fmla="*/ 1324834 w 2978753"/>
              <a:gd name="connsiteY429" fmla="*/ 61438 h 73820"/>
              <a:gd name="connsiteX430" fmla="*/ 1286734 w 2978753"/>
              <a:gd name="connsiteY430" fmla="*/ 57152 h 73820"/>
              <a:gd name="connsiteX431" fmla="*/ 1301592 w 2978753"/>
              <a:gd name="connsiteY431" fmla="*/ 51056 h 73820"/>
              <a:gd name="connsiteX432" fmla="*/ 1288257 w 2978753"/>
              <a:gd name="connsiteY432" fmla="*/ 54199 h 73820"/>
              <a:gd name="connsiteX433" fmla="*/ 1289782 w 2978753"/>
              <a:gd name="connsiteY433" fmla="*/ 51151 h 73820"/>
              <a:gd name="connsiteX434" fmla="*/ 1274732 w 2978753"/>
              <a:gd name="connsiteY434" fmla="*/ 57628 h 73820"/>
              <a:gd name="connsiteX435" fmla="*/ 1250633 w 2978753"/>
              <a:gd name="connsiteY435" fmla="*/ 58676 h 73820"/>
              <a:gd name="connsiteX436" fmla="*/ 1251682 w 2978753"/>
              <a:gd name="connsiteY436" fmla="*/ 56485 h 73820"/>
              <a:gd name="connsiteX437" fmla="*/ 1235870 w 2978753"/>
              <a:gd name="connsiteY437" fmla="*/ 59628 h 73820"/>
              <a:gd name="connsiteX438" fmla="*/ 1228631 w 2978753"/>
              <a:gd name="connsiteY438" fmla="*/ 55247 h 73820"/>
              <a:gd name="connsiteX439" fmla="*/ 1196531 w 2978753"/>
              <a:gd name="connsiteY439" fmla="*/ 62772 h 73820"/>
              <a:gd name="connsiteX440" fmla="*/ 1201485 w 2978753"/>
              <a:gd name="connsiteY440" fmla="*/ 62296 h 73820"/>
              <a:gd name="connsiteX441" fmla="*/ 1193389 w 2978753"/>
              <a:gd name="connsiteY441" fmla="*/ 59533 h 73820"/>
              <a:gd name="connsiteX442" fmla="*/ 1143668 w 2978753"/>
              <a:gd name="connsiteY442" fmla="*/ 73820 h 73820"/>
              <a:gd name="connsiteX443" fmla="*/ 1157765 w 2978753"/>
              <a:gd name="connsiteY443" fmla="*/ 64295 h 73820"/>
              <a:gd name="connsiteX444" fmla="*/ 1149934 w 2978753"/>
              <a:gd name="connsiteY444" fmla="*/ 61928 h 73820"/>
              <a:gd name="connsiteX445" fmla="*/ 1158908 w 2978753"/>
              <a:gd name="connsiteY445" fmla="*/ 60867 h 73820"/>
              <a:gd name="connsiteX446" fmla="*/ 1145478 w 2978753"/>
              <a:gd name="connsiteY446" fmla="*/ 60581 h 73820"/>
              <a:gd name="connsiteX447" fmla="*/ 1149934 w 2978753"/>
              <a:gd name="connsiteY447" fmla="*/ 61928 h 73820"/>
              <a:gd name="connsiteX448" fmla="*/ 1118617 w 2978753"/>
              <a:gd name="connsiteY448" fmla="*/ 65629 h 73820"/>
              <a:gd name="connsiteX449" fmla="*/ 1105854 w 2978753"/>
              <a:gd name="connsiteY449" fmla="*/ 58105 h 73820"/>
              <a:gd name="connsiteX450" fmla="*/ 1095662 w 2978753"/>
              <a:gd name="connsiteY450" fmla="*/ 69058 h 73820"/>
              <a:gd name="connsiteX451" fmla="*/ 1084803 w 2978753"/>
              <a:gd name="connsiteY451" fmla="*/ 62296 h 73820"/>
              <a:gd name="connsiteX452" fmla="*/ 1035369 w 2978753"/>
              <a:gd name="connsiteY452" fmla="*/ 62296 h 73820"/>
              <a:gd name="connsiteX453" fmla="*/ 1028987 w 2978753"/>
              <a:gd name="connsiteY453" fmla="*/ 64295 h 73820"/>
              <a:gd name="connsiteX454" fmla="*/ 980124 w 2978753"/>
              <a:gd name="connsiteY454" fmla="*/ 68582 h 73820"/>
              <a:gd name="connsiteX455" fmla="*/ 971170 w 2978753"/>
              <a:gd name="connsiteY455" fmla="*/ 62772 h 73820"/>
              <a:gd name="connsiteX456" fmla="*/ 947834 w 2978753"/>
              <a:gd name="connsiteY456" fmla="*/ 66867 h 73820"/>
              <a:gd name="connsiteX457" fmla="*/ 959645 w 2978753"/>
              <a:gd name="connsiteY457" fmla="*/ 57342 h 73820"/>
              <a:gd name="connsiteX458" fmla="*/ 943929 w 2978753"/>
              <a:gd name="connsiteY458" fmla="*/ 60390 h 73820"/>
              <a:gd name="connsiteX459" fmla="*/ 946119 w 2978753"/>
              <a:gd name="connsiteY459" fmla="*/ 55913 h 73820"/>
              <a:gd name="connsiteX460" fmla="*/ 921640 w 2978753"/>
              <a:gd name="connsiteY460" fmla="*/ 62296 h 73820"/>
              <a:gd name="connsiteX461" fmla="*/ 928308 w 2978753"/>
              <a:gd name="connsiteY461" fmla="*/ 63343 h 73820"/>
              <a:gd name="connsiteX462" fmla="*/ 899733 w 2978753"/>
              <a:gd name="connsiteY462" fmla="*/ 62676 h 73820"/>
              <a:gd name="connsiteX463" fmla="*/ 904209 w 2978753"/>
              <a:gd name="connsiteY463" fmla="*/ 58295 h 73820"/>
              <a:gd name="connsiteX464" fmla="*/ 919545 w 2978753"/>
              <a:gd name="connsiteY464" fmla="*/ 56104 h 73820"/>
              <a:gd name="connsiteX465" fmla="*/ 907257 w 2978753"/>
              <a:gd name="connsiteY465" fmla="*/ 52389 h 73820"/>
              <a:gd name="connsiteX466" fmla="*/ 893541 w 2978753"/>
              <a:gd name="connsiteY466" fmla="*/ 60867 h 73820"/>
              <a:gd name="connsiteX467" fmla="*/ 862109 w 2978753"/>
              <a:gd name="connsiteY467" fmla="*/ 62200 h 73820"/>
              <a:gd name="connsiteX468" fmla="*/ 864681 w 2978753"/>
              <a:gd name="connsiteY468" fmla="*/ 57056 h 73820"/>
              <a:gd name="connsiteX469" fmla="*/ 852108 w 2978753"/>
              <a:gd name="connsiteY469" fmla="*/ 58676 h 73820"/>
              <a:gd name="connsiteX470" fmla="*/ 862300 w 2978753"/>
              <a:gd name="connsiteY470" fmla="*/ 52294 h 73820"/>
              <a:gd name="connsiteX471" fmla="*/ 830962 w 2978753"/>
              <a:gd name="connsiteY471" fmla="*/ 58295 h 73820"/>
              <a:gd name="connsiteX472" fmla="*/ 830962 w 2978753"/>
              <a:gd name="connsiteY472" fmla="*/ 53723 h 73820"/>
              <a:gd name="connsiteX473" fmla="*/ 809055 w 2978753"/>
              <a:gd name="connsiteY473" fmla="*/ 57723 h 73820"/>
              <a:gd name="connsiteX474" fmla="*/ 802578 w 2978753"/>
              <a:gd name="connsiteY474" fmla="*/ 65153 h 73820"/>
              <a:gd name="connsiteX475" fmla="*/ 782670 w 2978753"/>
              <a:gd name="connsiteY475" fmla="*/ 60104 h 73820"/>
              <a:gd name="connsiteX476" fmla="*/ 793243 w 2978753"/>
              <a:gd name="connsiteY476" fmla="*/ 64867 h 73820"/>
              <a:gd name="connsiteX477" fmla="*/ 739331 w 2978753"/>
              <a:gd name="connsiteY477" fmla="*/ 55342 h 73820"/>
              <a:gd name="connsiteX478" fmla="*/ 756000 w 2978753"/>
              <a:gd name="connsiteY478" fmla="*/ 64105 h 73820"/>
              <a:gd name="connsiteX479" fmla="*/ 718948 w 2978753"/>
              <a:gd name="connsiteY479" fmla="*/ 62486 h 73820"/>
              <a:gd name="connsiteX480" fmla="*/ 727330 w 2978753"/>
              <a:gd name="connsiteY480" fmla="*/ 56580 h 73820"/>
              <a:gd name="connsiteX481" fmla="*/ 714947 w 2978753"/>
              <a:gd name="connsiteY481" fmla="*/ 59343 h 73820"/>
              <a:gd name="connsiteX482" fmla="*/ 715995 w 2978753"/>
              <a:gd name="connsiteY482" fmla="*/ 54770 h 73820"/>
              <a:gd name="connsiteX483" fmla="*/ 677038 w 2978753"/>
              <a:gd name="connsiteY483" fmla="*/ 61438 h 73820"/>
              <a:gd name="connsiteX484" fmla="*/ 658940 w 2978753"/>
              <a:gd name="connsiteY484" fmla="*/ 58676 h 73820"/>
              <a:gd name="connsiteX485" fmla="*/ 698089 w 2978753"/>
              <a:gd name="connsiteY485" fmla="*/ 51342 h 73820"/>
              <a:gd name="connsiteX486" fmla="*/ 680753 w 2978753"/>
              <a:gd name="connsiteY486" fmla="*/ 50484 h 73820"/>
              <a:gd name="connsiteX487" fmla="*/ 692373 w 2978753"/>
              <a:gd name="connsiteY487" fmla="*/ 45912 h 73820"/>
              <a:gd name="connsiteX488" fmla="*/ 648654 w 2978753"/>
              <a:gd name="connsiteY488" fmla="*/ 52389 h 73820"/>
              <a:gd name="connsiteX489" fmla="*/ 670180 w 2978753"/>
              <a:gd name="connsiteY489" fmla="*/ 50675 h 73820"/>
              <a:gd name="connsiteX490" fmla="*/ 654464 w 2978753"/>
              <a:gd name="connsiteY490" fmla="*/ 57819 h 73820"/>
              <a:gd name="connsiteX491" fmla="*/ 626556 w 2978753"/>
              <a:gd name="connsiteY491" fmla="*/ 57152 h 73820"/>
              <a:gd name="connsiteX492" fmla="*/ 631318 w 2978753"/>
              <a:gd name="connsiteY492" fmla="*/ 56485 h 73820"/>
              <a:gd name="connsiteX493" fmla="*/ 592075 w 2978753"/>
              <a:gd name="connsiteY493" fmla="*/ 44198 h 73820"/>
              <a:gd name="connsiteX494" fmla="*/ 571882 w 2978753"/>
              <a:gd name="connsiteY494" fmla="*/ 50484 h 73820"/>
              <a:gd name="connsiteX495" fmla="*/ 589599 w 2978753"/>
              <a:gd name="connsiteY495" fmla="*/ 58009 h 73820"/>
              <a:gd name="connsiteX496" fmla="*/ 532925 w 2978753"/>
              <a:gd name="connsiteY496" fmla="*/ 54580 h 73820"/>
              <a:gd name="connsiteX497" fmla="*/ 536830 w 2978753"/>
              <a:gd name="connsiteY497" fmla="*/ 45055 h 73820"/>
              <a:gd name="connsiteX498" fmla="*/ 516256 w 2978753"/>
              <a:gd name="connsiteY498" fmla="*/ 50865 h 73820"/>
              <a:gd name="connsiteX499" fmla="*/ 512065 w 2978753"/>
              <a:gd name="connsiteY499" fmla="*/ 47341 h 73820"/>
              <a:gd name="connsiteX500" fmla="*/ 480251 w 2978753"/>
              <a:gd name="connsiteY500" fmla="*/ 58581 h 73820"/>
              <a:gd name="connsiteX501" fmla="*/ 476251 w 2978753"/>
              <a:gd name="connsiteY501" fmla="*/ 50961 h 73820"/>
              <a:gd name="connsiteX502" fmla="*/ 455677 w 2978753"/>
              <a:gd name="connsiteY502" fmla="*/ 53914 h 73820"/>
              <a:gd name="connsiteX503" fmla="*/ 456629 w 2978753"/>
              <a:gd name="connsiteY503" fmla="*/ 53437 h 73820"/>
              <a:gd name="connsiteX504" fmla="*/ 408528 w 2978753"/>
              <a:gd name="connsiteY504" fmla="*/ 52865 h 73820"/>
              <a:gd name="connsiteX505" fmla="*/ 411100 w 2978753"/>
              <a:gd name="connsiteY505" fmla="*/ 54961 h 73820"/>
              <a:gd name="connsiteX506" fmla="*/ 301563 w 2978753"/>
              <a:gd name="connsiteY506" fmla="*/ 59724 h 73820"/>
              <a:gd name="connsiteX507" fmla="*/ 313659 w 2978753"/>
              <a:gd name="connsiteY507" fmla="*/ 61438 h 73820"/>
              <a:gd name="connsiteX508" fmla="*/ 279846 w 2978753"/>
              <a:gd name="connsiteY508" fmla="*/ 61438 h 73820"/>
              <a:gd name="connsiteX509" fmla="*/ 287656 w 2978753"/>
              <a:gd name="connsiteY509" fmla="*/ 60581 h 73820"/>
              <a:gd name="connsiteX510" fmla="*/ 274892 w 2978753"/>
              <a:gd name="connsiteY510" fmla="*/ 54104 h 73820"/>
              <a:gd name="connsiteX511" fmla="*/ 271749 w 2978753"/>
              <a:gd name="connsiteY511" fmla="*/ 57723 h 73820"/>
              <a:gd name="connsiteX512" fmla="*/ 268415 w 2978753"/>
              <a:gd name="connsiteY512" fmla="*/ 54866 h 73820"/>
              <a:gd name="connsiteX513" fmla="*/ 259557 w 2978753"/>
              <a:gd name="connsiteY513" fmla="*/ 60009 h 73820"/>
              <a:gd name="connsiteX514" fmla="*/ 194501 w 2978753"/>
              <a:gd name="connsiteY514" fmla="*/ 49436 h 73820"/>
              <a:gd name="connsiteX515" fmla="*/ 208884 w 2978753"/>
              <a:gd name="connsiteY515" fmla="*/ 57438 h 73820"/>
              <a:gd name="connsiteX516" fmla="*/ 195168 w 2978753"/>
              <a:gd name="connsiteY516" fmla="*/ 54294 h 73820"/>
              <a:gd name="connsiteX517" fmla="*/ 198026 w 2978753"/>
              <a:gd name="connsiteY517" fmla="*/ 58771 h 73820"/>
              <a:gd name="connsiteX518" fmla="*/ 111444 w 2978753"/>
              <a:gd name="connsiteY518" fmla="*/ 53342 h 73820"/>
              <a:gd name="connsiteX519" fmla="*/ 112873 w 2978753"/>
              <a:gd name="connsiteY519" fmla="*/ 52294 h 73820"/>
              <a:gd name="connsiteX520" fmla="*/ 88869 w 2978753"/>
              <a:gd name="connsiteY520" fmla="*/ 55342 h 73820"/>
              <a:gd name="connsiteX521" fmla="*/ 90393 w 2978753"/>
              <a:gd name="connsiteY521" fmla="*/ 50294 h 73820"/>
              <a:gd name="connsiteX522" fmla="*/ 34958 w 2978753"/>
              <a:gd name="connsiteY522" fmla="*/ 49818 h 73820"/>
              <a:gd name="connsiteX523" fmla="*/ 20385 w 2978753"/>
              <a:gd name="connsiteY523" fmla="*/ 24957 h 73820"/>
              <a:gd name="connsiteX524" fmla="*/ 0 w 2978753"/>
              <a:gd name="connsiteY524" fmla="*/ 20004 h 73820"/>
              <a:gd name="connsiteX525" fmla="*/ 5906 w 2978753"/>
              <a:gd name="connsiteY525" fmla="*/ 14479 h 73820"/>
              <a:gd name="connsiteX526" fmla="*/ 8192 w 2978753"/>
              <a:gd name="connsiteY526" fmla="*/ 20575 h 73820"/>
              <a:gd name="connsiteX527" fmla="*/ 0 w 2978753"/>
              <a:gd name="connsiteY527" fmla="*/ 20004 h 73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Lst>
            <a:rect l="l" t="t" r="r" b="b"/>
            <a:pathLst>
              <a:path w="2978753" h="73820">
                <a:moveTo>
                  <a:pt x="2974276" y="12098"/>
                </a:moveTo>
                <a:cubicBezTo>
                  <a:pt x="2974205" y="11002"/>
                  <a:pt x="2975038" y="9669"/>
                  <a:pt x="2978753" y="9240"/>
                </a:cubicBezTo>
                <a:cubicBezTo>
                  <a:pt x="2978087" y="9907"/>
                  <a:pt x="2979611" y="13526"/>
                  <a:pt x="2975229" y="13526"/>
                </a:cubicBezTo>
                <a:cubicBezTo>
                  <a:pt x="2975324" y="14050"/>
                  <a:pt x="2974348" y="13193"/>
                  <a:pt x="2974276" y="12098"/>
                </a:cubicBezTo>
                <a:close/>
                <a:moveTo>
                  <a:pt x="2893766" y="25770"/>
                </a:moveTo>
                <a:lnTo>
                  <a:pt x="2904529" y="21770"/>
                </a:lnTo>
                <a:lnTo>
                  <a:pt x="2903196" y="23485"/>
                </a:lnTo>
                <a:close/>
                <a:moveTo>
                  <a:pt x="2834736" y="22575"/>
                </a:moveTo>
                <a:cubicBezTo>
                  <a:pt x="2849518" y="22937"/>
                  <a:pt x="2864301" y="22051"/>
                  <a:pt x="2878932" y="19908"/>
                </a:cubicBezTo>
                <a:lnTo>
                  <a:pt x="2873407" y="25432"/>
                </a:lnTo>
                <a:lnTo>
                  <a:pt x="2871407" y="23908"/>
                </a:lnTo>
                <a:cubicBezTo>
                  <a:pt x="2859310" y="21432"/>
                  <a:pt x="2841118" y="29338"/>
                  <a:pt x="2834736" y="22575"/>
                </a:cubicBezTo>
                <a:close/>
                <a:moveTo>
                  <a:pt x="2831306" y="29622"/>
                </a:moveTo>
                <a:cubicBezTo>
                  <a:pt x="2830830" y="27432"/>
                  <a:pt x="2841403" y="30385"/>
                  <a:pt x="2844451" y="29242"/>
                </a:cubicBezTo>
                <a:lnTo>
                  <a:pt x="2838354" y="31528"/>
                </a:lnTo>
                <a:close/>
                <a:moveTo>
                  <a:pt x="2798540" y="7811"/>
                </a:moveTo>
                <a:cubicBezTo>
                  <a:pt x="2801969" y="8002"/>
                  <a:pt x="2803970" y="8002"/>
                  <a:pt x="2805494" y="8002"/>
                </a:cubicBezTo>
                <a:lnTo>
                  <a:pt x="2807018" y="8668"/>
                </a:lnTo>
                <a:cubicBezTo>
                  <a:pt x="2790730" y="10097"/>
                  <a:pt x="2800826" y="10478"/>
                  <a:pt x="2798540" y="7811"/>
                </a:cubicBezTo>
                <a:close/>
                <a:moveTo>
                  <a:pt x="2784635" y="12383"/>
                </a:moveTo>
                <a:cubicBezTo>
                  <a:pt x="2802636" y="11431"/>
                  <a:pt x="2805208" y="16193"/>
                  <a:pt x="2787301" y="17146"/>
                </a:cubicBezTo>
                <a:cubicBezTo>
                  <a:pt x="2796731" y="14764"/>
                  <a:pt x="2789873" y="13907"/>
                  <a:pt x="2784635" y="12383"/>
                </a:cubicBezTo>
                <a:close/>
                <a:moveTo>
                  <a:pt x="2772442" y="9525"/>
                </a:moveTo>
                <a:cubicBezTo>
                  <a:pt x="2767108" y="6954"/>
                  <a:pt x="2764917" y="5430"/>
                  <a:pt x="2774728" y="4096"/>
                </a:cubicBezTo>
                <a:cubicBezTo>
                  <a:pt x="2771584" y="5239"/>
                  <a:pt x="2779966" y="5620"/>
                  <a:pt x="2781967" y="7144"/>
                </a:cubicBezTo>
                <a:close/>
                <a:moveTo>
                  <a:pt x="2768442" y="13431"/>
                </a:moveTo>
                <a:lnTo>
                  <a:pt x="2778728" y="11335"/>
                </a:lnTo>
                <a:cubicBezTo>
                  <a:pt x="2774347" y="12764"/>
                  <a:pt x="2772251" y="14764"/>
                  <a:pt x="2773109" y="12669"/>
                </a:cubicBezTo>
                <a:cubicBezTo>
                  <a:pt x="2769870" y="16764"/>
                  <a:pt x="2769775" y="14574"/>
                  <a:pt x="2768442" y="13431"/>
                </a:cubicBezTo>
                <a:close/>
                <a:moveTo>
                  <a:pt x="2759083" y="22912"/>
                </a:moveTo>
                <a:lnTo>
                  <a:pt x="2779467" y="17578"/>
                </a:lnTo>
                <a:lnTo>
                  <a:pt x="2762417" y="22817"/>
                </a:lnTo>
                <a:close/>
                <a:moveTo>
                  <a:pt x="2713768" y="6001"/>
                </a:moveTo>
                <a:cubicBezTo>
                  <a:pt x="2714244" y="8097"/>
                  <a:pt x="2721007" y="9049"/>
                  <a:pt x="2724626" y="10001"/>
                </a:cubicBezTo>
                <a:lnTo>
                  <a:pt x="2717673" y="11716"/>
                </a:lnTo>
                <a:cubicBezTo>
                  <a:pt x="2716911" y="9811"/>
                  <a:pt x="2713197" y="7430"/>
                  <a:pt x="2713768" y="6001"/>
                </a:cubicBezTo>
                <a:close/>
                <a:moveTo>
                  <a:pt x="2697290" y="22956"/>
                </a:moveTo>
                <a:cubicBezTo>
                  <a:pt x="2695766" y="23527"/>
                  <a:pt x="2706815" y="28575"/>
                  <a:pt x="2715387" y="30004"/>
                </a:cubicBezTo>
                <a:lnTo>
                  <a:pt x="2716911" y="29433"/>
                </a:lnTo>
                <a:cubicBezTo>
                  <a:pt x="2726436" y="31433"/>
                  <a:pt x="2718816" y="33338"/>
                  <a:pt x="2715768" y="34385"/>
                </a:cubicBezTo>
                <a:cubicBezTo>
                  <a:pt x="2715768" y="33052"/>
                  <a:pt x="2720150" y="32290"/>
                  <a:pt x="2715768" y="31052"/>
                </a:cubicBezTo>
                <a:cubicBezTo>
                  <a:pt x="2713006" y="30719"/>
                  <a:pt x="2710206" y="31357"/>
                  <a:pt x="2707863" y="32862"/>
                </a:cubicBezTo>
                <a:cubicBezTo>
                  <a:pt x="2703595" y="30452"/>
                  <a:pt x="2699976" y="27052"/>
                  <a:pt x="2697290" y="22956"/>
                </a:cubicBezTo>
                <a:close/>
                <a:moveTo>
                  <a:pt x="2695671" y="18574"/>
                </a:moveTo>
                <a:lnTo>
                  <a:pt x="2707481" y="15717"/>
                </a:lnTo>
                <a:cubicBezTo>
                  <a:pt x="2704433" y="16860"/>
                  <a:pt x="2706719" y="18384"/>
                  <a:pt x="2706719" y="19527"/>
                </a:cubicBezTo>
                <a:close/>
                <a:moveTo>
                  <a:pt x="2690789" y="20721"/>
                </a:moveTo>
                <a:lnTo>
                  <a:pt x="2692122" y="19007"/>
                </a:lnTo>
                <a:lnTo>
                  <a:pt x="2696218" y="19388"/>
                </a:lnTo>
                <a:close/>
                <a:moveTo>
                  <a:pt x="2681383" y="9049"/>
                </a:moveTo>
                <a:cubicBezTo>
                  <a:pt x="2684583" y="9297"/>
                  <a:pt x="2687516" y="10887"/>
                  <a:pt x="2689479" y="13431"/>
                </a:cubicBezTo>
                <a:lnTo>
                  <a:pt x="2685478" y="13145"/>
                </a:lnTo>
                <a:close/>
                <a:moveTo>
                  <a:pt x="2670024" y="8339"/>
                </a:moveTo>
                <a:lnTo>
                  <a:pt x="2680501" y="3291"/>
                </a:lnTo>
                <a:lnTo>
                  <a:pt x="2674596" y="6625"/>
                </a:lnTo>
                <a:close/>
                <a:moveTo>
                  <a:pt x="2651761" y="14670"/>
                </a:moveTo>
                <a:cubicBezTo>
                  <a:pt x="2653760" y="13621"/>
                  <a:pt x="2655865" y="12793"/>
                  <a:pt x="2658047" y="12193"/>
                </a:cubicBezTo>
                <a:cubicBezTo>
                  <a:pt x="2658533" y="12650"/>
                  <a:pt x="2659076" y="13031"/>
                  <a:pt x="2659666" y="13336"/>
                </a:cubicBezTo>
                <a:cubicBezTo>
                  <a:pt x="2657066" y="13955"/>
                  <a:pt x="2654418" y="14403"/>
                  <a:pt x="2651761" y="14670"/>
                </a:cubicBezTo>
                <a:close/>
                <a:moveTo>
                  <a:pt x="2640426" y="26860"/>
                </a:moveTo>
                <a:lnTo>
                  <a:pt x="2658142" y="24860"/>
                </a:lnTo>
                <a:cubicBezTo>
                  <a:pt x="2656904" y="26480"/>
                  <a:pt x="2659094" y="29146"/>
                  <a:pt x="2649474" y="28289"/>
                </a:cubicBezTo>
                <a:lnTo>
                  <a:pt x="2649474" y="30385"/>
                </a:lnTo>
                <a:close/>
                <a:moveTo>
                  <a:pt x="2627281" y="5048"/>
                </a:moveTo>
                <a:cubicBezTo>
                  <a:pt x="2633310" y="2343"/>
                  <a:pt x="2639749" y="638"/>
                  <a:pt x="2646331" y="0"/>
                </a:cubicBezTo>
                <a:cubicBezTo>
                  <a:pt x="2641663" y="1714"/>
                  <a:pt x="2652045" y="3619"/>
                  <a:pt x="2647664" y="6382"/>
                </a:cubicBezTo>
                <a:lnTo>
                  <a:pt x="2627678" y="5075"/>
                </a:lnTo>
                <a:close/>
                <a:moveTo>
                  <a:pt x="2621281" y="14193"/>
                </a:moveTo>
                <a:cubicBezTo>
                  <a:pt x="2626671" y="14260"/>
                  <a:pt x="2632034" y="13488"/>
                  <a:pt x="2637187" y="11907"/>
                </a:cubicBezTo>
                <a:lnTo>
                  <a:pt x="2640330" y="15335"/>
                </a:lnTo>
                <a:lnTo>
                  <a:pt x="2651760" y="14669"/>
                </a:lnTo>
                <a:cubicBezTo>
                  <a:pt x="2648598" y="16307"/>
                  <a:pt x="2644969" y="16812"/>
                  <a:pt x="2641473" y="16097"/>
                </a:cubicBezTo>
                <a:lnTo>
                  <a:pt x="2640330" y="15336"/>
                </a:lnTo>
                <a:lnTo>
                  <a:pt x="2640331" y="15336"/>
                </a:lnTo>
                <a:cubicBezTo>
                  <a:pt x="2633968" y="15326"/>
                  <a:pt x="2627605" y="14946"/>
                  <a:pt x="2621281" y="14193"/>
                </a:cubicBezTo>
                <a:close/>
                <a:moveTo>
                  <a:pt x="2610136" y="12288"/>
                </a:moveTo>
                <a:lnTo>
                  <a:pt x="2610612" y="12288"/>
                </a:lnTo>
                <a:lnTo>
                  <a:pt x="2610313" y="12319"/>
                </a:lnTo>
                <a:close/>
                <a:moveTo>
                  <a:pt x="2589277" y="14479"/>
                </a:moveTo>
                <a:lnTo>
                  <a:pt x="2610313" y="12319"/>
                </a:lnTo>
                <a:lnTo>
                  <a:pt x="2610612" y="12371"/>
                </a:lnTo>
                <a:lnTo>
                  <a:pt x="2621090" y="14192"/>
                </a:lnTo>
                <a:cubicBezTo>
                  <a:pt x="2617232" y="14288"/>
                  <a:pt x="2613374" y="14640"/>
                  <a:pt x="2609565" y="15241"/>
                </a:cubicBezTo>
                <a:cubicBezTo>
                  <a:pt x="2625185" y="17527"/>
                  <a:pt x="2597753" y="20860"/>
                  <a:pt x="2619090" y="19812"/>
                </a:cubicBezTo>
                <a:cubicBezTo>
                  <a:pt x="2611469" y="21622"/>
                  <a:pt x="2615089" y="25051"/>
                  <a:pt x="2601944" y="25051"/>
                </a:cubicBezTo>
                <a:cubicBezTo>
                  <a:pt x="2595372" y="20575"/>
                  <a:pt x="2606135" y="18860"/>
                  <a:pt x="2609660" y="14764"/>
                </a:cubicBezTo>
                <a:cubicBezTo>
                  <a:pt x="2602869" y="15221"/>
                  <a:pt x="2596049" y="15126"/>
                  <a:pt x="2589277" y="14479"/>
                </a:cubicBezTo>
                <a:close/>
                <a:moveTo>
                  <a:pt x="2587942" y="37626"/>
                </a:moveTo>
                <a:cubicBezTo>
                  <a:pt x="2581179" y="36291"/>
                  <a:pt x="2586133" y="34577"/>
                  <a:pt x="2592324" y="34863"/>
                </a:cubicBezTo>
                <a:lnTo>
                  <a:pt x="2592800" y="36958"/>
                </a:lnTo>
                <a:cubicBezTo>
                  <a:pt x="2591276" y="37626"/>
                  <a:pt x="2589561" y="37053"/>
                  <a:pt x="2587942" y="37626"/>
                </a:cubicBezTo>
                <a:close/>
                <a:moveTo>
                  <a:pt x="2564416" y="14669"/>
                </a:moveTo>
                <a:cubicBezTo>
                  <a:pt x="2564416" y="13336"/>
                  <a:pt x="2566416" y="12002"/>
                  <a:pt x="2573941" y="10097"/>
                </a:cubicBezTo>
                <a:cubicBezTo>
                  <a:pt x="2578818" y="12602"/>
                  <a:pt x="2584056" y="14336"/>
                  <a:pt x="2589466" y="15241"/>
                </a:cubicBezTo>
                <a:lnTo>
                  <a:pt x="2584990" y="15241"/>
                </a:lnTo>
                <a:lnTo>
                  <a:pt x="2586609" y="15145"/>
                </a:lnTo>
                <a:close/>
                <a:moveTo>
                  <a:pt x="2553819" y="14721"/>
                </a:moveTo>
                <a:lnTo>
                  <a:pt x="2564106" y="8530"/>
                </a:lnTo>
                <a:lnTo>
                  <a:pt x="2561725" y="12912"/>
                </a:lnTo>
                <a:close/>
                <a:moveTo>
                  <a:pt x="2533650" y="38957"/>
                </a:moveTo>
                <a:cubicBezTo>
                  <a:pt x="2530506" y="32004"/>
                  <a:pt x="2554890" y="29813"/>
                  <a:pt x="2548890" y="25146"/>
                </a:cubicBezTo>
                <a:cubicBezTo>
                  <a:pt x="2556034" y="27147"/>
                  <a:pt x="2553462" y="30385"/>
                  <a:pt x="2567940" y="28480"/>
                </a:cubicBezTo>
                <a:cubicBezTo>
                  <a:pt x="2577084" y="25051"/>
                  <a:pt x="2556700" y="22289"/>
                  <a:pt x="2552890" y="20288"/>
                </a:cubicBezTo>
                <a:lnTo>
                  <a:pt x="2564129" y="14860"/>
                </a:lnTo>
                <a:lnTo>
                  <a:pt x="2563178" y="14098"/>
                </a:lnTo>
                <a:lnTo>
                  <a:pt x="2564130" y="14193"/>
                </a:lnTo>
                <a:lnTo>
                  <a:pt x="2564130" y="14859"/>
                </a:lnTo>
                <a:lnTo>
                  <a:pt x="2564130" y="14859"/>
                </a:lnTo>
                <a:cubicBezTo>
                  <a:pt x="2573369" y="21813"/>
                  <a:pt x="2580322" y="34195"/>
                  <a:pt x="2569750" y="37052"/>
                </a:cubicBezTo>
                <a:cubicBezTo>
                  <a:pt x="2558986" y="32957"/>
                  <a:pt x="2546413" y="36481"/>
                  <a:pt x="2545651" y="40291"/>
                </a:cubicBezTo>
                <a:cubicBezTo>
                  <a:pt x="2542127" y="39243"/>
                  <a:pt x="2546699" y="37624"/>
                  <a:pt x="2546318" y="36481"/>
                </a:cubicBezTo>
                <a:close/>
                <a:moveTo>
                  <a:pt x="2533436" y="11959"/>
                </a:moveTo>
                <a:lnTo>
                  <a:pt x="2539532" y="9673"/>
                </a:lnTo>
                <a:lnTo>
                  <a:pt x="2538675" y="13388"/>
                </a:lnTo>
                <a:close/>
                <a:moveTo>
                  <a:pt x="2505742" y="24004"/>
                </a:moveTo>
                <a:cubicBezTo>
                  <a:pt x="2513647" y="22194"/>
                  <a:pt x="2521553" y="20384"/>
                  <a:pt x="2519458" y="25813"/>
                </a:cubicBezTo>
                <a:lnTo>
                  <a:pt x="2520696" y="25813"/>
                </a:lnTo>
                <a:cubicBezTo>
                  <a:pt x="2513266" y="26576"/>
                  <a:pt x="2506599" y="27813"/>
                  <a:pt x="2505742" y="24004"/>
                </a:cubicBezTo>
                <a:close/>
                <a:moveTo>
                  <a:pt x="2505527" y="36628"/>
                </a:moveTo>
                <a:lnTo>
                  <a:pt x="2509623" y="32723"/>
                </a:lnTo>
                <a:lnTo>
                  <a:pt x="2512290" y="37581"/>
                </a:lnTo>
                <a:close/>
                <a:moveTo>
                  <a:pt x="2485263" y="10192"/>
                </a:moveTo>
                <a:lnTo>
                  <a:pt x="2495931" y="9049"/>
                </a:lnTo>
                <a:cubicBezTo>
                  <a:pt x="2492597" y="9049"/>
                  <a:pt x="2494597" y="10383"/>
                  <a:pt x="2494788" y="11716"/>
                </a:cubicBezTo>
                <a:cubicBezTo>
                  <a:pt x="2491759" y="10544"/>
                  <a:pt x="2488511" y="10020"/>
                  <a:pt x="2485263" y="10192"/>
                </a:cubicBezTo>
                <a:close/>
                <a:moveTo>
                  <a:pt x="2484191" y="37677"/>
                </a:moveTo>
                <a:lnTo>
                  <a:pt x="2492573" y="37963"/>
                </a:lnTo>
                <a:lnTo>
                  <a:pt x="2496097" y="39011"/>
                </a:lnTo>
                <a:close/>
                <a:moveTo>
                  <a:pt x="2452783" y="33243"/>
                </a:moveTo>
                <a:cubicBezTo>
                  <a:pt x="2452783" y="31814"/>
                  <a:pt x="2460784" y="32767"/>
                  <a:pt x="2467832" y="32957"/>
                </a:cubicBezTo>
                <a:cubicBezTo>
                  <a:pt x="2466022" y="33243"/>
                  <a:pt x="2464689" y="33720"/>
                  <a:pt x="2464689" y="34577"/>
                </a:cubicBezTo>
                <a:close/>
                <a:moveTo>
                  <a:pt x="2438400" y="11050"/>
                </a:moveTo>
                <a:lnTo>
                  <a:pt x="2445258" y="10383"/>
                </a:lnTo>
                <a:cubicBezTo>
                  <a:pt x="2444972" y="11050"/>
                  <a:pt x="2445353" y="11050"/>
                  <a:pt x="2446401" y="11050"/>
                </a:cubicBezTo>
                <a:cubicBezTo>
                  <a:pt x="2443733" y="10850"/>
                  <a:pt x="2441067" y="10850"/>
                  <a:pt x="2438400" y="11050"/>
                </a:cubicBezTo>
                <a:close/>
                <a:moveTo>
                  <a:pt x="2425541" y="11431"/>
                </a:moveTo>
                <a:cubicBezTo>
                  <a:pt x="2429494" y="9645"/>
                  <a:pt x="2435352" y="8144"/>
                  <a:pt x="2433352" y="10573"/>
                </a:cubicBezTo>
                <a:cubicBezTo>
                  <a:pt x="2431351" y="9049"/>
                  <a:pt x="2432685" y="14955"/>
                  <a:pt x="2429161" y="14002"/>
                </a:cubicBezTo>
                <a:cubicBezTo>
                  <a:pt x="2419541" y="15288"/>
                  <a:pt x="2421588" y="13216"/>
                  <a:pt x="2425541" y="11431"/>
                </a:cubicBezTo>
                <a:close/>
                <a:moveTo>
                  <a:pt x="2399730" y="15527"/>
                </a:moveTo>
                <a:lnTo>
                  <a:pt x="2408025" y="16552"/>
                </a:lnTo>
                <a:lnTo>
                  <a:pt x="2408016" y="16575"/>
                </a:lnTo>
                <a:lnTo>
                  <a:pt x="2408207" y="16575"/>
                </a:lnTo>
                <a:lnTo>
                  <a:pt x="2408025" y="16552"/>
                </a:lnTo>
                <a:lnTo>
                  <a:pt x="2408778" y="14575"/>
                </a:lnTo>
                <a:cubicBezTo>
                  <a:pt x="2407636" y="15814"/>
                  <a:pt x="2403921" y="15814"/>
                  <a:pt x="2399730" y="15527"/>
                </a:cubicBezTo>
                <a:close/>
                <a:moveTo>
                  <a:pt x="2358962" y="47626"/>
                </a:moveTo>
                <a:lnTo>
                  <a:pt x="2358962" y="41721"/>
                </a:lnTo>
                <a:cubicBezTo>
                  <a:pt x="2360428" y="43512"/>
                  <a:pt x="2362428" y="44778"/>
                  <a:pt x="2364676" y="45340"/>
                </a:cubicBezTo>
                <a:close/>
                <a:moveTo>
                  <a:pt x="2312480" y="33624"/>
                </a:moveTo>
                <a:lnTo>
                  <a:pt x="2325434" y="32290"/>
                </a:lnTo>
                <a:cubicBezTo>
                  <a:pt x="2327434" y="33909"/>
                  <a:pt x="2322672" y="34481"/>
                  <a:pt x="2319528" y="35623"/>
                </a:cubicBezTo>
                <a:cubicBezTo>
                  <a:pt x="2314766" y="36290"/>
                  <a:pt x="2311146" y="35338"/>
                  <a:pt x="2312480" y="33624"/>
                </a:cubicBezTo>
                <a:close/>
                <a:moveTo>
                  <a:pt x="2285429" y="11621"/>
                </a:moveTo>
                <a:cubicBezTo>
                  <a:pt x="2290925" y="11878"/>
                  <a:pt x="2296392" y="12716"/>
                  <a:pt x="2301716" y="14098"/>
                </a:cubicBezTo>
                <a:cubicBezTo>
                  <a:pt x="2299716" y="17526"/>
                  <a:pt x="2293334" y="14002"/>
                  <a:pt x="2285429" y="11621"/>
                </a:cubicBezTo>
                <a:close/>
                <a:moveTo>
                  <a:pt x="2266474" y="11621"/>
                </a:moveTo>
                <a:cubicBezTo>
                  <a:pt x="2272588" y="9335"/>
                  <a:pt x="2279313" y="9335"/>
                  <a:pt x="2285428" y="11621"/>
                </a:cubicBezTo>
                <a:cubicBezTo>
                  <a:pt x="2280237" y="11431"/>
                  <a:pt x="2275036" y="11745"/>
                  <a:pt x="2269902" y="12574"/>
                </a:cubicBezTo>
                <a:cubicBezTo>
                  <a:pt x="2268740" y="12345"/>
                  <a:pt x="2267588" y="12031"/>
                  <a:pt x="2266474" y="11621"/>
                </a:cubicBezTo>
                <a:close/>
                <a:moveTo>
                  <a:pt x="2132243" y="40059"/>
                </a:moveTo>
                <a:lnTo>
                  <a:pt x="2135005" y="30342"/>
                </a:lnTo>
                <a:lnTo>
                  <a:pt x="2135481" y="40059"/>
                </a:lnTo>
                <a:close/>
                <a:moveTo>
                  <a:pt x="1959424" y="57270"/>
                </a:moveTo>
                <a:cubicBezTo>
                  <a:pt x="1961269" y="56508"/>
                  <a:pt x="1964817" y="56246"/>
                  <a:pt x="1969485" y="55056"/>
                </a:cubicBezTo>
                <a:cubicBezTo>
                  <a:pt x="1965770" y="57056"/>
                  <a:pt x="1980724" y="57056"/>
                  <a:pt x="1977105" y="59437"/>
                </a:cubicBezTo>
                <a:cubicBezTo>
                  <a:pt x="1963198" y="56484"/>
                  <a:pt x="1974914" y="64771"/>
                  <a:pt x="1959578" y="62485"/>
                </a:cubicBezTo>
                <a:cubicBezTo>
                  <a:pt x="1957435" y="59294"/>
                  <a:pt x="1957578" y="58032"/>
                  <a:pt x="1959424" y="57270"/>
                </a:cubicBezTo>
                <a:close/>
                <a:moveTo>
                  <a:pt x="1956150" y="8287"/>
                </a:moveTo>
                <a:cubicBezTo>
                  <a:pt x="1955293" y="4001"/>
                  <a:pt x="1963769" y="9526"/>
                  <a:pt x="1971390" y="13050"/>
                </a:cubicBezTo>
                <a:cubicBezTo>
                  <a:pt x="1967189" y="11964"/>
                  <a:pt x="1962817" y="11735"/>
                  <a:pt x="1958531" y="12383"/>
                </a:cubicBezTo>
                <a:close/>
                <a:moveTo>
                  <a:pt x="1826419" y="59056"/>
                </a:moveTo>
                <a:lnTo>
                  <a:pt x="1838039" y="43721"/>
                </a:lnTo>
                <a:lnTo>
                  <a:pt x="1843849" y="55627"/>
                </a:lnTo>
                <a:cubicBezTo>
                  <a:pt x="1837829" y="53827"/>
                  <a:pt x="1831305" y="55113"/>
                  <a:pt x="1826419" y="59056"/>
                </a:cubicBezTo>
                <a:close/>
                <a:moveTo>
                  <a:pt x="1749077" y="52580"/>
                </a:moveTo>
                <a:lnTo>
                  <a:pt x="1752319" y="52535"/>
                </a:lnTo>
                <a:lnTo>
                  <a:pt x="1752410" y="52580"/>
                </a:lnTo>
                <a:close/>
                <a:moveTo>
                  <a:pt x="1583246" y="37625"/>
                </a:moveTo>
                <a:lnTo>
                  <a:pt x="1590579" y="34862"/>
                </a:lnTo>
                <a:lnTo>
                  <a:pt x="1585436" y="38863"/>
                </a:lnTo>
                <a:close/>
                <a:moveTo>
                  <a:pt x="1349693" y="66580"/>
                </a:moveTo>
                <a:cubicBezTo>
                  <a:pt x="1354360" y="66866"/>
                  <a:pt x="1356646" y="66961"/>
                  <a:pt x="1358170" y="68580"/>
                </a:cubicBezTo>
                <a:lnTo>
                  <a:pt x="1357408" y="70009"/>
                </a:lnTo>
                <a:close/>
                <a:moveTo>
                  <a:pt x="1316642" y="58866"/>
                </a:moveTo>
                <a:cubicBezTo>
                  <a:pt x="1319214" y="61533"/>
                  <a:pt x="1326357" y="58581"/>
                  <a:pt x="1329881" y="57628"/>
                </a:cubicBezTo>
                <a:cubicBezTo>
                  <a:pt x="1323785" y="56104"/>
                  <a:pt x="1320642" y="53532"/>
                  <a:pt x="1316642" y="58866"/>
                </a:cubicBezTo>
                <a:close/>
                <a:moveTo>
                  <a:pt x="1222034" y="60727"/>
                </a:moveTo>
                <a:lnTo>
                  <a:pt x="1226320" y="66347"/>
                </a:lnTo>
                <a:lnTo>
                  <a:pt x="1224034" y="66251"/>
                </a:lnTo>
                <a:close/>
                <a:moveTo>
                  <a:pt x="1111091" y="72580"/>
                </a:moveTo>
                <a:cubicBezTo>
                  <a:pt x="1109758" y="65532"/>
                  <a:pt x="1115663" y="72771"/>
                  <a:pt x="1125664" y="71819"/>
                </a:cubicBezTo>
                <a:cubicBezTo>
                  <a:pt x="1121092" y="71533"/>
                  <a:pt x="1115663" y="72580"/>
                  <a:pt x="1111091" y="72580"/>
                </a:cubicBezTo>
                <a:close/>
                <a:moveTo>
                  <a:pt x="864848" y="30546"/>
                </a:moveTo>
                <a:lnTo>
                  <a:pt x="864871" y="30482"/>
                </a:lnTo>
                <a:lnTo>
                  <a:pt x="866776" y="31339"/>
                </a:lnTo>
                <a:close/>
                <a:moveTo>
                  <a:pt x="17884" y="12245"/>
                </a:moveTo>
                <a:lnTo>
                  <a:pt x="27790" y="14245"/>
                </a:lnTo>
                <a:lnTo>
                  <a:pt x="24266" y="15483"/>
                </a:lnTo>
                <a:close/>
                <a:moveTo>
                  <a:pt x="11717" y="26005"/>
                </a:moveTo>
                <a:cubicBezTo>
                  <a:pt x="14574" y="19528"/>
                  <a:pt x="39054" y="25815"/>
                  <a:pt x="44102" y="19528"/>
                </a:cubicBezTo>
                <a:lnTo>
                  <a:pt x="71534" y="25910"/>
                </a:lnTo>
                <a:cubicBezTo>
                  <a:pt x="70772" y="23624"/>
                  <a:pt x="75153" y="20195"/>
                  <a:pt x="70772" y="19433"/>
                </a:cubicBezTo>
                <a:cubicBezTo>
                  <a:pt x="77535" y="19338"/>
                  <a:pt x="83535" y="19052"/>
                  <a:pt x="74582" y="15814"/>
                </a:cubicBezTo>
                <a:cubicBezTo>
                  <a:pt x="140304" y="31149"/>
                  <a:pt x="207741" y="16290"/>
                  <a:pt x="272416" y="24386"/>
                </a:cubicBezTo>
                <a:cubicBezTo>
                  <a:pt x="276607" y="23910"/>
                  <a:pt x="274035" y="21719"/>
                  <a:pt x="272416" y="20385"/>
                </a:cubicBezTo>
                <a:cubicBezTo>
                  <a:pt x="284323" y="26005"/>
                  <a:pt x="283751" y="17337"/>
                  <a:pt x="290323" y="16480"/>
                </a:cubicBezTo>
                <a:lnTo>
                  <a:pt x="307754" y="24862"/>
                </a:lnTo>
                <a:cubicBezTo>
                  <a:pt x="314802" y="22386"/>
                  <a:pt x="309278" y="19814"/>
                  <a:pt x="309754" y="18099"/>
                </a:cubicBezTo>
                <a:cubicBezTo>
                  <a:pt x="342806" y="16480"/>
                  <a:pt x="374905" y="24672"/>
                  <a:pt x="401670" y="19719"/>
                </a:cubicBezTo>
                <a:cubicBezTo>
                  <a:pt x="410529" y="22671"/>
                  <a:pt x="399956" y="26386"/>
                  <a:pt x="411195" y="27434"/>
                </a:cubicBezTo>
                <a:cubicBezTo>
                  <a:pt x="396051" y="18862"/>
                  <a:pt x="443676" y="23433"/>
                  <a:pt x="434151" y="17337"/>
                </a:cubicBezTo>
                <a:cubicBezTo>
                  <a:pt x="445009" y="26481"/>
                  <a:pt x="474537" y="19242"/>
                  <a:pt x="469679" y="32006"/>
                </a:cubicBezTo>
                <a:cubicBezTo>
                  <a:pt x="483109" y="32768"/>
                  <a:pt x="480823" y="26577"/>
                  <a:pt x="476918" y="25433"/>
                </a:cubicBezTo>
                <a:cubicBezTo>
                  <a:pt x="490662" y="26643"/>
                  <a:pt x="504521" y="25481"/>
                  <a:pt x="517875" y="22004"/>
                </a:cubicBezTo>
                <a:cubicBezTo>
                  <a:pt x="526733" y="24957"/>
                  <a:pt x="589027" y="18956"/>
                  <a:pt x="602933" y="28481"/>
                </a:cubicBezTo>
                <a:cubicBezTo>
                  <a:pt x="593408" y="22481"/>
                  <a:pt x="602933" y="25243"/>
                  <a:pt x="612458" y="22481"/>
                </a:cubicBezTo>
                <a:lnTo>
                  <a:pt x="604267" y="16956"/>
                </a:lnTo>
                <a:lnTo>
                  <a:pt x="624746" y="17623"/>
                </a:lnTo>
                <a:cubicBezTo>
                  <a:pt x="628937" y="16861"/>
                  <a:pt x="630080" y="17623"/>
                  <a:pt x="630080" y="17623"/>
                </a:cubicBezTo>
                <a:cubicBezTo>
                  <a:pt x="633604" y="17909"/>
                  <a:pt x="629222" y="20766"/>
                  <a:pt x="638081" y="22195"/>
                </a:cubicBezTo>
                <a:cubicBezTo>
                  <a:pt x="645930" y="22681"/>
                  <a:pt x="653740" y="20748"/>
                  <a:pt x="660465" y="16670"/>
                </a:cubicBezTo>
                <a:lnTo>
                  <a:pt x="658274" y="15814"/>
                </a:lnTo>
                <a:lnTo>
                  <a:pt x="667799" y="15337"/>
                </a:lnTo>
                <a:cubicBezTo>
                  <a:pt x="674752" y="15432"/>
                  <a:pt x="643129" y="20766"/>
                  <a:pt x="665894" y="23624"/>
                </a:cubicBezTo>
                <a:cubicBezTo>
                  <a:pt x="666656" y="22100"/>
                  <a:pt x="679610" y="14861"/>
                  <a:pt x="685706" y="18766"/>
                </a:cubicBezTo>
                <a:cubicBezTo>
                  <a:pt x="674085" y="18480"/>
                  <a:pt x="675514" y="22290"/>
                  <a:pt x="679800" y="23910"/>
                </a:cubicBezTo>
                <a:lnTo>
                  <a:pt x="696183" y="23910"/>
                </a:lnTo>
                <a:lnTo>
                  <a:pt x="690754" y="16861"/>
                </a:lnTo>
                <a:cubicBezTo>
                  <a:pt x="737522" y="17242"/>
                  <a:pt x="786100" y="22290"/>
                  <a:pt x="836010" y="21814"/>
                </a:cubicBezTo>
                <a:cubicBezTo>
                  <a:pt x="835677" y="25005"/>
                  <a:pt x="844512" y="25148"/>
                  <a:pt x="852858" y="25612"/>
                </a:cubicBezTo>
                <a:lnTo>
                  <a:pt x="864848" y="30546"/>
                </a:lnTo>
                <a:lnTo>
                  <a:pt x="863490" y="34280"/>
                </a:lnTo>
                <a:cubicBezTo>
                  <a:pt x="867205" y="35816"/>
                  <a:pt x="873635" y="37102"/>
                  <a:pt x="878397" y="36578"/>
                </a:cubicBezTo>
                <a:cubicBezTo>
                  <a:pt x="868014" y="33721"/>
                  <a:pt x="897065" y="27624"/>
                  <a:pt x="871729" y="26291"/>
                </a:cubicBezTo>
                <a:lnTo>
                  <a:pt x="891351" y="22004"/>
                </a:lnTo>
                <a:cubicBezTo>
                  <a:pt x="902209" y="4860"/>
                  <a:pt x="943643" y="23433"/>
                  <a:pt x="973361" y="17909"/>
                </a:cubicBezTo>
                <a:cubicBezTo>
                  <a:pt x="972132" y="18176"/>
                  <a:pt x="971066" y="18928"/>
                  <a:pt x="970408" y="20005"/>
                </a:cubicBezTo>
                <a:cubicBezTo>
                  <a:pt x="996792" y="14575"/>
                  <a:pt x="1029558" y="24672"/>
                  <a:pt x="1035749" y="21909"/>
                </a:cubicBezTo>
                <a:lnTo>
                  <a:pt x="1038035" y="26672"/>
                </a:lnTo>
                <a:cubicBezTo>
                  <a:pt x="1054533" y="19795"/>
                  <a:pt x="1072735" y="18061"/>
                  <a:pt x="1090233" y="21719"/>
                </a:cubicBezTo>
                <a:cubicBezTo>
                  <a:pt x="1089851" y="22481"/>
                  <a:pt x="1086709" y="23814"/>
                  <a:pt x="1090995" y="24862"/>
                </a:cubicBezTo>
                <a:cubicBezTo>
                  <a:pt x="1100501" y="19385"/>
                  <a:pt x="1111569" y="17270"/>
                  <a:pt x="1122427" y="18862"/>
                </a:cubicBezTo>
                <a:lnTo>
                  <a:pt x="1121665" y="20290"/>
                </a:lnTo>
                <a:lnTo>
                  <a:pt x="1150240" y="19528"/>
                </a:lnTo>
                <a:cubicBezTo>
                  <a:pt x="1150049" y="34101"/>
                  <a:pt x="1199675" y="10670"/>
                  <a:pt x="1208342" y="26386"/>
                </a:cubicBezTo>
                <a:cubicBezTo>
                  <a:pt x="1213962" y="22195"/>
                  <a:pt x="1234822" y="20861"/>
                  <a:pt x="1244347" y="18766"/>
                </a:cubicBezTo>
                <a:cubicBezTo>
                  <a:pt x="1244442" y="19433"/>
                  <a:pt x="1245014" y="20099"/>
                  <a:pt x="1246633" y="20766"/>
                </a:cubicBezTo>
                <a:cubicBezTo>
                  <a:pt x="1257682" y="12765"/>
                  <a:pt x="1278542" y="23147"/>
                  <a:pt x="1290829" y="22290"/>
                </a:cubicBezTo>
                <a:cubicBezTo>
                  <a:pt x="1298830" y="20385"/>
                  <a:pt x="1295306" y="17909"/>
                  <a:pt x="1291877" y="15432"/>
                </a:cubicBezTo>
                <a:cubicBezTo>
                  <a:pt x="1307689" y="21624"/>
                  <a:pt x="1335501" y="8574"/>
                  <a:pt x="1341216" y="11146"/>
                </a:cubicBezTo>
                <a:cubicBezTo>
                  <a:pt x="1352837" y="11813"/>
                  <a:pt x="1345598" y="16766"/>
                  <a:pt x="1348741" y="20005"/>
                </a:cubicBezTo>
                <a:cubicBezTo>
                  <a:pt x="1365982" y="18576"/>
                  <a:pt x="1345883" y="6765"/>
                  <a:pt x="1368934" y="12575"/>
                </a:cubicBezTo>
                <a:cubicBezTo>
                  <a:pt x="1366267" y="13242"/>
                  <a:pt x="1361314" y="13718"/>
                  <a:pt x="1363219" y="14575"/>
                </a:cubicBezTo>
                <a:cubicBezTo>
                  <a:pt x="1372077" y="15814"/>
                  <a:pt x="1387794" y="32577"/>
                  <a:pt x="1396556" y="29244"/>
                </a:cubicBezTo>
                <a:lnTo>
                  <a:pt x="1390842" y="26577"/>
                </a:lnTo>
                <a:cubicBezTo>
                  <a:pt x="1406844" y="22862"/>
                  <a:pt x="1428846" y="38197"/>
                  <a:pt x="1431418" y="28672"/>
                </a:cubicBezTo>
                <a:lnTo>
                  <a:pt x="1429894" y="24100"/>
                </a:lnTo>
                <a:cubicBezTo>
                  <a:pt x="1457612" y="30101"/>
                  <a:pt x="1441229" y="22290"/>
                  <a:pt x="1469804" y="27529"/>
                </a:cubicBezTo>
                <a:lnTo>
                  <a:pt x="1469804" y="28291"/>
                </a:lnTo>
                <a:cubicBezTo>
                  <a:pt x="1482091" y="27434"/>
                  <a:pt x="1488664" y="33149"/>
                  <a:pt x="1494664" y="25815"/>
                </a:cubicBezTo>
                <a:lnTo>
                  <a:pt x="1490473" y="24767"/>
                </a:lnTo>
                <a:cubicBezTo>
                  <a:pt x="1505713" y="23814"/>
                  <a:pt x="1507047" y="24767"/>
                  <a:pt x="1522477" y="24767"/>
                </a:cubicBezTo>
                <a:cubicBezTo>
                  <a:pt x="1526239" y="23671"/>
                  <a:pt x="1530240" y="23671"/>
                  <a:pt x="1534002" y="24767"/>
                </a:cubicBezTo>
                <a:cubicBezTo>
                  <a:pt x="1534669" y="18671"/>
                  <a:pt x="1569912" y="22386"/>
                  <a:pt x="1576770" y="22386"/>
                </a:cubicBezTo>
                <a:cubicBezTo>
                  <a:pt x="1564292" y="23243"/>
                  <a:pt x="1570388" y="25815"/>
                  <a:pt x="1573817" y="28291"/>
                </a:cubicBezTo>
                <a:cubicBezTo>
                  <a:pt x="1580199" y="23357"/>
                  <a:pt x="1588876" y="22614"/>
                  <a:pt x="1596010" y="26386"/>
                </a:cubicBezTo>
                <a:cubicBezTo>
                  <a:pt x="1597439" y="18862"/>
                  <a:pt x="1599439" y="10765"/>
                  <a:pt x="1619156" y="10289"/>
                </a:cubicBezTo>
                <a:cubicBezTo>
                  <a:pt x="1616108" y="11432"/>
                  <a:pt x="1611345" y="12003"/>
                  <a:pt x="1613346" y="13622"/>
                </a:cubicBezTo>
                <a:cubicBezTo>
                  <a:pt x="1615346" y="15242"/>
                  <a:pt x="1619918" y="13527"/>
                  <a:pt x="1621442" y="12956"/>
                </a:cubicBezTo>
                <a:cubicBezTo>
                  <a:pt x="1623442" y="14480"/>
                  <a:pt x="1617060" y="15718"/>
                  <a:pt x="1619251" y="18385"/>
                </a:cubicBezTo>
                <a:cubicBezTo>
                  <a:pt x="1632586" y="11051"/>
                  <a:pt x="1642587" y="17813"/>
                  <a:pt x="1661637" y="15242"/>
                </a:cubicBezTo>
                <a:cubicBezTo>
                  <a:pt x="1655541" y="17528"/>
                  <a:pt x="1660780" y="19052"/>
                  <a:pt x="1662971" y="21624"/>
                </a:cubicBezTo>
                <a:cubicBezTo>
                  <a:pt x="1664399" y="13051"/>
                  <a:pt x="1689355" y="29148"/>
                  <a:pt x="1682021" y="18004"/>
                </a:cubicBezTo>
                <a:cubicBezTo>
                  <a:pt x="1719835" y="24672"/>
                  <a:pt x="1778033" y="18480"/>
                  <a:pt x="1792797" y="25624"/>
                </a:cubicBezTo>
                <a:cubicBezTo>
                  <a:pt x="1796797" y="28767"/>
                  <a:pt x="1807274" y="23624"/>
                  <a:pt x="1813942" y="23624"/>
                </a:cubicBezTo>
                <a:lnTo>
                  <a:pt x="1812990" y="27338"/>
                </a:lnTo>
                <a:cubicBezTo>
                  <a:pt x="1831468" y="20385"/>
                  <a:pt x="1827373" y="24767"/>
                  <a:pt x="1848994" y="17813"/>
                </a:cubicBezTo>
                <a:cubicBezTo>
                  <a:pt x="1840040" y="22290"/>
                  <a:pt x="1843755" y="24386"/>
                  <a:pt x="1852804" y="27910"/>
                </a:cubicBezTo>
                <a:lnTo>
                  <a:pt x="1867759" y="20099"/>
                </a:lnTo>
                <a:lnTo>
                  <a:pt x="1870616" y="25910"/>
                </a:lnTo>
                <a:cubicBezTo>
                  <a:pt x="1877055" y="24176"/>
                  <a:pt x="1883817" y="24014"/>
                  <a:pt x="1890333" y="25433"/>
                </a:cubicBezTo>
                <a:cubicBezTo>
                  <a:pt x="1887094" y="25529"/>
                  <a:pt x="1889094" y="26005"/>
                  <a:pt x="1889094" y="27148"/>
                </a:cubicBezTo>
                <a:cubicBezTo>
                  <a:pt x="1892333" y="18956"/>
                  <a:pt x="1918908" y="19909"/>
                  <a:pt x="1923099" y="16099"/>
                </a:cubicBezTo>
                <a:cubicBezTo>
                  <a:pt x="1929766" y="24005"/>
                  <a:pt x="1940910" y="14099"/>
                  <a:pt x="1945768" y="21528"/>
                </a:cubicBezTo>
                <a:cubicBezTo>
                  <a:pt x="1948359" y="20309"/>
                  <a:pt x="1951074" y="19376"/>
                  <a:pt x="1953864" y="18766"/>
                </a:cubicBezTo>
                <a:cubicBezTo>
                  <a:pt x="1950626" y="15242"/>
                  <a:pt x="1949483" y="11432"/>
                  <a:pt x="1955483" y="13146"/>
                </a:cubicBezTo>
                <a:lnTo>
                  <a:pt x="1956912" y="13146"/>
                </a:lnTo>
                <a:lnTo>
                  <a:pt x="1959484" y="17718"/>
                </a:lnTo>
                <a:cubicBezTo>
                  <a:pt x="1964932" y="16804"/>
                  <a:pt x="1970438" y="16261"/>
                  <a:pt x="1975962" y="16099"/>
                </a:cubicBezTo>
                <a:cubicBezTo>
                  <a:pt x="1973819" y="15575"/>
                  <a:pt x="1971743" y="14804"/>
                  <a:pt x="1969771" y="13813"/>
                </a:cubicBezTo>
                <a:cubicBezTo>
                  <a:pt x="1972343" y="14480"/>
                  <a:pt x="1974819" y="15337"/>
                  <a:pt x="1977105" y="16099"/>
                </a:cubicBezTo>
                <a:lnTo>
                  <a:pt x="1978058" y="16099"/>
                </a:lnTo>
                <a:lnTo>
                  <a:pt x="1979296" y="16099"/>
                </a:lnTo>
                <a:lnTo>
                  <a:pt x="1990917" y="16099"/>
                </a:lnTo>
                <a:cubicBezTo>
                  <a:pt x="2012348" y="23147"/>
                  <a:pt x="2038542" y="6574"/>
                  <a:pt x="2062164" y="16099"/>
                </a:cubicBezTo>
                <a:cubicBezTo>
                  <a:pt x="2059020" y="14956"/>
                  <a:pt x="2053972" y="14480"/>
                  <a:pt x="2052639" y="16099"/>
                </a:cubicBezTo>
                <a:cubicBezTo>
                  <a:pt x="2072355" y="15718"/>
                  <a:pt x="2091977" y="22290"/>
                  <a:pt x="2104455" y="18766"/>
                </a:cubicBezTo>
                <a:lnTo>
                  <a:pt x="2103598" y="14480"/>
                </a:lnTo>
                <a:cubicBezTo>
                  <a:pt x="2115942" y="12489"/>
                  <a:pt x="2128429" y="11470"/>
                  <a:pt x="2140936" y="11432"/>
                </a:cubicBezTo>
                <a:lnTo>
                  <a:pt x="2141602" y="6574"/>
                </a:lnTo>
                <a:cubicBezTo>
                  <a:pt x="2158557" y="8384"/>
                  <a:pt x="2194942" y="1049"/>
                  <a:pt x="2205325" y="10574"/>
                </a:cubicBezTo>
                <a:cubicBezTo>
                  <a:pt x="2209801" y="6860"/>
                  <a:pt x="2228851" y="11908"/>
                  <a:pt x="2238376" y="10574"/>
                </a:cubicBezTo>
                <a:lnTo>
                  <a:pt x="2240853" y="14289"/>
                </a:lnTo>
                <a:cubicBezTo>
                  <a:pt x="2250139" y="15204"/>
                  <a:pt x="2259503" y="14785"/>
                  <a:pt x="2268666" y="13051"/>
                </a:cubicBezTo>
                <a:cubicBezTo>
                  <a:pt x="2294192" y="20766"/>
                  <a:pt x="2317815" y="13146"/>
                  <a:pt x="2340103" y="13718"/>
                </a:cubicBezTo>
                <a:lnTo>
                  <a:pt x="2340103" y="14765"/>
                </a:lnTo>
                <a:lnTo>
                  <a:pt x="2362677" y="12194"/>
                </a:lnTo>
                <a:cubicBezTo>
                  <a:pt x="2356772" y="15527"/>
                  <a:pt x="2367154" y="9813"/>
                  <a:pt x="2373917" y="10765"/>
                </a:cubicBezTo>
                <a:cubicBezTo>
                  <a:pt x="2383061" y="9213"/>
                  <a:pt x="2392434" y="9737"/>
                  <a:pt x="2401349" y="12289"/>
                </a:cubicBezTo>
                <a:lnTo>
                  <a:pt x="2415732" y="12289"/>
                </a:lnTo>
                <a:cubicBezTo>
                  <a:pt x="2399730" y="14765"/>
                  <a:pt x="2416874" y="17528"/>
                  <a:pt x="2417732" y="21814"/>
                </a:cubicBezTo>
                <a:lnTo>
                  <a:pt x="2427257" y="18385"/>
                </a:lnTo>
                <a:cubicBezTo>
                  <a:pt x="2430972" y="20481"/>
                  <a:pt x="2421352" y="21719"/>
                  <a:pt x="2428114" y="22671"/>
                </a:cubicBezTo>
                <a:cubicBezTo>
                  <a:pt x="2434305" y="20385"/>
                  <a:pt x="2452498" y="20481"/>
                  <a:pt x="2458213" y="16099"/>
                </a:cubicBezTo>
                <a:cubicBezTo>
                  <a:pt x="2456499" y="14680"/>
                  <a:pt x="2454479" y="13670"/>
                  <a:pt x="2452308" y="13146"/>
                </a:cubicBezTo>
                <a:lnTo>
                  <a:pt x="2452403" y="13146"/>
                </a:lnTo>
                <a:cubicBezTo>
                  <a:pt x="2453327" y="12679"/>
                  <a:pt x="2454184" y="12099"/>
                  <a:pt x="2454974" y="11432"/>
                </a:cubicBezTo>
                <a:cubicBezTo>
                  <a:pt x="2466405" y="12384"/>
                  <a:pt x="2461833" y="10574"/>
                  <a:pt x="2461833" y="8670"/>
                </a:cubicBezTo>
                <a:cubicBezTo>
                  <a:pt x="2474787" y="15337"/>
                  <a:pt x="2482502" y="10860"/>
                  <a:pt x="2492027" y="18671"/>
                </a:cubicBezTo>
                <a:cubicBezTo>
                  <a:pt x="2478502" y="10194"/>
                  <a:pt x="2521840" y="18576"/>
                  <a:pt x="2513458" y="10194"/>
                </a:cubicBezTo>
                <a:cubicBezTo>
                  <a:pt x="2523174" y="16956"/>
                  <a:pt x="2520030" y="10480"/>
                  <a:pt x="2526317" y="16290"/>
                </a:cubicBezTo>
                <a:cubicBezTo>
                  <a:pt x="2513258" y="16185"/>
                  <a:pt x="2500304" y="18680"/>
                  <a:pt x="2488217" y="23624"/>
                </a:cubicBezTo>
                <a:lnTo>
                  <a:pt x="2499075" y="27624"/>
                </a:lnTo>
                <a:cubicBezTo>
                  <a:pt x="2492027" y="35530"/>
                  <a:pt x="2474882" y="25052"/>
                  <a:pt x="2468405" y="27624"/>
                </a:cubicBezTo>
                <a:cubicBezTo>
                  <a:pt x="2472786" y="25910"/>
                  <a:pt x="2482788" y="27624"/>
                  <a:pt x="2482788" y="29339"/>
                </a:cubicBezTo>
                <a:lnTo>
                  <a:pt x="2479930" y="23529"/>
                </a:lnTo>
                <a:cubicBezTo>
                  <a:pt x="2467005" y="22357"/>
                  <a:pt x="2453984" y="24110"/>
                  <a:pt x="2441830" y="28672"/>
                </a:cubicBezTo>
                <a:cubicBezTo>
                  <a:pt x="2452117" y="30577"/>
                  <a:pt x="2429257" y="32196"/>
                  <a:pt x="2436782" y="36292"/>
                </a:cubicBezTo>
                <a:lnTo>
                  <a:pt x="2444973" y="35530"/>
                </a:lnTo>
                <a:cubicBezTo>
                  <a:pt x="2448688" y="37626"/>
                  <a:pt x="2440782" y="39435"/>
                  <a:pt x="2436211" y="41150"/>
                </a:cubicBezTo>
                <a:cubicBezTo>
                  <a:pt x="2410398" y="36863"/>
                  <a:pt x="2363535" y="40578"/>
                  <a:pt x="2354010" y="36006"/>
                </a:cubicBezTo>
                <a:cubicBezTo>
                  <a:pt x="2360544" y="37092"/>
                  <a:pt x="2367250" y="36568"/>
                  <a:pt x="2373536" y="34482"/>
                </a:cubicBezTo>
                <a:lnTo>
                  <a:pt x="2361439" y="32101"/>
                </a:lnTo>
                <a:cubicBezTo>
                  <a:pt x="2371250" y="31815"/>
                  <a:pt x="2379061" y="37054"/>
                  <a:pt x="2393539" y="35149"/>
                </a:cubicBezTo>
                <a:cubicBezTo>
                  <a:pt x="2390585" y="31434"/>
                  <a:pt x="2401539" y="26386"/>
                  <a:pt x="2390585" y="21243"/>
                </a:cubicBezTo>
                <a:cubicBezTo>
                  <a:pt x="2362963" y="15432"/>
                  <a:pt x="2367821" y="30863"/>
                  <a:pt x="2334388" y="29434"/>
                </a:cubicBezTo>
                <a:cubicBezTo>
                  <a:pt x="2331340" y="30577"/>
                  <a:pt x="2341341" y="23433"/>
                  <a:pt x="2323625" y="25433"/>
                </a:cubicBezTo>
                <a:cubicBezTo>
                  <a:pt x="2301241" y="29148"/>
                  <a:pt x="2284858" y="37530"/>
                  <a:pt x="2284858" y="45627"/>
                </a:cubicBezTo>
                <a:cubicBezTo>
                  <a:pt x="2294288" y="43246"/>
                  <a:pt x="2313148" y="38483"/>
                  <a:pt x="2316005" y="44389"/>
                </a:cubicBezTo>
                <a:cubicBezTo>
                  <a:pt x="2306575" y="46674"/>
                  <a:pt x="2290383" y="48103"/>
                  <a:pt x="2289525" y="51913"/>
                </a:cubicBezTo>
                <a:cubicBezTo>
                  <a:pt x="2279810" y="45150"/>
                  <a:pt x="2307242" y="49913"/>
                  <a:pt x="2294478" y="44293"/>
                </a:cubicBezTo>
                <a:cubicBezTo>
                  <a:pt x="2290107" y="44522"/>
                  <a:pt x="2285849" y="45722"/>
                  <a:pt x="2282001" y="47817"/>
                </a:cubicBezTo>
                <a:cubicBezTo>
                  <a:pt x="2286382" y="44960"/>
                  <a:pt x="2276095" y="43055"/>
                  <a:pt x="2274095" y="41531"/>
                </a:cubicBezTo>
                <a:cubicBezTo>
                  <a:pt x="2252664" y="41436"/>
                  <a:pt x="2240377" y="38483"/>
                  <a:pt x="2217421" y="37912"/>
                </a:cubicBezTo>
                <a:cubicBezTo>
                  <a:pt x="2216183" y="36959"/>
                  <a:pt x="2213707" y="34768"/>
                  <a:pt x="2214373" y="33149"/>
                </a:cubicBezTo>
                <a:cubicBezTo>
                  <a:pt x="2203133" y="34958"/>
                  <a:pt x="2187132" y="45055"/>
                  <a:pt x="2191323" y="49246"/>
                </a:cubicBezTo>
                <a:cubicBezTo>
                  <a:pt x="2178178" y="49532"/>
                  <a:pt x="2177416" y="46388"/>
                  <a:pt x="2166272" y="48198"/>
                </a:cubicBezTo>
                <a:cubicBezTo>
                  <a:pt x="2184179" y="54294"/>
                  <a:pt x="2162748" y="47246"/>
                  <a:pt x="2160842" y="53723"/>
                </a:cubicBezTo>
                <a:cubicBezTo>
                  <a:pt x="2149127" y="54485"/>
                  <a:pt x="2156557" y="50579"/>
                  <a:pt x="2151317" y="49056"/>
                </a:cubicBezTo>
                <a:lnTo>
                  <a:pt x="2145296" y="53212"/>
                </a:lnTo>
                <a:lnTo>
                  <a:pt x="2144555" y="53723"/>
                </a:lnTo>
                <a:cubicBezTo>
                  <a:pt x="2137507" y="48294"/>
                  <a:pt x="2158176" y="40388"/>
                  <a:pt x="2149889" y="34673"/>
                </a:cubicBezTo>
                <a:cubicBezTo>
                  <a:pt x="2139469" y="30329"/>
                  <a:pt x="2128743" y="26758"/>
                  <a:pt x="2117790" y="24005"/>
                </a:cubicBezTo>
                <a:cubicBezTo>
                  <a:pt x="2112646" y="29530"/>
                  <a:pt x="2113980" y="52104"/>
                  <a:pt x="2122171" y="59438"/>
                </a:cubicBezTo>
                <a:cubicBezTo>
                  <a:pt x="2121314" y="63248"/>
                  <a:pt x="2111313" y="55437"/>
                  <a:pt x="2106264" y="54961"/>
                </a:cubicBezTo>
                <a:cubicBezTo>
                  <a:pt x="2091786" y="48865"/>
                  <a:pt x="2084166" y="59819"/>
                  <a:pt x="2072070" y="57342"/>
                </a:cubicBezTo>
                <a:lnTo>
                  <a:pt x="2081595" y="53914"/>
                </a:lnTo>
                <a:cubicBezTo>
                  <a:pt x="2073965" y="53008"/>
                  <a:pt x="2066231" y="53923"/>
                  <a:pt x="2059020" y="56580"/>
                </a:cubicBezTo>
                <a:cubicBezTo>
                  <a:pt x="2058544" y="54485"/>
                  <a:pt x="2068260" y="45627"/>
                  <a:pt x="2062735" y="43055"/>
                </a:cubicBezTo>
                <a:cubicBezTo>
                  <a:pt x="2040732" y="41912"/>
                  <a:pt x="2020349" y="53723"/>
                  <a:pt x="2021682" y="60104"/>
                </a:cubicBezTo>
                <a:lnTo>
                  <a:pt x="2055020" y="53437"/>
                </a:lnTo>
                <a:cubicBezTo>
                  <a:pt x="2056163" y="58771"/>
                  <a:pt x="2031398" y="58771"/>
                  <a:pt x="2032732" y="65248"/>
                </a:cubicBezTo>
                <a:lnTo>
                  <a:pt x="2002061" y="63343"/>
                </a:lnTo>
                <a:cubicBezTo>
                  <a:pt x="2005966" y="63152"/>
                  <a:pt x="2017777" y="61629"/>
                  <a:pt x="2013110" y="58676"/>
                </a:cubicBezTo>
                <a:cubicBezTo>
                  <a:pt x="1999966" y="58961"/>
                  <a:pt x="2006347" y="57723"/>
                  <a:pt x="1997489" y="55247"/>
                </a:cubicBezTo>
                <a:cubicBezTo>
                  <a:pt x="2016063" y="46208"/>
                  <a:pt x="2033703" y="35359"/>
                  <a:pt x="2050162" y="22862"/>
                </a:cubicBezTo>
                <a:lnTo>
                  <a:pt x="2034255" y="26481"/>
                </a:lnTo>
                <a:lnTo>
                  <a:pt x="2030350" y="23338"/>
                </a:lnTo>
                <a:cubicBezTo>
                  <a:pt x="2009681" y="27529"/>
                  <a:pt x="1991107" y="48484"/>
                  <a:pt x="1985678" y="53914"/>
                </a:cubicBezTo>
                <a:cubicBezTo>
                  <a:pt x="1973772" y="52580"/>
                  <a:pt x="1977963" y="41150"/>
                  <a:pt x="1980725" y="38959"/>
                </a:cubicBezTo>
                <a:cubicBezTo>
                  <a:pt x="1957484" y="38388"/>
                  <a:pt x="1957770" y="55056"/>
                  <a:pt x="1934243" y="53437"/>
                </a:cubicBezTo>
                <a:lnTo>
                  <a:pt x="1943101" y="55913"/>
                </a:lnTo>
                <a:cubicBezTo>
                  <a:pt x="1937482" y="56866"/>
                  <a:pt x="1917383" y="54770"/>
                  <a:pt x="1919479" y="56866"/>
                </a:cubicBezTo>
                <a:cubicBezTo>
                  <a:pt x="1914812" y="54199"/>
                  <a:pt x="1910621" y="46674"/>
                  <a:pt x="1915764" y="44674"/>
                </a:cubicBezTo>
                <a:lnTo>
                  <a:pt x="1895000" y="55437"/>
                </a:lnTo>
                <a:cubicBezTo>
                  <a:pt x="1898048" y="54294"/>
                  <a:pt x="1896047" y="45150"/>
                  <a:pt x="1897286" y="43531"/>
                </a:cubicBezTo>
                <a:cubicBezTo>
                  <a:pt x="1888999" y="43150"/>
                  <a:pt x="1883094" y="54104"/>
                  <a:pt x="1888332" y="55533"/>
                </a:cubicBezTo>
                <a:cubicBezTo>
                  <a:pt x="1879455" y="53028"/>
                  <a:pt x="1870911" y="49446"/>
                  <a:pt x="1862901" y="44865"/>
                </a:cubicBezTo>
                <a:cubicBezTo>
                  <a:pt x="1858043" y="45436"/>
                  <a:pt x="1863281" y="54580"/>
                  <a:pt x="1866806" y="55533"/>
                </a:cubicBezTo>
                <a:cubicBezTo>
                  <a:pt x="1859424" y="57323"/>
                  <a:pt x="1851709" y="57323"/>
                  <a:pt x="1844327" y="55533"/>
                </a:cubicBezTo>
                <a:cubicBezTo>
                  <a:pt x="1862234" y="51627"/>
                  <a:pt x="1849280" y="35054"/>
                  <a:pt x="1852709" y="28101"/>
                </a:cubicBezTo>
                <a:lnTo>
                  <a:pt x="1814323" y="55913"/>
                </a:lnTo>
                <a:cubicBezTo>
                  <a:pt x="1816295" y="52342"/>
                  <a:pt x="1817705" y="48484"/>
                  <a:pt x="1818514" y="44483"/>
                </a:cubicBezTo>
                <a:cubicBezTo>
                  <a:pt x="1816895" y="48532"/>
                  <a:pt x="1804989" y="50842"/>
                  <a:pt x="1790761" y="51997"/>
                </a:cubicBezTo>
                <a:lnTo>
                  <a:pt x="1752319" y="52535"/>
                </a:lnTo>
                <a:lnTo>
                  <a:pt x="1745946" y="49377"/>
                </a:lnTo>
                <a:cubicBezTo>
                  <a:pt x="1740862" y="48817"/>
                  <a:pt x="1734266" y="48960"/>
                  <a:pt x="1730408" y="50389"/>
                </a:cubicBezTo>
                <a:cubicBezTo>
                  <a:pt x="1731741" y="49151"/>
                  <a:pt x="1733456" y="49151"/>
                  <a:pt x="1736790" y="49151"/>
                </a:cubicBezTo>
                <a:cubicBezTo>
                  <a:pt x="1722216" y="43055"/>
                  <a:pt x="1717930" y="61438"/>
                  <a:pt x="1703166" y="54294"/>
                </a:cubicBezTo>
                <a:cubicBezTo>
                  <a:pt x="1716501" y="55056"/>
                  <a:pt x="1719168" y="51722"/>
                  <a:pt x="1718501" y="48580"/>
                </a:cubicBezTo>
                <a:cubicBezTo>
                  <a:pt x="1707548" y="51818"/>
                  <a:pt x="1682021" y="48580"/>
                  <a:pt x="1687355" y="58105"/>
                </a:cubicBezTo>
                <a:cubicBezTo>
                  <a:pt x="1680307" y="56104"/>
                  <a:pt x="1674020" y="57342"/>
                  <a:pt x="1674591" y="52485"/>
                </a:cubicBezTo>
                <a:lnTo>
                  <a:pt x="1647541" y="58199"/>
                </a:lnTo>
                <a:cubicBezTo>
                  <a:pt x="1649540" y="57247"/>
                  <a:pt x="1651350" y="54390"/>
                  <a:pt x="1643445" y="53723"/>
                </a:cubicBezTo>
                <a:cubicBezTo>
                  <a:pt x="1658970" y="55056"/>
                  <a:pt x="1673639" y="46103"/>
                  <a:pt x="1681545" y="52389"/>
                </a:cubicBezTo>
                <a:cubicBezTo>
                  <a:pt x="1682021" y="46484"/>
                  <a:pt x="1676306" y="43340"/>
                  <a:pt x="1683545" y="38292"/>
                </a:cubicBezTo>
                <a:cubicBezTo>
                  <a:pt x="1654303" y="41150"/>
                  <a:pt x="1638301" y="51151"/>
                  <a:pt x="1619918" y="58009"/>
                </a:cubicBezTo>
                <a:lnTo>
                  <a:pt x="1594200" y="53818"/>
                </a:lnTo>
                <a:lnTo>
                  <a:pt x="1593057" y="56485"/>
                </a:lnTo>
                <a:lnTo>
                  <a:pt x="1588581" y="49723"/>
                </a:lnTo>
                <a:cubicBezTo>
                  <a:pt x="1585342" y="51246"/>
                  <a:pt x="1583247" y="52485"/>
                  <a:pt x="1582675" y="51913"/>
                </a:cubicBezTo>
                <a:cubicBezTo>
                  <a:pt x="1582104" y="51342"/>
                  <a:pt x="1582865" y="50484"/>
                  <a:pt x="1584199" y="49436"/>
                </a:cubicBezTo>
                <a:cubicBezTo>
                  <a:pt x="1581970" y="49646"/>
                  <a:pt x="1579789" y="50199"/>
                  <a:pt x="1577722" y="51056"/>
                </a:cubicBezTo>
                <a:cubicBezTo>
                  <a:pt x="1576579" y="47531"/>
                  <a:pt x="1581246" y="43436"/>
                  <a:pt x="1586104" y="39721"/>
                </a:cubicBezTo>
                <a:cubicBezTo>
                  <a:pt x="1588390" y="40959"/>
                  <a:pt x="1590771" y="42293"/>
                  <a:pt x="1593153" y="43436"/>
                </a:cubicBezTo>
                <a:cubicBezTo>
                  <a:pt x="1598201" y="39721"/>
                  <a:pt x="1601915" y="36197"/>
                  <a:pt x="1594867" y="33911"/>
                </a:cubicBezTo>
                <a:lnTo>
                  <a:pt x="1591247" y="35340"/>
                </a:lnTo>
                <a:cubicBezTo>
                  <a:pt x="1594105" y="32863"/>
                  <a:pt x="1596391" y="30768"/>
                  <a:pt x="1594105" y="29720"/>
                </a:cubicBezTo>
                <a:lnTo>
                  <a:pt x="1574389" y="33054"/>
                </a:lnTo>
                <a:cubicBezTo>
                  <a:pt x="1577665" y="34549"/>
                  <a:pt x="1580846" y="36235"/>
                  <a:pt x="1583914" y="38102"/>
                </a:cubicBezTo>
                <a:cubicBezTo>
                  <a:pt x="1571531" y="42960"/>
                  <a:pt x="1557529" y="47913"/>
                  <a:pt x="1568483" y="52485"/>
                </a:cubicBezTo>
                <a:lnTo>
                  <a:pt x="1553529" y="48484"/>
                </a:lnTo>
                <a:cubicBezTo>
                  <a:pt x="1541956" y="53284"/>
                  <a:pt x="1529878" y="56761"/>
                  <a:pt x="1517524" y="58866"/>
                </a:cubicBezTo>
                <a:cubicBezTo>
                  <a:pt x="1516381" y="56485"/>
                  <a:pt x="1522096" y="54485"/>
                  <a:pt x="1518191" y="52771"/>
                </a:cubicBezTo>
                <a:cubicBezTo>
                  <a:pt x="1502570" y="60104"/>
                  <a:pt x="1480091" y="43912"/>
                  <a:pt x="1476662" y="50579"/>
                </a:cubicBezTo>
                <a:cubicBezTo>
                  <a:pt x="1464089" y="52294"/>
                  <a:pt x="1471423" y="56485"/>
                  <a:pt x="1463422" y="58390"/>
                </a:cubicBezTo>
                <a:cubicBezTo>
                  <a:pt x="1463803" y="57628"/>
                  <a:pt x="1464565" y="56009"/>
                  <a:pt x="1462184" y="56009"/>
                </a:cubicBezTo>
                <a:lnTo>
                  <a:pt x="1452659" y="60867"/>
                </a:lnTo>
                <a:cubicBezTo>
                  <a:pt x="1448849" y="59057"/>
                  <a:pt x="1461517" y="57438"/>
                  <a:pt x="1450754" y="55342"/>
                </a:cubicBezTo>
                <a:cubicBezTo>
                  <a:pt x="1436314" y="59504"/>
                  <a:pt x="1421207" y="60800"/>
                  <a:pt x="1406272" y="59152"/>
                </a:cubicBezTo>
                <a:cubicBezTo>
                  <a:pt x="1383983" y="60295"/>
                  <a:pt x="1415226" y="68868"/>
                  <a:pt x="1396747" y="67915"/>
                </a:cubicBezTo>
                <a:cubicBezTo>
                  <a:pt x="1393632" y="61657"/>
                  <a:pt x="1387051" y="57895"/>
                  <a:pt x="1380078" y="58390"/>
                </a:cubicBezTo>
                <a:cubicBezTo>
                  <a:pt x="1373982" y="61152"/>
                  <a:pt x="1374840" y="64295"/>
                  <a:pt x="1364457" y="66010"/>
                </a:cubicBezTo>
                <a:lnTo>
                  <a:pt x="1365124" y="59914"/>
                </a:lnTo>
                <a:cubicBezTo>
                  <a:pt x="1355599" y="60200"/>
                  <a:pt x="1347884" y="61343"/>
                  <a:pt x="1347884" y="56676"/>
                </a:cubicBezTo>
                <a:cubicBezTo>
                  <a:pt x="1342302" y="58838"/>
                  <a:pt x="1336187" y="59266"/>
                  <a:pt x="1330358" y="57914"/>
                </a:cubicBezTo>
                <a:cubicBezTo>
                  <a:pt x="1315880" y="61057"/>
                  <a:pt x="1341026" y="70201"/>
                  <a:pt x="1344455" y="72582"/>
                </a:cubicBezTo>
                <a:cubicBezTo>
                  <a:pt x="1330167" y="67724"/>
                  <a:pt x="1320261" y="70392"/>
                  <a:pt x="1312165" y="63057"/>
                </a:cubicBezTo>
                <a:lnTo>
                  <a:pt x="1324834" y="61438"/>
                </a:lnTo>
                <a:cubicBezTo>
                  <a:pt x="1297878" y="53914"/>
                  <a:pt x="1299211" y="70106"/>
                  <a:pt x="1286734" y="57152"/>
                </a:cubicBezTo>
                <a:cubicBezTo>
                  <a:pt x="1295972" y="57628"/>
                  <a:pt x="1307022" y="54390"/>
                  <a:pt x="1301592" y="51056"/>
                </a:cubicBezTo>
                <a:lnTo>
                  <a:pt x="1288257" y="54199"/>
                </a:lnTo>
                <a:cubicBezTo>
                  <a:pt x="1286638" y="52580"/>
                  <a:pt x="1295877" y="53056"/>
                  <a:pt x="1289782" y="51151"/>
                </a:cubicBezTo>
                <a:cubicBezTo>
                  <a:pt x="1284619" y="52961"/>
                  <a:pt x="1279590" y="55123"/>
                  <a:pt x="1274732" y="57628"/>
                </a:cubicBezTo>
                <a:lnTo>
                  <a:pt x="1250633" y="58676"/>
                </a:lnTo>
                <a:cubicBezTo>
                  <a:pt x="1255206" y="58961"/>
                  <a:pt x="1256349" y="56485"/>
                  <a:pt x="1251682" y="56485"/>
                </a:cubicBezTo>
                <a:lnTo>
                  <a:pt x="1235870" y="59628"/>
                </a:lnTo>
                <a:cubicBezTo>
                  <a:pt x="1240728" y="58105"/>
                  <a:pt x="1235774" y="56199"/>
                  <a:pt x="1228631" y="55247"/>
                </a:cubicBezTo>
                <a:cubicBezTo>
                  <a:pt x="1208248" y="53247"/>
                  <a:pt x="1212343" y="68963"/>
                  <a:pt x="1196531" y="62772"/>
                </a:cubicBezTo>
                <a:cubicBezTo>
                  <a:pt x="1198817" y="62867"/>
                  <a:pt x="1199199" y="62296"/>
                  <a:pt x="1201485" y="62296"/>
                </a:cubicBezTo>
                <a:lnTo>
                  <a:pt x="1193389" y="59533"/>
                </a:lnTo>
                <a:cubicBezTo>
                  <a:pt x="1191293" y="72487"/>
                  <a:pt x="1145478" y="60867"/>
                  <a:pt x="1143668" y="73820"/>
                </a:cubicBezTo>
                <a:cubicBezTo>
                  <a:pt x="1132142" y="68296"/>
                  <a:pt x="1142906" y="70392"/>
                  <a:pt x="1157765" y="64295"/>
                </a:cubicBezTo>
                <a:lnTo>
                  <a:pt x="1149934" y="61928"/>
                </a:lnTo>
                <a:lnTo>
                  <a:pt x="1158908" y="60867"/>
                </a:lnTo>
                <a:cubicBezTo>
                  <a:pt x="1154431" y="61086"/>
                  <a:pt x="1149945" y="60990"/>
                  <a:pt x="1145478" y="60581"/>
                </a:cubicBezTo>
                <a:lnTo>
                  <a:pt x="1149934" y="61928"/>
                </a:lnTo>
                <a:lnTo>
                  <a:pt x="1118617" y="65629"/>
                </a:lnTo>
                <a:cubicBezTo>
                  <a:pt x="1112426" y="63819"/>
                  <a:pt x="1123475" y="55913"/>
                  <a:pt x="1105854" y="58105"/>
                </a:cubicBezTo>
                <a:cubicBezTo>
                  <a:pt x="1080993" y="60581"/>
                  <a:pt x="1110616" y="67534"/>
                  <a:pt x="1095662" y="69058"/>
                </a:cubicBezTo>
                <a:lnTo>
                  <a:pt x="1084803" y="62296"/>
                </a:lnTo>
                <a:cubicBezTo>
                  <a:pt x="1065753" y="67724"/>
                  <a:pt x="1051466" y="63152"/>
                  <a:pt x="1035369" y="62296"/>
                </a:cubicBezTo>
                <a:cubicBezTo>
                  <a:pt x="1033102" y="62410"/>
                  <a:pt x="1030911" y="63096"/>
                  <a:pt x="1028987" y="64295"/>
                </a:cubicBezTo>
                <a:cubicBezTo>
                  <a:pt x="1011842" y="61343"/>
                  <a:pt x="993078" y="70772"/>
                  <a:pt x="980124" y="68582"/>
                </a:cubicBezTo>
                <a:cubicBezTo>
                  <a:pt x="983172" y="67248"/>
                  <a:pt x="972694" y="64391"/>
                  <a:pt x="971170" y="62772"/>
                </a:cubicBezTo>
                <a:lnTo>
                  <a:pt x="947834" y="66867"/>
                </a:lnTo>
                <a:cubicBezTo>
                  <a:pt x="958216" y="64962"/>
                  <a:pt x="957740" y="61152"/>
                  <a:pt x="959645" y="57342"/>
                </a:cubicBezTo>
                <a:cubicBezTo>
                  <a:pt x="954358" y="58085"/>
                  <a:pt x="949110" y="59104"/>
                  <a:pt x="943929" y="60390"/>
                </a:cubicBezTo>
                <a:cubicBezTo>
                  <a:pt x="946976" y="59057"/>
                  <a:pt x="950024" y="57628"/>
                  <a:pt x="946119" y="55913"/>
                </a:cubicBezTo>
                <a:lnTo>
                  <a:pt x="921640" y="62296"/>
                </a:lnTo>
                <a:cubicBezTo>
                  <a:pt x="923802" y="62943"/>
                  <a:pt x="926050" y="63296"/>
                  <a:pt x="928308" y="63343"/>
                </a:cubicBezTo>
                <a:cubicBezTo>
                  <a:pt x="918811" y="64772"/>
                  <a:pt x="909143" y="64543"/>
                  <a:pt x="899733" y="62676"/>
                </a:cubicBezTo>
                <a:cubicBezTo>
                  <a:pt x="900495" y="61152"/>
                  <a:pt x="903448" y="59819"/>
                  <a:pt x="904209" y="58295"/>
                </a:cubicBezTo>
                <a:cubicBezTo>
                  <a:pt x="909162" y="61447"/>
                  <a:pt x="915668" y="60514"/>
                  <a:pt x="919545" y="56104"/>
                </a:cubicBezTo>
                <a:cubicBezTo>
                  <a:pt x="902685" y="56676"/>
                  <a:pt x="915354" y="55056"/>
                  <a:pt x="907257" y="52389"/>
                </a:cubicBezTo>
                <a:cubicBezTo>
                  <a:pt x="895351" y="52485"/>
                  <a:pt x="890398" y="57628"/>
                  <a:pt x="893541" y="60867"/>
                </a:cubicBezTo>
                <a:cubicBezTo>
                  <a:pt x="883121" y="58647"/>
                  <a:pt x="872301" y="59104"/>
                  <a:pt x="862109" y="62200"/>
                </a:cubicBezTo>
                <a:lnTo>
                  <a:pt x="864681" y="57056"/>
                </a:lnTo>
                <a:lnTo>
                  <a:pt x="852108" y="58676"/>
                </a:lnTo>
                <a:lnTo>
                  <a:pt x="862300" y="52294"/>
                </a:lnTo>
                <a:cubicBezTo>
                  <a:pt x="838106" y="48770"/>
                  <a:pt x="857822" y="61247"/>
                  <a:pt x="830962" y="58295"/>
                </a:cubicBezTo>
                <a:lnTo>
                  <a:pt x="830962" y="53723"/>
                </a:lnTo>
                <a:cubicBezTo>
                  <a:pt x="820675" y="55437"/>
                  <a:pt x="817056" y="63248"/>
                  <a:pt x="809055" y="57723"/>
                </a:cubicBezTo>
                <a:cubicBezTo>
                  <a:pt x="798958" y="60486"/>
                  <a:pt x="826199" y="64200"/>
                  <a:pt x="802578" y="65153"/>
                </a:cubicBezTo>
                <a:cubicBezTo>
                  <a:pt x="796234" y="62476"/>
                  <a:pt x="789519" y="60771"/>
                  <a:pt x="782670" y="60104"/>
                </a:cubicBezTo>
                <a:cubicBezTo>
                  <a:pt x="775146" y="62200"/>
                  <a:pt x="788481" y="65534"/>
                  <a:pt x="793243" y="64867"/>
                </a:cubicBezTo>
                <a:cubicBezTo>
                  <a:pt x="757620" y="67153"/>
                  <a:pt x="771145" y="49341"/>
                  <a:pt x="739331" y="55342"/>
                </a:cubicBezTo>
                <a:cubicBezTo>
                  <a:pt x="750285" y="58676"/>
                  <a:pt x="730283" y="64105"/>
                  <a:pt x="756000" y="64105"/>
                </a:cubicBezTo>
                <a:cubicBezTo>
                  <a:pt x="743713" y="66772"/>
                  <a:pt x="731807" y="57438"/>
                  <a:pt x="718948" y="62486"/>
                </a:cubicBezTo>
                <a:lnTo>
                  <a:pt x="727330" y="56580"/>
                </a:lnTo>
                <a:cubicBezTo>
                  <a:pt x="723082" y="56856"/>
                  <a:pt x="718910" y="57790"/>
                  <a:pt x="714947" y="59343"/>
                </a:cubicBezTo>
                <a:lnTo>
                  <a:pt x="715995" y="54770"/>
                </a:lnTo>
                <a:cubicBezTo>
                  <a:pt x="700184" y="62772"/>
                  <a:pt x="686563" y="51056"/>
                  <a:pt x="677038" y="61438"/>
                </a:cubicBezTo>
                <a:cubicBezTo>
                  <a:pt x="683610" y="53247"/>
                  <a:pt x="665227" y="61914"/>
                  <a:pt x="658940" y="58676"/>
                </a:cubicBezTo>
                <a:cubicBezTo>
                  <a:pt x="671990" y="52961"/>
                  <a:pt x="696374" y="58866"/>
                  <a:pt x="698089" y="51342"/>
                </a:cubicBezTo>
                <a:cubicBezTo>
                  <a:pt x="691992" y="49056"/>
                  <a:pt x="686563" y="52771"/>
                  <a:pt x="680753" y="50484"/>
                </a:cubicBezTo>
                <a:cubicBezTo>
                  <a:pt x="684849" y="49608"/>
                  <a:pt x="688773" y="48065"/>
                  <a:pt x="692373" y="45912"/>
                </a:cubicBezTo>
                <a:cubicBezTo>
                  <a:pt x="672276" y="41626"/>
                  <a:pt x="660846" y="50389"/>
                  <a:pt x="648654" y="52389"/>
                </a:cubicBezTo>
                <a:lnTo>
                  <a:pt x="670180" y="50675"/>
                </a:lnTo>
                <a:cubicBezTo>
                  <a:pt x="668465" y="57819"/>
                  <a:pt x="660465" y="51913"/>
                  <a:pt x="654464" y="57819"/>
                </a:cubicBezTo>
                <a:cubicBezTo>
                  <a:pt x="643701" y="53818"/>
                  <a:pt x="635319" y="59628"/>
                  <a:pt x="626556" y="57152"/>
                </a:cubicBezTo>
                <a:cubicBezTo>
                  <a:pt x="628842" y="57247"/>
                  <a:pt x="629032" y="56485"/>
                  <a:pt x="631318" y="56485"/>
                </a:cubicBezTo>
                <a:cubicBezTo>
                  <a:pt x="607887" y="56676"/>
                  <a:pt x="601219" y="45150"/>
                  <a:pt x="592075" y="44198"/>
                </a:cubicBezTo>
                <a:cubicBezTo>
                  <a:pt x="582931" y="43246"/>
                  <a:pt x="565596" y="47341"/>
                  <a:pt x="571882" y="50484"/>
                </a:cubicBezTo>
                <a:cubicBezTo>
                  <a:pt x="564357" y="52580"/>
                  <a:pt x="603029" y="48484"/>
                  <a:pt x="589599" y="58009"/>
                </a:cubicBezTo>
                <a:cubicBezTo>
                  <a:pt x="576263" y="46770"/>
                  <a:pt x="562071" y="62296"/>
                  <a:pt x="532925" y="54580"/>
                </a:cubicBezTo>
                <a:cubicBezTo>
                  <a:pt x="545689" y="50484"/>
                  <a:pt x="525400" y="48103"/>
                  <a:pt x="536830" y="45055"/>
                </a:cubicBezTo>
                <a:cubicBezTo>
                  <a:pt x="529524" y="44741"/>
                  <a:pt x="522314" y="46770"/>
                  <a:pt x="516256" y="50865"/>
                </a:cubicBezTo>
                <a:lnTo>
                  <a:pt x="512065" y="47341"/>
                </a:lnTo>
                <a:cubicBezTo>
                  <a:pt x="493873" y="55247"/>
                  <a:pt x="507779" y="54294"/>
                  <a:pt x="480251" y="58581"/>
                </a:cubicBezTo>
                <a:cubicBezTo>
                  <a:pt x="489491" y="55818"/>
                  <a:pt x="469203" y="53437"/>
                  <a:pt x="476251" y="50961"/>
                </a:cubicBezTo>
                <a:cubicBezTo>
                  <a:pt x="469269" y="50618"/>
                  <a:pt x="462278" y="51618"/>
                  <a:pt x="455677" y="53914"/>
                </a:cubicBezTo>
                <a:lnTo>
                  <a:pt x="456629" y="53437"/>
                </a:lnTo>
                <a:cubicBezTo>
                  <a:pt x="428817" y="55247"/>
                  <a:pt x="433865" y="48960"/>
                  <a:pt x="408528" y="52865"/>
                </a:cubicBezTo>
                <a:lnTo>
                  <a:pt x="411100" y="54961"/>
                </a:lnTo>
                <a:cubicBezTo>
                  <a:pt x="377763" y="60771"/>
                  <a:pt x="335948" y="57056"/>
                  <a:pt x="301563" y="59724"/>
                </a:cubicBezTo>
                <a:lnTo>
                  <a:pt x="313659" y="61438"/>
                </a:lnTo>
                <a:cubicBezTo>
                  <a:pt x="309945" y="60295"/>
                  <a:pt x="290513" y="64772"/>
                  <a:pt x="279846" y="61438"/>
                </a:cubicBezTo>
                <a:cubicBezTo>
                  <a:pt x="282417" y="60924"/>
                  <a:pt x="285036" y="60638"/>
                  <a:pt x="287656" y="60581"/>
                </a:cubicBezTo>
                <a:cubicBezTo>
                  <a:pt x="287370" y="58199"/>
                  <a:pt x="283179" y="54675"/>
                  <a:pt x="274892" y="54104"/>
                </a:cubicBezTo>
                <a:lnTo>
                  <a:pt x="271749" y="57723"/>
                </a:lnTo>
                <a:lnTo>
                  <a:pt x="268415" y="54866"/>
                </a:lnTo>
                <a:cubicBezTo>
                  <a:pt x="255842" y="54866"/>
                  <a:pt x="272130" y="60009"/>
                  <a:pt x="259557" y="60009"/>
                </a:cubicBezTo>
                <a:cubicBezTo>
                  <a:pt x="252223" y="49436"/>
                  <a:pt x="205360" y="58961"/>
                  <a:pt x="194501" y="49436"/>
                </a:cubicBezTo>
                <a:cubicBezTo>
                  <a:pt x="185929" y="57438"/>
                  <a:pt x="218409" y="50579"/>
                  <a:pt x="208884" y="57438"/>
                </a:cubicBezTo>
                <a:cubicBezTo>
                  <a:pt x="204522" y="55609"/>
                  <a:pt x="199883" y="54551"/>
                  <a:pt x="195168" y="54294"/>
                </a:cubicBezTo>
                <a:lnTo>
                  <a:pt x="198026" y="58771"/>
                </a:lnTo>
                <a:cubicBezTo>
                  <a:pt x="159926" y="56199"/>
                  <a:pt x="145353" y="52389"/>
                  <a:pt x="111444" y="53342"/>
                </a:cubicBezTo>
                <a:lnTo>
                  <a:pt x="112873" y="52294"/>
                </a:lnTo>
                <a:cubicBezTo>
                  <a:pt x="104795" y="49979"/>
                  <a:pt x="96118" y="51075"/>
                  <a:pt x="88869" y="55342"/>
                </a:cubicBezTo>
                <a:cubicBezTo>
                  <a:pt x="86393" y="53151"/>
                  <a:pt x="95060" y="52104"/>
                  <a:pt x="90393" y="50294"/>
                </a:cubicBezTo>
                <a:cubicBezTo>
                  <a:pt x="69153" y="61819"/>
                  <a:pt x="47912" y="41817"/>
                  <a:pt x="34958" y="49818"/>
                </a:cubicBezTo>
                <a:cubicBezTo>
                  <a:pt x="36577" y="40769"/>
                  <a:pt x="8859" y="32006"/>
                  <a:pt x="20385" y="24957"/>
                </a:cubicBezTo>
                <a:close/>
                <a:moveTo>
                  <a:pt x="0" y="20004"/>
                </a:moveTo>
                <a:lnTo>
                  <a:pt x="5906" y="14479"/>
                </a:lnTo>
                <a:lnTo>
                  <a:pt x="8192" y="20575"/>
                </a:lnTo>
                <a:cubicBezTo>
                  <a:pt x="6573" y="19241"/>
                  <a:pt x="2191" y="19718"/>
                  <a:pt x="0" y="20004"/>
                </a:cubicBezTo>
                <a:close/>
              </a:path>
            </a:pathLst>
          </a:custGeom>
          <a:gradFill flip="none" rotWithShape="1">
            <a:gsLst>
              <a:gs pos="0">
                <a:srgbClr val="BA1011"/>
              </a:gs>
              <a:gs pos="100000">
                <a:srgbClr val="690D0E">
                  <a:alpha val="0"/>
                </a:srgbClr>
              </a:gs>
              <a:gs pos="44000">
                <a:srgbClr val="690D0E"/>
              </a:gs>
            </a:gsLst>
            <a:lin ang="0" scaled="1"/>
            <a:tileRect/>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Roboto Regular"/>
              <a:ea typeface="思源黑体 CN Regular"/>
              <a:cs typeface="+mn-cs"/>
            </a:endParaRPr>
          </a:p>
        </p:txBody>
      </p:sp>
      <p:sp>
        <p:nvSpPr>
          <p:cNvPr id="50" name="任意多边形: 形状 4">
            <a:extLst>
              <a:ext uri="{FF2B5EF4-FFF2-40B4-BE49-F238E27FC236}">
                <a16:creationId xmlns:a16="http://schemas.microsoft.com/office/drawing/2014/main" id="{D4A4310B-42B1-122B-65B8-2DCDC48F630F}"/>
              </a:ext>
            </a:extLst>
          </p:cNvPr>
          <p:cNvSpPr/>
          <p:nvPr/>
        </p:nvSpPr>
        <p:spPr>
          <a:xfrm rot="5400000">
            <a:off x="3177653" y="2780662"/>
            <a:ext cx="2050702" cy="45719"/>
          </a:xfrm>
          <a:custGeom>
            <a:avLst/>
            <a:gdLst>
              <a:gd name="connsiteX0" fmla="*/ 2974276 w 2978753"/>
              <a:gd name="connsiteY0" fmla="*/ 12098 h 73820"/>
              <a:gd name="connsiteX1" fmla="*/ 2978753 w 2978753"/>
              <a:gd name="connsiteY1" fmla="*/ 9240 h 73820"/>
              <a:gd name="connsiteX2" fmla="*/ 2975229 w 2978753"/>
              <a:gd name="connsiteY2" fmla="*/ 13526 h 73820"/>
              <a:gd name="connsiteX3" fmla="*/ 2974276 w 2978753"/>
              <a:gd name="connsiteY3" fmla="*/ 12098 h 73820"/>
              <a:gd name="connsiteX4" fmla="*/ 2893766 w 2978753"/>
              <a:gd name="connsiteY4" fmla="*/ 25770 h 73820"/>
              <a:gd name="connsiteX5" fmla="*/ 2904529 w 2978753"/>
              <a:gd name="connsiteY5" fmla="*/ 21770 h 73820"/>
              <a:gd name="connsiteX6" fmla="*/ 2903196 w 2978753"/>
              <a:gd name="connsiteY6" fmla="*/ 23485 h 73820"/>
              <a:gd name="connsiteX7" fmla="*/ 2834736 w 2978753"/>
              <a:gd name="connsiteY7" fmla="*/ 22575 h 73820"/>
              <a:gd name="connsiteX8" fmla="*/ 2878932 w 2978753"/>
              <a:gd name="connsiteY8" fmla="*/ 19908 h 73820"/>
              <a:gd name="connsiteX9" fmla="*/ 2873407 w 2978753"/>
              <a:gd name="connsiteY9" fmla="*/ 25432 h 73820"/>
              <a:gd name="connsiteX10" fmla="*/ 2871407 w 2978753"/>
              <a:gd name="connsiteY10" fmla="*/ 23908 h 73820"/>
              <a:gd name="connsiteX11" fmla="*/ 2834736 w 2978753"/>
              <a:gd name="connsiteY11" fmla="*/ 22575 h 73820"/>
              <a:gd name="connsiteX12" fmla="*/ 2831306 w 2978753"/>
              <a:gd name="connsiteY12" fmla="*/ 29622 h 73820"/>
              <a:gd name="connsiteX13" fmla="*/ 2844451 w 2978753"/>
              <a:gd name="connsiteY13" fmla="*/ 29242 h 73820"/>
              <a:gd name="connsiteX14" fmla="*/ 2838354 w 2978753"/>
              <a:gd name="connsiteY14" fmla="*/ 31528 h 73820"/>
              <a:gd name="connsiteX15" fmla="*/ 2798540 w 2978753"/>
              <a:gd name="connsiteY15" fmla="*/ 7811 h 73820"/>
              <a:gd name="connsiteX16" fmla="*/ 2805494 w 2978753"/>
              <a:gd name="connsiteY16" fmla="*/ 8002 h 73820"/>
              <a:gd name="connsiteX17" fmla="*/ 2807018 w 2978753"/>
              <a:gd name="connsiteY17" fmla="*/ 8668 h 73820"/>
              <a:gd name="connsiteX18" fmla="*/ 2798540 w 2978753"/>
              <a:gd name="connsiteY18" fmla="*/ 7811 h 73820"/>
              <a:gd name="connsiteX19" fmla="*/ 2784635 w 2978753"/>
              <a:gd name="connsiteY19" fmla="*/ 12383 h 73820"/>
              <a:gd name="connsiteX20" fmla="*/ 2787301 w 2978753"/>
              <a:gd name="connsiteY20" fmla="*/ 17146 h 73820"/>
              <a:gd name="connsiteX21" fmla="*/ 2784635 w 2978753"/>
              <a:gd name="connsiteY21" fmla="*/ 12383 h 73820"/>
              <a:gd name="connsiteX22" fmla="*/ 2772442 w 2978753"/>
              <a:gd name="connsiteY22" fmla="*/ 9525 h 73820"/>
              <a:gd name="connsiteX23" fmla="*/ 2774728 w 2978753"/>
              <a:gd name="connsiteY23" fmla="*/ 4096 h 73820"/>
              <a:gd name="connsiteX24" fmla="*/ 2781967 w 2978753"/>
              <a:gd name="connsiteY24" fmla="*/ 7144 h 73820"/>
              <a:gd name="connsiteX25" fmla="*/ 2768442 w 2978753"/>
              <a:gd name="connsiteY25" fmla="*/ 13431 h 73820"/>
              <a:gd name="connsiteX26" fmla="*/ 2778728 w 2978753"/>
              <a:gd name="connsiteY26" fmla="*/ 11335 h 73820"/>
              <a:gd name="connsiteX27" fmla="*/ 2773109 w 2978753"/>
              <a:gd name="connsiteY27" fmla="*/ 12669 h 73820"/>
              <a:gd name="connsiteX28" fmla="*/ 2768442 w 2978753"/>
              <a:gd name="connsiteY28" fmla="*/ 13431 h 73820"/>
              <a:gd name="connsiteX29" fmla="*/ 2759083 w 2978753"/>
              <a:gd name="connsiteY29" fmla="*/ 22912 h 73820"/>
              <a:gd name="connsiteX30" fmla="*/ 2779467 w 2978753"/>
              <a:gd name="connsiteY30" fmla="*/ 17578 h 73820"/>
              <a:gd name="connsiteX31" fmla="*/ 2762417 w 2978753"/>
              <a:gd name="connsiteY31" fmla="*/ 22817 h 73820"/>
              <a:gd name="connsiteX32" fmla="*/ 2713768 w 2978753"/>
              <a:gd name="connsiteY32" fmla="*/ 6001 h 73820"/>
              <a:gd name="connsiteX33" fmla="*/ 2724626 w 2978753"/>
              <a:gd name="connsiteY33" fmla="*/ 10001 h 73820"/>
              <a:gd name="connsiteX34" fmla="*/ 2717673 w 2978753"/>
              <a:gd name="connsiteY34" fmla="*/ 11716 h 73820"/>
              <a:gd name="connsiteX35" fmla="*/ 2713768 w 2978753"/>
              <a:gd name="connsiteY35" fmla="*/ 6001 h 73820"/>
              <a:gd name="connsiteX36" fmla="*/ 2697290 w 2978753"/>
              <a:gd name="connsiteY36" fmla="*/ 22956 h 73820"/>
              <a:gd name="connsiteX37" fmla="*/ 2715387 w 2978753"/>
              <a:gd name="connsiteY37" fmla="*/ 30004 h 73820"/>
              <a:gd name="connsiteX38" fmla="*/ 2716911 w 2978753"/>
              <a:gd name="connsiteY38" fmla="*/ 29433 h 73820"/>
              <a:gd name="connsiteX39" fmla="*/ 2715768 w 2978753"/>
              <a:gd name="connsiteY39" fmla="*/ 34385 h 73820"/>
              <a:gd name="connsiteX40" fmla="*/ 2715768 w 2978753"/>
              <a:gd name="connsiteY40" fmla="*/ 31052 h 73820"/>
              <a:gd name="connsiteX41" fmla="*/ 2707863 w 2978753"/>
              <a:gd name="connsiteY41" fmla="*/ 32862 h 73820"/>
              <a:gd name="connsiteX42" fmla="*/ 2697290 w 2978753"/>
              <a:gd name="connsiteY42" fmla="*/ 22956 h 73820"/>
              <a:gd name="connsiteX43" fmla="*/ 2695671 w 2978753"/>
              <a:gd name="connsiteY43" fmla="*/ 18574 h 73820"/>
              <a:gd name="connsiteX44" fmla="*/ 2707481 w 2978753"/>
              <a:gd name="connsiteY44" fmla="*/ 15717 h 73820"/>
              <a:gd name="connsiteX45" fmla="*/ 2706719 w 2978753"/>
              <a:gd name="connsiteY45" fmla="*/ 19527 h 73820"/>
              <a:gd name="connsiteX46" fmla="*/ 2690789 w 2978753"/>
              <a:gd name="connsiteY46" fmla="*/ 20721 h 73820"/>
              <a:gd name="connsiteX47" fmla="*/ 2692122 w 2978753"/>
              <a:gd name="connsiteY47" fmla="*/ 19007 h 73820"/>
              <a:gd name="connsiteX48" fmla="*/ 2696218 w 2978753"/>
              <a:gd name="connsiteY48" fmla="*/ 19388 h 73820"/>
              <a:gd name="connsiteX49" fmla="*/ 2681383 w 2978753"/>
              <a:gd name="connsiteY49" fmla="*/ 9049 h 73820"/>
              <a:gd name="connsiteX50" fmla="*/ 2689479 w 2978753"/>
              <a:gd name="connsiteY50" fmla="*/ 13431 h 73820"/>
              <a:gd name="connsiteX51" fmla="*/ 2685478 w 2978753"/>
              <a:gd name="connsiteY51" fmla="*/ 13145 h 73820"/>
              <a:gd name="connsiteX52" fmla="*/ 2670024 w 2978753"/>
              <a:gd name="connsiteY52" fmla="*/ 8339 h 73820"/>
              <a:gd name="connsiteX53" fmla="*/ 2680501 w 2978753"/>
              <a:gd name="connsiteY53" fmla="*/ 3291 h 73820"/>
              <a:gd name="connsiteX54" fmla="*/ 2674596 w 2978753"/>
              <a:gd name="connsiteY54" fmla="*/ 6625 h 73820"/>
              <a:gd name="connsiteX55" fmla="*/ 2651761 w 2978753"/>
              <a:gd name="connsiteY55" fmla="*/ 14670 h 73820"/>
              <a:gd name="connsiteX56" fmla="*/ 2658047 w 2978753"/>
              <a:gd name="connsiteY56" fmla="*/ 12193 h 73820"/>
              <a:gd name="connsiteX57" fmla="*/ 2659666 w 2978753"/>
              <a:gd name="connsiteY57" fmla="*/ 13336 h 73820"/>
              <a:gd name="connsiteX58" fmla="*/ 2651761 w 2978753"/>
              <a:gd name="connsiteY58" fmla="*/ 14670 h 73820"/>
              <a:gd name="connsiteX59" fmla="*/ 2640426 w 2978753"/>
              <a:gd name="connsiteY59" fmla="*/ 26860 h 73820"/>
              <a:gd name="connsiteX60" fmla="*/ 2658142 w 2978753"/>
              <a:gd name="connsiteY60" fmla="*/ 24860 h 73820"/>
              <a:gd name="connsiteX61" fmla="*/ 2649474 w 2978753"/>
              <a:gd name="connsiteY61" fmla="*/ 28289 h 73820"/>
              <a:gd name="connsiteX62" fmla="*/ 2649474 w 2978753"/>
              <a:gd name="connsiteY62" fmla="*/ 30385 h 73820"/>
              <a:gd name="connsiteX63" fmla="*/ 2627281 w 2978753"/>
              <a:gd name="connsiteY63" fmla="*/ 5048 h 73820"/>
              <a:gd name="connsiteX64" fmla="*/ 2646331 w 2978753"/>
              <a:gd name="connsiteY64" fmla="*/ 0 h 73820"/>
              <a:gd name="connsiteX65" fmla="*/ 2647664 w 2978753"/>
              <a:gd name="connsiteY65" fmla="*/ 6382 h 73820"/>
              <a:gd name="connsiteX66" fmla="*/ 2627678 w 2978753"/>
              <a:gd name="connsiteY66" fmla="*/ 5075 h 73820"/>
              <a:gd name="connsiteX67" fmla="*/ 2621281 w 2978753"/>
              <a:gd name="connsiteY67" fmla="*/ 14193 h 73820"/>
              <a:gd name="connsiteX68" fmla="*/ 2637187 w 2978753"/>
              <a:gd name="connsiteY68" fmla="*/ 11907 h 73820"/>
              <a:gd name="connsiteX69" fmla="*/ 2640330 w 2978753"/>
              <a:gd name="connsiteY69" fmla="*/ 15335 h 73820"/>
              <a:gd name="connsiteX70" fmla="*/ 2651760 w 2978753"/>
              <a:gd name="connsiteY70" fmla="*/ 14669 h 73820"/>
              <a:gd name="connsiteX71" fmla="*/ 2641473 w 2978753"/>
              <a:gd name="connsiteY71" fmla="*/ 16097 h 73820"/>
              <a:gd name="connsiteX72" fmla="*/ 2640330 w 2978753"/>
              <a:gd name="connsiteY72" fmla="*/ 15336 h 73820"/>
              <a:gd name="connsiteX73" fmla="*/ 2640331 w 2978753"/>
              <a:gd name="connsiteY73" fmla="*/ 15336 h 73820"/>
              <a:gd name="connsiteX74" fmla="*/ 2621281 w 2978753"/>
              <a:gd name="connsiteY74" fmla="*/ 14193 h 73820"/>
              <a:gd name="connsiteX75" fmla="*/ 2610136 w 2978753"/>
              <a:gd name="connsiteY75" fmla="*/ 12288 h 73820"/>
              <a:gd name="connsiteX76" fmla="*/ 2610612 w 2978753"/>
              <a:gd name="connsiteY76" fmla="*/ 12288 h 73820"/>
              <a:gd name="connsiteX77" fmla="*/ 2610313 w 2978753"/>
              <a:gd name="connsiteY77" fmla="*/ 12319 h 73820"/>
              <a:gd name="connsiteX78" fmla="*/ 2589277 w 2978753"/>
              <a:gd name="connsiteY78" fmla="*/ 14479 h 73820"/>
              <a:gd name="connsiteX79" fmla="*/ 2610313 w 2978753"/>
              <a:gd name="connsiteY79" fmla="*/ 12319 h 73820"/>
              <a:gd name="connsiteX80" fmla="*/ 2610612 w 2978753"/>
              <a:gd name="connsiteY80" fmla="*/ 12371 h 73820"/>
              <a:gd name="connsiteX81" fmla="*/ 2621090 w 2978753"/>
              <a:gd name="connsiteY81" fmla="*/ 14192 h 73820"/>
              <a:gd name="connsiteX82" fmla="*/ 2609565 w 2978753"/>
              <a:gd name="connsiteY82" fmla="*/ 15241 h 73820"/>
              <a:gd name="connsiteX83" fmla="*/ 2619090 w 2978753"/>
              <a:gd name="connsiteY83" fmla="*/ 19812 h 73820"/>
              <a:gd name="connsiteX84" fmla="*/ 2601944 w 2978753"/>
              <a:gd name="connsiteY84" fmla="*/ 25051 h 73820"/>
              <a:gd name="connsiteX85" fmla="*/ 2609660 w 2978753"/>
              <a:gd name="connsiteY85" fmla="*/ 14764 h 73820"/>
              <a:gd name="connsiteX86" fmla="*/ 2589277 w 2978753"/>
              <a:gd name="connsiteY86" fmla="*/ 14479 h 73820"/>
              <a:gd name="connsiteX87" fmla="*/ 2587942 w 2978753"/>
              <a:gd name="connsiteY87" fmla="*/ 37626 h 73820"/>
              <a:gd name="connsiteX88" fmla="*/ 2592324 w 2978753"/>
              <a:gd name="connsiteY88" fmla="*/ 34863 h 73820"/>
              <a:gd name="connsiteX89" fmla="*/ 2592800 w 2978753"/>
              <a:gd name="connsiteY89" fmla="*/ 36958 h 73820"/>
              <a:gd name="connsiteX90" fmla="*/ 2587942 w 2978753"/>
              <a:gd name="connsiteY90" fmla="*/ 37626 h 73820"/>
              <a:gd name="connsiteX91" fmla="*/ 2564416 w 2978753"/>
              <a:gd name="connsiteY91" fmla="*/ 14669 h 73820"/>
              <a:gd name="connsiteX92" fmla="*/ 2573941 w 2978753"/>
              <a:gd name="connsiteY92" fmla="*/ 10097 h 73820"/>
              <a:gd name="connsiteX93" fmla="*/ 2589466 w 2978753"/>
              <a:gd name="connsiteY93" fmla="*/ 15241 h 73820"/>
              <a:gd name="connsiteX94" fmla="*/ 2584990 w 2978753"/>
              <a:gd name="connsiteY94" fmla="*/ 15241 h 73820"/>
              <a:gd name="connsiteX95" fmla="*/ 2586609 w 2978753"/>
              <a:gd name="connsiteY95" fmla="*/ 15145 h 73820"/>
              <a:gd name="connsiteX96" fmla="*/ 2553819 w 2978753"/>
              <a:gd name="connsiteY96" fmla="*/ 14721 h 73820"/>
              <a:gd name="connsiteX97" fmla="*/ 2564106 w 2978753"/>
              <a:gd name="connsiteY97" fmla="*/ 8530 h 73820"/>
              <a:gd name="connsiteX98" fmla="*/ 2561725 w 2978753"/>
              <a:gd name="connsiteY98" fmla="*/ 12912 h 73820"/>
              <a:gd name="connsiteX99" fmla="*/ 2533650 w 2978753"/>
              <a:gd name="connsiteY99" fmla="*/ 38957 h 73820"/>
              <a:gd name="connsiteX100" fmla="*/ 2548890 w 2978753"/>
              <a:gd name="connsiteY100" fmla="*/ 25146 h 73820"/>
              <a:gd name="connsiteX101" fmla="*/ 2567940 w 2978753"/>
              <a:gd name="connsiteY101" fmla="*/ 28480 h 73820"/>
              <a:gd name="connsiteX102" fmla="*/ 2552890 w 2978753"/>
              <a:gd name="connsiteY102" fmla="*/ 20288 h 73820"/>
              <a:gd name="connsiteX103" fmla="*/ 2564129 w 2978753"/>
              <a:gd name="connsiteY103" fmla="*/ 14860 h 73820"/>
              <a:gd name="connsiteX104" fmla="*/ 2563178 w 2978753"/>
              <a:gd name="connsiteY104" fmla="*/ 14098 h 73820"/>
              <a:gd name="connsiteX105" fmla="*/ 2564130 w 2978753"/>
              <a:gd name="connsiteY105" fmla="*/ 14193 h 73820"/>
              <a:gd name="connsiteX106" fmla="*/ 2564130 w 2978753"/>
              <a:gd name="connsiteY106" fmla="*/ 14859 h 73820"/>
              <a:gd name="connsiteX107" fmla="*/ 2564130 w 2978753"/>
              <a:gd name="connsiteY107" fmla="*/ 14859 h 73820"/>
              <a:gd name="connsiteX108" fmla="*/ 2569750 w 2978753"/>
              <a:gd name="connsiteY108" fmla="*/ 37052 h 73820"/>
              <a:gd name="connsiteX109" fmla="*/ 2545651 w 2978753"/>
              <a:gd name="connsiteY109" fmla="*/ 40291 h 73820"/>
              <a:gd name="connsiteX110" fmla="*/ 2546318 w 2978753"/>
              <a:gd name="connsiteY110" fmla="*/ 36481 h 73820"/>
              <a:gd name="connsiteX111" fmla="*/ 2533436 w 2978753"/>
              <a:gd name="connsiteY111" fmla="*/ 11959 h 73820"/>
              <a:gd name="connsiteX112" fmla="*/ 2539532 w 2978753"/>
              <a:gd name="connsiteY112" fmla="*/ 9673 h 73820"/>
              <a:gd name="connsiteX113" fmla="*/ 2538675 w 2978753"/>
              <a:gd name="connsiteY113" fmla="*/ 13388 h 73820"/>
              <a:gd name="connsiteX114" fmla="*/ 2505742 w 2978753"/>
              <a:gd name="connsiteY114" fmla="*/ 24004 h 73820"/>
              <a:gd name="connsiteX115" fmla="*/ 2519458 w 2978753"/>
              <a:gd name="connsiteY115" fmla="*/ 25813 h 73820"/>
              <a:gd name="connsiteX116" fmla="*/ 2520696 w 2978753"/>
              <a:gd name="connsiteY116" fmla="*/ 25813 h 73820"/>
              <a:gd name="connsiteX117" fmla="*/ 2505742 w 2978753"/>
              <a:gd name="connsiteY117" fmla="*/ 24004 h 73820"/>
              <a:gd name="connsiteX118" fmla="*/ 2505527 w 2978753"/>
              <a:gd name="connsiteY118" fmla="*/ 36628 h 73820"/>
              <a:gd name="connsiteX119" fmla="*/ 2509623 w 2978753"/>
              <a:gd name="connsiteY119" fmla="*/ 32723 h 73820"/>
              <a:gd name="connsiteX120" fmla="*/ 2512290 w 2978753"/>
              <a:gd name="connsiteY120" fmla="*/ 37581 h 73820"/>
              <a:gd name="connsiteX121" fmla="*/ 2485263 w 2978753"/>
              <a:gd name="connsiteY121" fmla="*/ 10192 h 73820"/>
              <a:gd name="connsiteX122" fmla="*/ 2495931 w 2978753"/>
              <a:gd name="connsiteY122" fmla="*/ 9049 h 73820"/>
              <a:gd name="connsiteX123" fmla="*/ 2494788 w 2978753"/>
              <a:gd name="connsiteY123" fmla="*/ 11716 h 73820"/>
              <a:gd name="connsiteX124" fmla="*/ 2485263 w 2978753"/>
              <a:gd name="connsiteY124" fmla="*/ 10192 h 73820"/>
              <a:gd name="connsiteX125" fmla="*/ 2484191 w 2978753"/>
              <a:gd name="connsiteY125" fmla="*/ 37677 h 73820"/>
              <a:gd name="connsiteX126" fmla="*/ 2492573 w 2978753"/>
              <a:gd name="connsiteY126" fmla="*/ 37963 h 73820"/>
              <a:gd name="connsiteX127" fmla="*/ 2496097 w 2978753"/>
              <a:gd name="connsiteY127" fmla="*/ 39011 h 73820"/>
              <a:gd name="connsiteX128" fmla="*/ 2452783 w 2978753"/>
              <a:gd name="connsiteY128" fmla="*/ 33243 h 73820"/>
              <a:gd name="connsiteX129" fmla="*/ 2467832 w 2978753"/>
              <a:gd name="connsiteY129" fmla="*/ 32957 h 73820"/>
              <a:gd name="connsiteX130" fmla="*/ 2464689 w 2978753"/>
              <a:gd name="connsiteY130" fmla="*/ 34577 h 73820"/>
              <a:gd name="connsiteX131" fmla="*/ 2438400 w 2978753"/>
              <a:gd name="connsiteY131" fmla="*/ 11050 h 73820"/>
              <a:gd name="connsiteX132" fmla="*/ 2445258 w 2978753"/>
              <a:gd name="connsiteY132" fmla="*/ 10383 h 73820"/>
              <a:gd name="connsiteX133" fmla="*/ 2446401 w 2978753"/>
              <a:gd name="connsiteY133" fmla="*/ 11050 h 73820"/>
              <a:gd name="connsiteX134" fmla="*/ 2438400 w 2978753"/>
              <a:gd name="connsiteY134" fmla="*/ 11050 h 73820"/>
              <a:gd name="connsiteX135" fmla="*/ 2425541 w 2978753"/>
              <a:gd name="connsiteY135" fmla="*/ 11431 h 73820"/>
              <a:gd name="connsiteX136" fmla="*/ 2433352 w 2978753"/>
              <a:gd name="connsiteY136" fmla="*/ 10573 h 73820"/>
              <a:gd name="connsiteX137" fmla="*/ 2429161 w 2978753"/>
              <a:gd name="connsiteY137" fmla="*/ 14002 h 73820"/>
              <a:gd name="connsiteX138" fmla="*/ 2425541 w 2978753"/>
              <a:gd name="connsiteY138" fmla="*/ 11431 h 73820"/>
              <a:gd name="connsiteX139" fmla="*/ 2399730 w 2978753"/>
              <a:gd name="connsiteY139" fmla="*/ 15527 h 73820"/>
              <a:gd name="connsiteX140" fmla="*/ 2408025 w 2978753"/>
              <a:gd name="connsiteY140" fmla="*/ 16552 h 73820"/>
              <a:gd name="connsiteX141" fmla="*/ 2408016 w 2978753"/>
              <a:gd name="connsiteY141" fmla="*/ 16575 h 73820"/>
              <a:gd name="connsiteX142" fmla="*/ 2408207 w 2978753"/>
              <a:gd name="connsiteY142" fmla="*/ 16575 h 73820"/>
              <a:gd name="connsiteX143" fmla="*/ 2408025 w 2978753"/>
              <a:gd name="connsiteY143" fmla="*/ 16552 h 73820"/>
              <a:gd name="connsiteX144" fmla="*/ 2408778 w 2978753"/>
              <a:gd name="connsiteY144" fmla="*/ 14575 h 73820"/>
              <a:gd name="connsiteX145" fmla="*/ 2399730 w 2978753"/>
              <a:gd name="connsiteY145" fmla="*/ 15527 h 73820"/>
              <a:gd name="connsiteX146" fmla="*/ 2358962 w 2978753"/>
              <a:gd name="connsiteY146" fmla="*/ 47626 h 73820"/>
              <a:gd name="connsiteX147" fmla="*/ 2358962 w 2978753"/>
              <a:gd name="connsiteY147" fmla="*/ 41721 h 73820"/>
              <a:gd name="connsiteX148" fmla="*/ 2364676 w 2978753"/>
              <a:gd name="connsiteY148" fmla="*/ 45340 h 73820"/>
              <a:gd name="connsiteX149" fmla="*/ 2312480 w 2978753"/>
              <a:gd name="connsiteY149" fmla="*/ 33624 h 73820"/>
              <a:gd name="connsiteX150" fmla="*/ 2325434 w 2978753"/>
              <a:gd name="connsiteY150" fmla="*/ 32290 h 73820"/>
              <a:gd name="connsiteX151" fmla="*/ 2319528 w 2978753"/>
              <a:gd name="connsiteY151" fmla="*/ 35623 h 73820"/>
              <a:gd name="connsiteX152" fmla="*/ 2312480 w 2978753"/>
              <a:gd name="connsiteY152" fmla="*/ 33624 h 73820"/>
              <a:gd name="connsiteX153" fmla="*/ 2285429 w 2978753"/>
              <a:gd name="connsiteY153" fmla="*/ 11621 h 73820"/>
              <a:gd name="connsiteX154" fmla="*/ 2301716 w 2978753"/>
              <a:gd name="connsiteY154" fmla="*/ 14098 h 73820"/>
              <a:gd name="connsiteX155" fmla="*/ 2285429 w 2978753"/>
              <a:gd name="connsiteY155" fmla="*/ 11621 h 73820"/>
              <a:gd name="connsiteX156" fmla="*/ 2266474 w 2978753"/>
              <a:gd name="connsiteY156" fmla="*/ 11621 h 73820"/>
              <a:gd name="connsiteX157" fmla="*/ 2285428 w 2978753"/>
              <a:gd name="connsiteY157" fmla="*/ 11621 h 73820"/>
              <a:gd name="connsiteX158" fmla="*/ 2269902 w 2978753"/>
              <a:gd name="connsiteY158" fmla="*/ 12574 h 73820"/>
              <a:gd name="connsiteX159" fmla="*/ 2266474 w 2978753"/>
              <a:gd name="connsiteY159" fmla="*/ 11621 h 73820"/>
              <a:gd name="connsiteX160" fmla="*/ 2132243 w 2978753"/>
              <a:gd name="connsiteY160" fmla="*/ 40059 h 73820"/>
              <a:gd name="connsiteX161" fmla="*/ 2135005 w 2978753"/>
              <a:gd name="connsiteY161" fmla="*/ 30342 h 73820"/>
              <a:gd name="connsiteX162" fmla="*/ 2135481 w 2978753"/>
              <a:gd name="connsiteY162" fmla="*/ 40059 h 73820"/>
              <a:gd name="connsiteX163" fmla="*/ 1959424 w 2978753"/>
              <a:gd name="connsiteY163" fmla="*/ 57270 h 73820"/>
              <a:gd name="connsiteX164" fmla="*/ 1969485 w 2978753"/>
              <a:gd name="connsiteY164" fmla="*/ 55056 h 73820"/>
              <a:gd name="connsiteX165" fmla="*/ 1977105 w 2978753"/>
              <a:gd name="connsiteY165" fmla="*/ 59437 h 73820"/>
              <a:gd name="connsiteX166" fmla="*/ 1959578 w 2978753"/>
              <a:gd name="connsiteY166" fmla="*/ 62485 h 73820"/>
              <a:gd name="connsiteX167" fmla="*/ 1959424 w 2978753"/>
              <a:gd name="connsiteY167" fmla="*/ 57270 h 73820"/>
              <a:gd name="connsiteX168" fmla="*/ 1956150 w 2978753"/>
              <a:gd name="connsiteY168" fmla="*/ 8287 h 73820"/>
              <a:gd name="connsiteX169" fmla="*/ 1971390 w 2978753"/>
              <a:gd name="connsiteY169" fmla="*/ 13050 h 73820"/>
              <a:gd name="connsiteX170" fmla="*/ 1958531 w 2978753"/>
              <a:gd name="connsiteY170" fmla="*/ 12383 h 73820"/>
              <a:gd name="connsiteX171" fmla="*/ 1826419 w 2978753"/>
              <a:gd name="connsiteY171" fmla="*/ 59056 h 73820"/>
              <a:gd name="connsiteX172" fmla="*/ 1838039 w 2978753"/>
              <a:gd name="connsiteY172" fmla="*/ 43721 h 73820"/>
              <a:gd name="connsiteX173" fmla="*/ 1843849 w 2978753"/>
              <a:gd name="connsiteY173" fmla="*/ 55627 h 73820"/>
              <a:gd name="connsiteX174" fmla="*/ 1826419 w 2978753"/>
              <a:gd name="connsiteY174" fmla="*/ 59056 h 73820"/>
              <a:gd name="connsiteX175" fmla="*/ 1749077 w 2978753"/>
              <a:gd name="connsiteY175" fmla="*/ 52580 h 73820"/>
              <a:gd name="connsiteX176" fmla="*/ 1752319 w 2978753"/>
              <a:gd name="connsiteY176" fmla="*/ 52535 h 73820"/>
              <a:gd name="connsiteX177" fmla="*/ 1752410 w 2978753"/>
              <a:gd name="connsiteY177" fmla="*/ 52580 h 73820"/>
              <a:gd name="connsiteX178" fmla="*/ 1583246 w 2978753"/>
              <a:gd name="connsiteY178" fmla="*/ 37625 h 73820"/>
              <a:gd name="connsiteX179" fmla="*/ 1590579 w 2978753"/>
              <a:gd name="connsiteY179" fmla="*/ 34862 h 73820"/>
              <a:gd name="connsiteX180" fmla="*/ 1585436 w 2978753"/>
              <a:gd name="connsiteY180" fmla="*/ 38863 h 73820"/>
              <a:gd name="connsiteX181" fmla="*/ 1349693 w 2978753"/>
              <a:gd name="connsiteY181" fmla="*/ 66580 h 73820"/>
              <a:gd name="connsiteX182" fmla="*/ 1358170 w 2978753"/>
              <a:gd name="connsiteY182" fmla="*/ 68580 h 73820"/>
              <a:gd name="connsiteX183" fmla="*/ 1357408 w 2978753"/>
              <a:gd name="connsiteY183" fmla="*/ 70009 h 73820"/>
              <a:gd name="connsiteX184" fmla="*/ 1316642 w 2978753"/>
              <a:gd name="connsiteY184" fmla="*/ 58866 h 73820"/>
              <a:gd name="connsiteX185" fmla="*/ 1329881 w 2978753"/>
              <a:gd name="connsiteY185" fmla="*/ 57628 h 73820"/>
              <a:gd name="connsiteX186" fmla="*/ 1316642 w 2978753"/>
              <a:gd name="connsiteY186" fmla="*/ 58866 h 73820"/>
              <a:gd name="connsiteX187" fmla="*/ 1222034 w 2978753"/>
              <a:gd name="connsiteY187" fmla="*/ 60727 h 73820"/>
              <a:gd name="connsiteX188" fmla="*/ 1226320 w 2978753"/>
              <a:gd name="connsiteY188" fmla="*/ 66347 h 73820"/>
              <a:gd name="connsiteX189" fmla="*/ 1224034 w 2978753"/>
              <a:gd name="connsiteY189" fmla="*/ 66251 h 73820"/>
              <a:gd name="connsiteX190" fmla="*/ 1111091 w 2978753"/>
              <a:gd name="connsiteY190" fmla="*/ 72580 h 73820"/>
              <a:gd name="connsiteX191" fmla="*/ 1125664 w 2978753"/>
              <a:gd name="connsiteY191" fmla="*/ 71819 h 73820"/>
              <a:gd name="connsiteX192" fmla="*/ 1111091 w 2978753"/>
              <a:gd name="connsiteY192" fmla="*/ 72580 h 73820"/>
              <a:gd name="connsiteX193" fmla="*/ 864848 w 2978753"/>
              <a:gd name="connsiteY193" fmla="*/ 30546 h 73820"/>
              <a:gd name="connsiteX194" fmla="*/ 864871 w 2978753"/>
              <a:gd name="connsiteY194" fmla="*/ 30482 h 73820"/>
              <a:gd name="connsiteX195" fmla="*/ 866776 w 2978753"/>
              <a:gd name="connsiteY195" fmla="*/ 31339 h 73820"/>
              <a:gd name="connsiteX196" fmla="*/ 17884 w 2978753"/>
              <a:gd name="connsiteY196" fmla="*/ 12245 h 73820"/>
              <a:gd name="connsiteX197" fmla="*/ 27790 w 2978753"/>
              <a:gd name="connsiteY197" fmla="*/ 14245 h 73820"/>
              <a:gd name="connsiteX198" fmla="*/ 24266 w 2978753"/>
              <a:gd name="connsiteY198" fmla="*/ 15483 h 73820"/>
              <a:gd name="connsiteX199" fmla="*/ 11717 w 2978753"/>
              <a:gd name="connsiteY199" fmla="*/ 26005 h 73820"/>
              <a:gd name="connsiteX200" fmla="*/ 44102 w 2978753"/>
              <a:gd name="connsiteY200" fmla="*/ 19528 h 73820"/>
              <a:gd name="connsiteX201" fmla="*/ 71534 w 2978753"/>
              <a:gd name="connsiteY201" fmla="*/ 25910 h 73820"/>
              <a:gd name="connsiteX202" fmla="*/ 70772 w 2978753"/>
              <a:gd name="connsiteY202" fmla="*/ 19433 h 73820"/>
              <a:gd name="connsiteX203" fmla="*/ 74582 w 2978753"/>
              <a:gd name="connsiteY203" fmla="*/ 15814 h 73820"/>
              <a:gd name="connsiteX204" fmla="*/ 272416 w 2978753"/>
              <a:gd name="connsiteY204" fmla="*/ 24386 h 73820"/>
              <a:gd name="connsiteX205" fmla="*/ 272416 w 2978753"/>
              <a:gd name="connsiteY205" fmla="*/ 20385 h 73820"/>
              <a:gd name="connsiteX206" fmla="*/ 290323 w 2978753"/>
              <a:gd name="connsiteY206" fmla="*/ 16480 h 73820"/>
              <a:gd name="connsiteX207" fmla="*/ 307754 w 2978753"/>
              <a:gd name="connsiteY207" fmla="*/ 24862 h 73820"/>
              <a:gd name="connsiteX208" fmla="*/ 309754 w 2978753"/>
              <a:gd name="connsiteY208" fmla="*/ 18099 h 73820"/>
              <a:gd name="connsiteX209" fmla="*/ 401670 w 2978753"/>
              <a:gd name="connsiteY209" fmla="*/ 19719 h 73820"/>
              <a:gd name="connsiteX210" fmla="*/ 411195 w 2978753"/>
              <a:gd name="connsiteY210" fmla="*/ 27434 h 73820"/>
              <a:gd name="connsiteX211" fmla="*/ 434151 w 2978753"/>
              <a:gd name="connsiteY211" fmla="*/ 17337 h 73820"/>
              <a:gd name="connsiteX212" fmla="*/ 469679 w 2978753"/>
              <a:gd name="connsiteY212" fmla="*/ 32006 h 73820"/>
              <a:gd name="connsiteX213" fmla="*/ 476918 w 2978753"/>
              <a:gd name="connsiteY213" fmla="*/ 25433 h 73820"/>
              <a:gd name="connsiteX214" fmla="*/ 517875 w 2978753"/>
              <a:gd name="connsiteY214" fmla="*/ 22004 h 73820"/>
              <a:gd name="connsiteX215" fmla="*/ 602933 w 2978753"/>
              <a:gd name="connsiteY215" fmla="*/ 28481 h 73820"/>
              <a:gd name="connsiteX216" fmla="*/ 612458 w 2978753"/>
              <a:gd name="connsiteY216" fmla="*/ 22481 h 73820"/>
              <a:gd name="connsiteX217" fmla="*/ 604267 w 2978753"/>
              <a:gd name="connsiteY217" fmla="*/ 16956 h 73820"/>
              <a:gd name="connsiteX218" fmla="*/ 624746 w 2978753"/>
              <a:gd name="connsiteY218" fmla="*/ 17623 h 73820"/>
              <a:gd name="connsiteX219" fmla="*/ 630080 w 2978753"/>
              <a:gd name="connsiteY219" fmla="*/ 17623 h 73820"/>
              <a:gd name="connsiteX220" fmla="*/ 638081 w 2978753"/>
              <a:gd name="connsiteY220" fmla="*/ 22195 h 73820"/>
              <a:gd name="connsiteX221" fmla="*/ 660465 w 2978753"/>
              <a:gd name="connsiteY221" fmla="*/ 16670 h 73820"/>
              <a:gd name="connsiteX222" fmla="*/ 658274 w 2978753"/>
              <a:gd name="connsiteY222" fmla="*/ 15814 h 73820"/>
              <a:gd name="connsiteX223" fmla="*/ 667799 w 2978753"/>
              <a:gd name="connsiteY223" fmla="*/ 15337 h 73820"/>
              <a:gd name="connsiteX224" fmla="*/ 665894 w 2978753"/>
              <a:gd name="connsiteY224" fmla="*/ 23624 h 73820"/>
              <a:gd name="connsiteX225" fmla="*/ 685706 w 2978753"/>
              <a:gd name="connsiteY225" fmla="*/ 18766 h 73820"/>
              <a:gd name="connsiteX226" fmla="*/ 679800 w 2978753"/>
              <a:gd name="connsiteY226" fmla="*/ 23910 h 73820"/>
              <a:gd name="connsiteX227" fmla="*/ 696183 w 2978753"/>
              <a:gd name="connsiteY227" fmla="*/ 23910 h 73820"/>
              <a:gd name="connsiteX228" fmla="*/ 690754 w 2978753"/>
              <a:gd name="connsiteY228" fmla="*/ 16861 h 73820"/>
              <a:gd name="connsiteX229" fmla="*/ 836010 w 2978753"/>
              <a:gd name="connsiteY229" fmla="*/ 21814 h 73820"/>
              <a:gd name="connsiteX230" fmla="*/ 852858 w 2978753"/>
              <a:gd name="connsiteY230" fmla="*/ 25612 h 73820"/>
              <a:gd name="connsiteX231" fmla="*/ 864848 w 2978753"/>
              <a:gd name="connsiteY231" fmla="*/ 30546 h 73820"/>
              <a:gd name="connsiteX232" fmla="*/ 863490 w 2978753"/>
              <a:gd name="connsiteY232" fmla="*/ 34280 h 73820"/>
              <a:gd name="connsiteX233" fmla="*/ 878397 w 2978753"/>
              <a:gd name="connsiteY233" fmla="*/ 36578 h 73820"/>
              <a:gd name="connsiteX234" fmla="*/ 871729 w 2978753"/>
              <a:gd name="connsiteY234" fmla="*/ 26291 h 73820"/>
              <a:gd name="connsiteX235" fmla="*/ 891351 w 2978753"/>
              <a:gd name="connsiteY235" fmla="*/ 22004 h 73820"/>
              <a:gd name="connsiteX236" fmla="*/ 973361 w 2978753"/>
              <a:gd name="connsiteY236" fmla="*/ 17909 h 73820"/>
              <a:gd name="connsiteX237" fmla="*/ 970408 w 2978753"/>
              <a:gd name="connsiteY237" fmla="*/ 20005 h 73820"/>
              <a:gd name="connsiteX238" fmla="*/ 1035749 w 2978753"/>
              <a:gd name="connsiteY238" fmla="*/ 21909 h 73820"/>
              <a:gd name="connsiteX239" fmla="*/ 1038035 w 2978753"/>
              <a:gd name="connsiteY239" fmla="*/ 26672 h 73820"/>
              <a:gd name="connsiteX240" fmla="*/ 1090233 w 2978753"/>
              <a:gd name="connsiteY240" fmla="*/ 21719 h 73820"/>
              <a:gd name="connsiteX241" fmla="*/ 1090995 w 2978753"/>
              <a:gd name="connsiteY241" fmla="*/ 24862 h 73820"/>
              <a:gd name="connsiteX242" fmla="*/ 1122427 w 2978753"/>
              <a:gd name="connsiteY242" fmla="*/ 18862 h 73820"/>
              <a:gd name="connsiteX243" fmla="*/ 1121665 w 2978753"/>
              <a:gd name="connsiteY243" fmla="*/ 20290 h 73820"/>
              <a:gd name="connsiteX244" fmla="*/ 1150240 w 2978753"/>
              <a:gd name="connsiteY244" fmla="*/ 19528 h 73820"/>
              <a:gd name="connsiteX245" fmla="*/ 1208342 w 2978753"/>
              <a:gd name="connsiteY245" fmla="*/ 26386 h 73820"/>
              <a:gd name="connsiteX246" fmla="*/ 1244347 w 2978753"/>
              <a:gd name="connsiteY246" fmla="*/ 18766 h 73820"/>
              <a:gd name="connsiteX247" fmla="*/ 1246633 w 2978753"/>
              <a:gd name="connsiteY247" fmla="*/ 20766 h 73820"/>
              <a:gd name="connsiteX248" fmla="*/ 1290829 w 2978753"/>
              <a:gd name="connsiteY248" fmla="*/ 22290 h 73820"/>
              <a:gd name="connsiteX249" fmla="*/ 1291877 w 2978753"/>
              <a:gd name="connsiteY249" fmla="*/ 15432 h 73820"/>
              <a:gd name="connsiteX250" fmla="*/ 1341216 w 2978753"/>
              <a:gd name="connsiteY250" fmla="*/ 11146 h 73820"/>
              <a:gd name="connsiteX251" fmla="*/ 1348741 w 2978753"/>
              <a:gd name="connsiteY251" fmla="*/ 20005 h 73820"/>
              <a:gd name="connsiteX252" fmla="*/ 1368934 w 2978753"/>
              <a:gd name="connsiteY252" fmla="*/ 12575 h 73820"/>
              <a:gd name="connsiteX253" fmla="*/ 1363219 w 2978753"/>
              <a:gd name="connsiteY253" fmla="*/ 14575 h 73820"/>
              <a:gd name="connsiteX254" fmla="*/ 1396556 w 2978753"/>
              <a:gd name="connsiteY254" fmla="*/ 29244 h 73820"/>
              <a:gd name="connsiteX255" fmla="*/ 1390842 w 2978753"/>
              <a:gd name="connsiteY255" fmla="*/ 26577 h 73820"/>
              <a:gd name="connsiteX256" fmla="*/ 1431418 w 2978753"/>
              <a:gd name="connsiteY256" fmla="*/ 28672 h 73820"/>
              <a:gd name="connsiteX257" fmla="*/ 1429894 w 2978753"/>
              <a:gd name="connsiteY257" fmla="*/ 24100 h 73820"/>
              <a:gd name="connsiteX258" fmla="*/ 1469804 w 2978753"/>
              <a:gd name="connsiteY258" fmla="*/ 27529 h 73820"/>
              <a:gd name="connsiteX259" fmla="*/ 1469804 w 2978753"/>
              <a:gd name="connsiteY259" fmla="*/ 28291 h 73820"/>
              <a:gd name="connsiteX260" fmla="*/ 1494664 w 2978753"/>
              <a:gd name="connsiteY260" fmla="*/ 25815 h 73820"/>
              <a:gd name="connsiteX261" fmla="*/ 1490473 w 2978753"/>
              <a:gd name="connsiteY261" fmla="*/ 24767 h 73820"/>
              <a:gd name="connsiteX262" fmla="*/ 1522477 w 2978753"/>
              <a:gd name="connsiteY262" fmla="*/ 24767 h 73820"/>
              <a:gd name="connsiteX263" fmla="*/ 1534002 w 2978753"/>
              <a:gd name="connsiteY263" fmla="*/ 24767 h 73820"/>
              <a:gd name="connsiteX264" fmla="*/ 1576770 w 2978753"/>
              <a:gd name="connsiteY264" fmla="*/ 22386 h 73820"/>
              <a:gd name="connsiteX265" fmla="*/ 1573817 w 2978753"/>
              <a:gd name="connsiteY265" fmla="*/ 28291 h 73820"/>
              <a:gd name="connsiteX266" fmla="*/ 1596010 w 2978753"/>
              <a:gd name="connsiteY266" fmla="*/ 26386 h 73820"/>
              <a:gd name="connsiteX267" fmla="*/ 1619156 w 2978753"/>
              <a:gd name="connsiteY267" fmla="*/ 10289 h 73820"/>
              <a:gd name="connsiteX268" fmla="*/ 1613346 w 2978753"/>
              <a:gd name="connsiteY268" fmla="*/ 13622 h 73820"/>
              <a:gd name="connsiteX269" fmla="*/ 1621442 w 2978753"/>
              <a:gd name="connsiteY269" fmla="*/ 12956 h 73820"/>
              <a:gd name="connsiteX270" fmla="*/ 1619251 w 2978753"/>
              <a:gd name="connsiteY270" fmla="*/ 18385 h 73820"/>
              <a:gd name="connsiteX271" fmla="*/ 1661637 w 2978753"/>
              <a:gd name="connsiteY271" fmla="*/ 15242 h 73820"/>
              <a:gd name="connsiteX272" fmla="*/ 1662971 w 2978753"/>
              <a:gd name="connsiteY272" fmla="*/ 21624 h 73820"/>
              <a:gd name="connsiteX273" fmla="*/ 1682021 w 2978753"/>
              <a:gd name="connsiteY273" fmla="*/ 18004 h 73820"/>
              <a:gd name="connsiteX274" fmla="*/ 1792797 w 2978753"/>
              <a:gd name="connsiteY274" fmla="*/ 25624 h 73820"/>
              <a:gd name="connsiteX275" fmla="*/ 1813942 w 2978753"/>
              <a:gd name="connsiteY275" fmla="*/ 23624 h 73820"/>
              <a:gd name="connsiteX276" fmla="*/ 1812990 w 2978753"/>
              <a:gd name="connsiteY276" fmla="*/ 27338 h 73820"/>
              <a:gd name="connsiteX277" fmla="*/ 1848994 w 2978753"/>
              <a:gd name="connsiteY277" fmla="*/ 17813 h 73820"/>
              <a:gd name="connsiteX278" fmla="*/ 1852804 w 2978753"/>
              <a:gd name="connsiteY278" fmla="*/ 27910 h 73820"/>
              <a:gd name="connsiteX279" fmla="*/ 1867759 w 2978753"/>
              <a:gd name="connsiteY279" fmla="*/ 20099 h 73820"/>
              <a:gd name="connsiteX280" fmla="*/ 1870616 w 2978753"/>
              <a:gd name="connsiteY280" fmla="*/ 25910 h 73820"/>
              <a:gd name="connsiteX281" fmla="*/ 1890333 w 2978753"/>
              <a:gd name="connsiteY281" fmla="*/ 25433 h 73820"/>
              <a:gd name="connsiteX282" fmla="*/ 1889094 w 2978753"/>
              <a:gd name="connsiteY282" fmla="*/ 27148 h 73820"/>
              <a:gd name="connsiteX283" fmla="*/ 1923099 w 2978753"/>
              <a:gd name="connsiteY283" fmla="*/ 16099 h 73820"/>
              <a:gd name="connsiteX284" fmla="*/ 1945768 w 2978753"/>
              <a:gd name="connsiteY284" fmla="*/ 21528 h 73820"/>
              <a:gd name="connsiteX285" fmla="*/ 1953864 w 2978753"/>
              <a:gd name="connsiteY285" fmla="*/ 18766 h 73820"/>
              <a:gd name="connsiteX286" fmla="*/ 1955483 w 2978753"/>
              <a:gd name="connsiteY286" fmla="*/ 13146 h 73820"/>
              <a:gd name="connsiteX287" fmla="*/ 1956912 w 2978753"/>
              <a:gd name="connsiteY287" fmla="*/ 13146 h 73820"/>
              <a:gd name="connsiteX288" fmla="*/ 1959484 w 2978753"/>
              <a:gd name="connsiteY288" fmla="*/ 17718 h 73820"/>
              <a:gd name="connsiteX289" fmla="*/ 1975962 w 2978753"/>
              <a:gd name="connsiteY289" fmla="*/ 16099 h 73820"/>
              <a:gd name="connsiteX290" fmla="*/ 1969771 w 2978753"/>
              <a:gd name="connsiteY290" fmla="*/ 13813 h 73820"/>
              <a:gd name="connsiteX291" fmla="*/ 1977105 w 2978753"/>
              <a:gd name="connsiteY291" fmla="*/ 16099 h 73820"/>
              <a:gd name="connsiteX292" fmla="*/ 1978058 w 2978753"/>
              <a:gd name="connsiteY292" fmla="*/ 16099 h 73820"/>
              <a:gd name="connsiteX293" fmla="*/ 1979296 w 2978753"/>
              <a:gd name="connsiteY293" fmla="*/ 16099 h 73820"/>
              <a:gd name="connsiteX294" fmla="*/ 1990917 w 2978753"/>
              <a:gd name="connsiteY294" fmla="*/ 16099 h 73820"/>
              <a:gd name="connsiteX295" fmla="*/ 2062164 w 2978753"/>
              <a:gd name="connsiteY295" fmla="*/ 16099 h 73820"/>
              <a:gd name="connsiteX296" fmla="*/ 2052639 w 2978753"/>
              <a:gd name="connsiteY296" fmla="*/ 16099 h 73820"/>
              <a:gd name="connsiteX297" fmla="*/ 2104455 w 2978753"/>
              <a:gd name="connsiteY297" fmla="*/ 18766 h 73820"/>
              <a:gd name="connsiteX298" fmla="*/ 2103598 w 2978753"/>
              <a:gd name="connsiteY298" fmla="*/ 14480 h 73820"/>
              <a:gd name="connsiteX299" fmla="*/ 2140936 w 2978753"/>
              <a:gd name="connsiteY299" fmla="*/ 11432 h 73820"/>
              <a:gd name="connsiteX300" fmla="*/ 2141602 w 2978753"/>
              <a:gd name="connsiteY300" fmla="*/ 6574 h 73820"/>
              <a:gd name="connsiteX301" fmla="*/ 2205325 w 2978753"/>
              <a:gd name="connsiteY301" fmla="*/ 10574 h 73820"/>
              <a:gd name="connsiteX302" fmla="*/ 2238376 w 2978753"/>
              <a:gd name="connsiteY302" fmla="*/ 10574 h 73820"/>
              <a:gd name="connsiteX303" fmla="*/ 2240853 w 2978753"/>
              <a:gd name="connsiteY303" fmla="*/ 14289 h 73820"/>
              <a:gd name="connsiteX304" fmla="*/ 2268666 w 2978753"/>
              <a:gd name="connsiteY304" fmla="*/ 13051 h 73820"/>
              <a:gd name="connsiteX305" fmla="*/ 2340103 w 2978753"/>
              <a:gd name="connsiteY305" fmla="*/ 13718 h 73820"/>
              <a:gd name="connsiteX306" fmla="*/ 2340103 w 2978753"/>
              <a:gd name="connsiteY306" fmla="*/ 14765 h 73820"/>
              <a:gd name="connsiteX307" fmla="*/ 2362677 w 2978753"/>
              <a:gd name="connsiteY307" fmla="*/ 12194 h 73820"/>
              <a:gd name="connsiteX308" fmla="*/ 2373917 w 2978753"/>
              <a:gd name="connsiteY308" fmla="*/ 10765 h 73820"/>
              <a:gd name="connsiteX309" fmla="*/ 2401349 w 2978753"/>
              <a:gd name="connsiteY309" fmla="*/ 12289 h 73820"/>
              <a:gd name="connsiteX310" fmla="*/ 2415732 w 2978753"/>
              <a:gd name="connsiteY310" fmla="*/ 12289 h 73820"/>
              <a:gd name="connsiteX311" fmla="*/ 2417732 w 2978753"/>
              <a:gd name="connsiteY311" fmla="*/ 21814 h 73820"/>
              <a:gd name="connsiteX312" fmla="*/ 2427257 w 2978753"/>
              <a:gd name="connsiteY312" fmla="*/ 18385 h 73820"/>
              <a:gd name="connsiteX313" fmla="*/ 2428114 w 2978753"/>
              <a:gd name="connsiteY313" fmla="*/ 22671 h 73820"/>
              <a:gd name="connsiteX314" fmla="*/ 2458213 w 2978753"/>
              <a:gd name="connsiteY314" fmla="*/ 16099 h 73820"/>
              <a:gd name="connsiteX315" fmla="*/ 2452308 w 2978753"/>
              <a:gd name="connsiteY315" fmla="*/ 13146 h 73820"/>
              <a:gd name="connsiteX316" fmla="*/ 2452403 w 2978753"/>
              <a:gd name="connsiteY316" fmla="*/ 13146 h 73820"/>
              <a:gd name="connsiteX317" fmla="*/ 2454974 w 2978753"/>
              <a:gd name="connsiteY317" fmla="*/ 11432 h 73820"/>
              <a:gd name="connsiteX318" fmla="*/ 2461833 w 2978753"/>
              <a:gd name="connsiteY318" fmla="*/ 8670 h 73820"/>
              <a:gd name="connsiteX319" fmla="*/ 2492027 w 2978753"/>
              <a:gd name="connsiteY319" fmla="*/ 18671 h 73820"/>
              <a:gd name="connsiteX320" fmla="*/ 2513458 w 2978753"/>
              <a:gd name="connsiteY320" fmla="*/ 10194 h 73820"/>
              <a:gd name="connsiteX321" fmla="*/ 2526317 w 2978753"/>
              <a:gd name="connsiteY321" fmla="*/ 16290 h 73820"/>
              <a:gd name="connsiteX322" fmla="*/ 2488217 w 2978753"/>
              <a:gd name="connsiteY322" fmla="*/ 23624 h 73820"/>
              <a:gd name="connsiteX323" fmla="*/ 2499075 w 2978753"/>
              <a:gd name="connsiteY323" fmla="*/ 27624 h 73820"/>
              <a:gd name="connsiteX324" fmla="*/ 2468405 w 2978753"/>
              <a:gd name="connsiteY324" fmla="*/ 27624 h 73820"/>
              <a:gd name="connsiteX325" fmla="*/ 2482788 w 2978753"/>
              <a:gd name="connsiteY325" fmla="*/ 29339 h 73820"/>
              <a:gd name="connsiteX326" fmla="*/ 2479930 w 2978753"/>
              <a:gd name="connsiteY326" fmla="*/ 23529 h 73820"/>
              <a:gd name="connsiteX327" fmla="*/ 2441830 w 2978753"/>
              <a:gd name="connsiteY327" fmla="*/ 28672 h 73820"/>
              <a:gd name="connsiteX328" fmla="*/ 2436782 w 2978753"/>
              <a:gd name="connsiteY328" fmla="*/ 36292 h 73820"/>
              <a:gd name="connsiteX329" fmla="*/ 2444973 w 2978753"/>
              <a:gd name="connsiteY329" fmla="*/ 35530 h 73820"/>
              <a:gd name="connsiteX330" fmla="*/ 2436211 w 2978753"/>
              <a:gd name="connsiteY330" fmla="*/ 41150 h 73820"/>
              <a:gd name="connsiteX331" fmla="*/ 2354010 w 2978753"/>
              <a:gd name="connsiteY331" fmla="*/ 36006 h 73820"/>
              <a:gd name="connsiteX332" fmla="*/ 2373536 w 2978753"/>
              <a:gd name="connsiteY332" fmla="*/ 34482 h 73820"/>
              <a:gd name="connsiteX333" fmla="*/ 2361439 w 2978753"/>
              <a:gd name="connsiteY333" fmla="*/ 32101 h 73820"/>
              <a:gd name="connsiteX334" fmla="*/ 2393539 w 2978753"/>
              <a:gd name="connsiteY334" fmla="*/ 35149 h 73820"/>
              <a:gd name="connsiteX335" fmla="*/ 2390585 w 2978753"/>
              <a:gd name="connsiteY335" fmla="*/ 21243 h 73820"/>
              <a:gd name="connsiteX336" fmla="*/ 2334388 w 2978753"/>
              <a:gd name="connsiteY336" fmla="*/ 29434 h 73820"/>
              <a:gd name="connsiteX337" fmla="*/ 2323625 w 2978753"/>
              <a:gd name="connsiteY337" fmla="*/ 25433 h 73820"/>
              <a:gd name="connsiteX338" fmla="*/ 2284858 w 2978753"/>
              <a:gd name="connsiteY338" fmla="*/ 45627 h 73820"/>
              <a:gd name="connsiteX339" fmla="*/ 2316005 w 2978753"/>
              <a:gd name="connsiteY339" fmla="*/ 44389 h 73820"/>
              <a:gd name="connsiteX340" fmla="*/ 2289525 w 2978753"/>
              <a:gd name="connsiteY340" fmla="*/ 51913 h 73820"/>
              <a:gd name="connsiteX341" fmla="*/ 2294478 w 2978753"/>
              <a:gd name="connsiteY341" fmla="*/ 44293 h 73820"/>
              <a:gd name="connsiteX342" fmla="*/ 2282001 w 2978753"/>
              <a:gd name="connsiteY342" fmla="*/ 47817 h 73820"/>
              <a:gd name="connsiteX343" fmla="*/ 2274095 w 2978753"/>
              <a:gd name="connsiteY343" fmla="*/ 41531 h 73820"/>
              <a:gd name="connsiteX344" fmla="*/ 2217421 w 2978753"/>
              <a:gd name="connsiteY344" fmla="*/ 37912 h 73820"/>
              <a:gd name="connsiteX345" fmla="*/ 2214373 w 2978753"/>
              <a:gd name="connsiteY345" fmla="*/ 33149 h 73820"/>
              <a:gd name="connsiteX346" fmla="*/ 2191323 w 2978753"/>
              <a:gd name="connsiteY346" fmla="*/ 49246 h 73820"/>
              <a:gd name="connsiteX347" fmla="*/ 2166272 w 2978753"/>
              <a:gd name="connsiteY347" fmla="*/ 48198 h 73820"/>
              <a:gd name="connsiteX348" fmla="*/ 2160842 w 2978753"/>
              <a:gd name="connsiteY348" fmla="*/ 53723 h 73820"/>
              <a:gd name="connsiteX349" fmla="*/ 2151317 w 2978753"/>
              <a:gd name="connsiteY349" fmla="*/ 49056 h 73820"/>
              <a:gd name="connsiteX350" fmla="*/ 2145296 w 2978753"/>
              <a:gd name="connsiteY350" fmla="*/ 53212 h 73820"/>
              <a:gd name="connsiteX351" fmla="*/ 2144555 w 2978753"/>
              <a:gd name="connsiteY351" fmla="*/ 53723 h 73820"/>
              <a:gd name="connsiteX352" fmla="*/ 2149889 w 2978753"/>
              <a:gd name="connsiteY352" fmla="*/ 34673 h 73820"/>
              <a:gd name="connsiteX353" fmla="*/ 2117790 w 2978753"/>
              <a:gd name="connsiteY353" fmla="*/ 24005 h 73820"/>
              <a:gd name="connsiteX354" fmla="*/ 2122171 w 2978753"/>
              <a:gd name="connsiteY354" fmla="*/ 59438 h 73820"/>
              <a:gd name="connsiteX355" fmla="*/ 2106264 w 2978753"/>
              <a:gd name="connsiteY355" fmla="*/ 54961 h 73820"/>
              <a:gd name="connsiteX356" fmla="*/ 2072070 w 2978753"/>
              <a:gd name="connsiteY356" fmla="*/ 57342 h 73820"/>
              <a:gd name="connsiteX357" fmla="*/ 2081595 w 2978753"/>
              <a:gd name="connsiteY357" fmla="*/ 53914 h 73820"/>
              <a:gd name="connsiteX358" fmla="*/ 2059020 w 2978753"/>
              <a:gd name="connsiteY358" fmla="*/ 56580 h 73820"/>
              <a:gd name="connsiteX359" fmla="*/ 2062735 w 2978753"/>
              <a:gd name="connsiteY359" fmla="*/ 43055 h 73820"/>
              <a:gd name="connsiteX360" fmla="*/ 2021682 w 2978753"/>
              <a:gd name="connsiteY360" fmla="*/ 60104 h 73820"/>
              <a:gd name="connsiteX361" fmla="*/ 2055020 w 2978753"/>
              <a:gd name="connsiteY361" fmla="*/ 53437 h 73820"/>
              <a:gd name="connsiteX362" fmla="*/ 2032732 w 2978753"/>
              <a:gd name="connsiteY362" fmla="*/ 65248 h 73820"/>
              <a:gd name="connsiteX363" fmla="*/ 2002061 w 2978753"/>
              <a:gd name="connsiteY363" fmla="*/ 63343 h 73820"/>
              <a:gd name="connsiteX364" fmla="*/ 2013110 w 2978753"/>
              <a:gd name="connsiteY364" fmla="*/ 58676 h 73820"/>
              <a:gd name="connsiteX365" fmla="*/ 1997489 w 2978753"/>
              <a:gd name="connsiteY365" fmla="*/ 55247 h 73820"/>
              <a:gd name="connsiteX366" fmla="*/ 2050162 w 2978753"/>
              <a:gd name="connsiteY366" fmla="*/ 22862 h 73820"/>
              <a:gd name="connsiteX367" fmla="*/ 2034255 w 2978753"/>
              <a:gd name="connsiteY367" fmla="*/ 26481 h 73820"/>
              <a:gd name="connsiteX368" fmla="*/ 2030350 w 2978753"/>
              <a:gd name="connsiteY368" fmla="*/ 23338 h 73820"/>
              <a:gd name="connsiteX369" fmla="*/ 1985678 w 2978753"/>
              <a:gd name="connsiteY369" fmla="*/ 53914 h 73820"/>
              <a:gd name="connsiteX370" fmla="*/ 1980725 w 2978753"/>
              <a:gd name="connsiteY370" fmla="*/ 38959 h 73820"/>
              <a:gd name="connsiteX371" fmla="*/ 1934243 w 2978753"/>
              <a:gd name="connsiteY371" fmla="*/ 53437 h 73820"/>
              <a:gd name="connsiteX372" fmla="*/ 1943101 w 2978753"/>
              <a:gd name="connsiteY372" fmla="*/ 55913 h 73820"/>
              <a:gd name="connsiteX373" fmla="*/ 1919479 w 2978753"/>
              <a:gd name="connsiteY373" fmla="*/ 56866 h 73820"/>
              <a:gd name="connsiteX374" fmla="*/ 1915764 w 2978753"/>
              <a:gd name="connsiteY374" fmla="*/ 44674 h 73820"/>
              <a:gd name="connsiteX375" fmla="*/ 1895000 w 2978753"/>
              <a:gd name="connsiteY375" fmla="*/ 55437 h 73820"/>
              <a:gd name="connsiteX376" fmla="*/ 1897286 w 2978753"/>
              <a:gd name="connsiteY376" fmla="*/ 43531 h 73820"/>
              <a:gd name="connsiteX377" fmla="*/ 1888332 w 2978753"/>
              <a:gd name="connsiteY377" fmla="*/ 55533 h 73820"/>
              <a:gd name="connsiteX378" fmla="*/ 1862901 w 2978753"/>
              <a:gd name="connsiteY378" fmla="*/ 44865 h 73820"/>
              <a:gd name="connsiteX379" fmla="*/ 1866806 w 2978753"/>
              <a:gd name="connsiteY379" fmla="*/ 55533 h 73820"/>
              <a:gd name="connsiteX380" fmla="*/ 1844327 w 2978753"/>
              <a:gd name="connsiteY380" fmla="*/ 55533 h 73820"/>
              <a:gd name="connsiteX381" fmla="*/ 1852709 w 2978753"/>
              <a:gd name="connsiteY381" fmla="*/ 28101 h 73820"/>
              <a:gd name="connsiteX382" fmla="*/ 1814323 w 2978753"/>
              <a:gd name="connsiteY382" fmla="*/ 55913 h 73820"/>
              <a:gd name="connsiteX383" fmla="*/ 1818514 w 2978753"/>
              <a:gd name="connsiteY383" fmla="*/ 44483 h 73820"/>
              <a:gd name="connsiteX384" fmla="*/ 1790761 w 2978753"/>
              <a:gd name="connsiteY384" fmla="*/ 51997 h 73820"/>
              <a:gd name="connsiteX385" fmla="*/ 1752319 w 2978753"/>
              <a:gd name="connsiteY385" fmla="*/ 52535 h 73820"/>
              <a:gd name="connsiteX386" fmla="*/ 1745946 w 2978753"/>
              <a:gd name="connsiteY386" fmla="*/ 49377 h 73820"/>
              <a:gd name="connsiteX387" fmla="*/ 1730408 w 2978753"/>
              <a:gd name="connsiteY387" fmla="*/ 50389 h 73820"/>
              <a:gd name="connsiteX388" fmla="*/ 1736790 w 2978753"/>
              <a:gd name="connsiteY388" fmla="*/ 49151 h 73820"/>
              <a:gd name="connsiteX389" fmla="*/ 1703166 w 2978753"/>
              <a:gd name="connsiteY389" fmla="*/ 54294 h 73820"/>
              <a:gd name="connsiteX390" fmla="*/ 1718501 w 2978753"/>
              <a:gd name="connsiteY390" fmla="*/ 48580 h 73820"/>
              <a:gd name="connsiteX391" fmla="*/ 1687355 w 2978753"/>
              <a:gd name="connsiteY391" fmla="*/ 58105 h 73820"/>
              <a:gd name="connsiteX392" fmla="*/ 1674591 w 2978753"/>
              <a:gd name="connsiteY392" fmla="*/ 52485 h 73820"/>
              <a:gd name="connsiteX393" fmla="*/ 1647541 w 2978753"/>
              <a:gd name="connsiteY393" fmla="*/ 58199 h 73820"/>
              <a:gd name="connsiteX394" fmla="*/ 1643445 w 2978753"/>
              <a:gd name="connsiteY394" fmla="*/ 53723 h 73820"/>
              <a:gd name="connsiteX395" fmla="*/ 1681545 w 2978753"/>
              <a:gd name="connsiteY395" fmla="*/ 52389 h 73820"/>
              <a:gd name="connsiteX396" fmla="*/ 1683545 w 2978753"/>
              <a:gd name="connsiteY396" fmla="*/ 38292 h 73820"/>
              <a:gd name="connsiteX397" fmla="*/ 1619918 w 2978753"/>
              <a:gd name="connsiteY397" fmla="*/ 58009 h 73820"/>
              <a:gd name="connsiteX398" fmla="*/ 1594200 w 2978753"/>
              <a:gd name="connsiteY398" fmla="*/ 53818 h 73820"/>
              <a:gd name="connsiteX399" fmla="*/ 1593057 w 2978753"/>
              <a:gd name="connsiteY399" fmla="*/ 56485 h 73820"/>
              <a:gd name="connsiteX400" fmla="*/ 1588581 w 2978753"/>
              <a:gd name="connsiteY400" fmla="*/ 49723 h 73820"/>
              <a:gd name="connsiteX401" fmla="*/ 1582675 w 2978753"/>
              <a:gd name="connsiteY401" fmla="*/ 51913 h 73820"/>
              <a:gd name="connsiteX402" fmla="*/ 1584199 w 2978753"/>
              <a:gd name="connsiteY402" fmla="*/ 49436 h 73820"/>
              <a:gd name="connsiteX403" fmla="*/ 1577722 w 2978753"/>
              <a:gd name="connsiteY403" fmla="*/ 51056 h 73820"/>
              <a:gd name="connsiteX404" fmla="*/ 1586104 w 2978753"/>
              <a:gd name="connsiteY404" fmla="*/ 39721 h 73820"/>
              <a:gd name="connsiteX405" fmla="*/ 1593153 w 2978753"/>
              <a:gd name="connsiteY405" fmla="*/ 43436 h 73820"/>
              <a:gd name="connsiteX406" fmla="*/ 1594867 w 2978753"/>
              <a:gd name="connsiteY406" fmla="*/ 33911 h 73820"/>
              <a:gd name="connsiteX407" fmla="*/ 1591247 w 2978753"/>
              <a:gd name="connsiteY407" fmla="*/ 35340 h 73820"/>
              <a:gd name="connsiteX408" fmla="*/ 1594105 w 2978753"/>
              <a:gd name="connsiteY408" fmla="*/ 29720 h 73820"/>
              <a:gd name="connsiteX409" fmla="*/ 1574389 w 2978753"/>
              <a:gd name="connsiteY409" fmla="*/ 33054 h 73820"/>
              <a:gd name="connsiteX410" fmla="*/ 1583914 w 2978753"/>
              <a:gd name="connsiteY410" fmla="*/ 38102 h 73820"/>
              <a:gd name="connsiteX411" fmla="*/ 1568483 w 2978753"/>
              <a:gd name="connsiteY411" fmla="*/ 52485 h 73820"/>
              <a:gd name="connsiteX412" fmla="*/ 1553529 w 2978753"/>
              <a:gd name="connsiteY412" fmla="*/ 48484 h 73820"/>
              <a:gd name="connsiteX413" fmla="*/ 1517524 w 2978753"/>
              <a:gd name="connsiteY413" fmla="*/ 58866 h 73820"/>
              <a:gd name="connsiteX414" fmla="*/ 1518191 w 2978753"/>
              <a:gd name="connsiteY414" fmla="*/ 52771 h 73820"/>
              <a:gd name="connsiteX415" fmla="*/ 1476662 w 2978753"/>
              <a:gd name="connsiteY415" fmla="*/ 50579 h 73820"/>
              <a:gd name="connsiteX416" fmla="*/ 1463422 w 2978753"/>
              <a:gd name="connsiteY416" fmla="*/ 58390 h 73820"/>
              <a:gd name="connsiteX417" fmla="*/ 1462184 w 2978753"/>
              <a:gd name="connsiteY417" fmla="*/ 56009 h 73820"/>
              <a:gd name="connsiteX418" fmla="*/ 1452659 w 2978753"/>
              <a:gd name="connsiteY418" fmla="*/ 60867 h 73820"/>
              <a:gd name="connsiteX419" fmla="*/ 1450754 w 2978753"/>
              <a:gd name="connsiteY419" fmla="*/ 55342 h 73820"/>
              <a:gd name="connsiteX420" fmla="*/ 1406272 w 2978753"/>
              <a:gd name="connsiteY420" fmla="*/ 59152 h 73820"/>
              <a:gd name="connsiteX421" fmla="*/ 1396747 w 2978753"/>
              <a:gd name="connsiteY421" fmla="*/ 67915 h 73820"/>
              <a:gd name="connsiteX422" fmla="*/ 1380078 w 2978753"/>
              <a:gd name="connsiteY422" fmla="*/ 58390 h 73820"/>
              <a:gd name="connsiteX423" fmla="*/ 1364457 w 2978753"/>
              <a:gd name="connsiteY423" fmla="*/ 66010 h 73820"/>
              <a:gd name="connsiteX424" fmla="*/ 1365124 w 2978753"/>
              <a:gd name="connsiteY424" fmla="*/ 59914 h 73820"/>
              <a:gd name="connsiteX425" fmla="*/ 1347884 w 2978753"/>
              <a:gd name="connsiteY425" fmla="*/ 56676 h 73820"/>
              <a:gd name="connsiteX426" fmla="*/ 1330358 w 2978753"/>
              <a:gd name="connsiteY426" fmla="*/ 57914 h 73820"/>
              <a:gd name="connsiteX427" fmla="*/ 1344455 w 2978753"/>
              <a:gd name="connsiteY427" fmla="*/ 72582 h 73820"/>
              <a:gd name="connsiteX428" fmla="*/ 1312165 w 2978753"/>
              <a:gd name="connsiteY428" fmla="*/ 63057 h 73820"/>
              <a:gd name="connsiteX429" fmla="*/ 1324834 w 2978753"/>
              <a:gd name="connsiteY429" fmla="*/ 61438 h 73820"/>
              <a:gd name="connsiteX430" fmla="*/ 1286734 w 2978753"/>
              <a:gd name="connsiteY430" fmla="*/ 57152 h 73820"/>
              <a:gd name="connsiteX431" fmla="*/ 1301592 w 2978753"/>
              <a:gd name="connsiteY431" fmla="*/ 51056 h 73820"/>
              <a:gd name="connsiteX432" fmla="*/ 1288257 w 2978753"/>
              <a:gd name="connsiteY432" fmla="*/ 54199 h 73820"/>
              <a:gd name="connsiteX433" fmla="*/ 1289782 w 2978753"/>
              <a:gd name="connsiteY433" fmla="*/ 51151 h 73820"/>
              <a:gd name="connsiteX434" fmla="*/ 1274732 w 2978753"/>
              <a:gd name="connsiteY434" fmla="*/ 57628 h 73820"/>
              <a:gd name="connsiteX435" fmla="*/ 1250633 w 2978753"/>
              <a:gd name="connsiteY435" fmla="*/ 58676 h 73820"/>
              <a:gd name="connsiteX436" fmla="*/ 1251682 w 2978753"/>
              <a:gd name="connsiteY436" fmla="*/ 56485 h 73820"/>
              <a:gd name="connsiteX437" fmla="*/ 1235870 w 2978753"/>
              <a:gd name="connsiteY437" fmla="*/ 59628 h 73820"/>
              <a:gd name="connsiteX438" fmla="*/ 1228631 w 2978753"/>
              <a:gd name="connsiteY438" fmla="*/ 55247 h 73820"/>
              <a:gd name="connsiteX439" fmla="*/ 1196531 w 2978753"/>
              <a:gd name="connsiteY439" fmla="*/ 62772 h 73820"/>
              <a:gd name="connsiteX440" fmla="*/ 1201485 w 2978753"/>
              <a:gd name="connsiteY440" fmla="*/ 62296 h 73820"/>
              <a:gd name="connsiteX441" fmla="*/ 1193389 w 2978753"/>
              <a:gd name="connsiteY441" fmla="*/ 59533 h 73820"/>
              <a:gd name="connsiteX442" fmla="*/ 1143668 w 2978753"/>
              <a:gd name="connsiteY442" fmla="*/ 73820 h 73820"/>
              <a:gd name="connsiteX443" fmla="*/ 1157765 w 2978753"/>
              <a:gd name="connsiteY443" fmla="*/ 64295 h 73820"/>
              <a:gd name="connsiteX444" fmla="*/ 1149934 w 2978753"/>
              <a:gd name="connsiteY444" fmla="*/ 61928 h 73820"/>
              <a:gd name="connsiteX445" fmla="*/ 1158908 w 2978753"/>
              <a:gd name="connsiteY445" fmla="*/ 60867 h 73820"/>
              <a:gd name="connsiteX446" fmla="*/ 1145478 w 2978753"/>
              <a:gd name="connsiteY446" fmla="*/ 60581 h 73820"/>
              <a:gd name="connsiteX447" fmla="*/ 1149934 w 2978753"/>
              <a:gd name="connsiteY447" fmla="*/ 61928 h 73820"/>
              <a:gd name="connsiteX448" fmla="*/ 1118617 w 2978753"/>
              <a:gd name="connsiteY448" fmla="*/ 65629 h 73820"/>
              <a:gd name="connsiteX449" fmla="*/ 1105854 w 2978753"/>
              <a:gd name="connsiteY449" fmla="*/ 58105 h 73820"/>
              <a:gd name="connsiteX450" fmla="*/ 1095662 w 2978753"/>
              <a:gd name="connsiteY450" fmla="*/ 69058 h 73820"/>
              <a:gd name="connsiteX451" fmla="*/ 1084803 w 2978753"/>
              <a:gd name="connsiteY451" fmla="*/ 62296 h 73820"/>
              <a:gd name="connsiteX452" fmla="*/ 1035369 w 2978753"/>
              <a:gd name="connsiteY452" fmla="*/ 62296 h 73820"/>
              <a:gd name="connsiteX453" fmla="*/ 1028987 w 2978753"/>
              <a:gd name="connsiteY453" fmla="*/ 64295 h 73820"/>
              <a:gd name="connsiteX454" fmla="*/ 980124 w 2978753"/>
              <a:gd name="connsiteY454" fmla="*/ 68582 h 73820"/>
              <a:gd name="connsiteX455" fmla="*/ 971170 w 2978753"/>
              <a:gd name="connsiteY455" fmla="*/ 62772 h 73820"/>
              <a:gd name="connsiteX456" fmla="*/ 947834 w 2978753"/>
              <a:gd name="connsiteY456" fmla="*/ 66867 h 73820"/>
              <a:gd name="connsiteX457" fmla="*/ 959645 w 2978753"/>
              <a:gd name="connsiteY457" fmla="*/ 57342 h 73820"/>
              <a:gd name="connsiteX458" fmla="*/ 943929 w 2978753"/>
              <a:gd name="connsiteY458" fmla="*/ 60390 h 73820"/>
              <a:gd name="connsiteX459" fmla="*/ 946119 w 2978753"/>
              <a:gd name="connsiteY459" fmla="*/ 55913 h 73820"/>
              <a:gd name="connsiteX460" fmla="*/ 921640 w 2978753"/>
              <a:gd name="connsiteY460" fmla="*/ 62296 h 73820"/>
              <a:gd name="connsiteX461" fmla="*/ 928308 w 2978753"/>
              <a:gd name="connsiteY461" fmla="*/ 63343 h 73820"/>
              <a:gd name="connsiteX462" fmla="*/ 899733 w 2978753"/>
              <a:gd name="connsiteY462" fmla="*/ 62676 h 73820"/>
              <a:gd name="connsiteX463" fmla="*/ 904209 w 2978753"/>
              <a:gd name="connsiteY463" fmla="*/ 58295 h 73820"/>
              <a:gd name="connsiteX464" fmla="*/ 919545 w 2978753"/>
              <a:gd name="connsiteY464" fmla="*/ 56104 h 73820"/>
              <a:gd name="connsiteX465" fmla="*/ 907257 w 2978753"/>
              <a:gd name="connsiteY465" fmla="*/ 52389 h 73820"/>
              <a:gd name="connsiteX466" fmla="*/ 893541 w 2978753"/>
              <a:gd name="connsiteY466" fmla="*/ 60867 h 73820"/>
              <a:gd name="connsiteX467" fmla="*/ 862109 w 2978753"/>
              <a:gd name="connsiteY467" fmla="*/ 62200 h 73820"/>
              <a:gd name="connsiteX468" fmla="*/ 864681 w 2978753"/>
              <a:gd name="connsiteY468" fmla="*/ 57056 h 73820"/>
              <a:gd name="connsiteX469" fmla="*/ 852108 w 2978753"/>
              <a:gd name="connsiteY469" fmla="*/ 58676 h 73820"/>
              <a:gd name="connsiteX470" fmla="*/ 862300 w 2978753"/>
              <a:gd name="connsiteY470" fmla="*/ 52294 h 73820"/>
              <a:gd name="connsiteX471" fmla="*/ 830962 w 2978753"/>
              <a:gd name="connsiteY471" fmla="*/ 58295 h 73820"/>
              <a:gd name="connsiteX472" fmla="*/ 830962 w 2978753"/>
              <a:gd name="connsiteY472" fmla="*/ 53723 h 73820"/>
              <a:gd name="connsiteX473" fmla="*/ 809055 w 2978753"/>
              <a:gd name="connsiteY473" fmla="*/ 57723 h 73820"/>
              <a:gd name="connsiteX474" fmla="*/ 802578 w 2978753"/>
              <a:gd name="connsiteY474" fmla="*/ 65153 h 73820"/>
              <a:gd name="connsiteX475" fmla="*/ 782670 w 2978753"/>
              <a:gd name="connsiteY475" fmla="*/ 60104 h 73820"/>
              <a:gd name="connsiteX476" fmla="*/ 793243 w 2978753"/>
              <a:gd name="connsiteY476" fmla="*/ 64867 h 73820"/>
              <a:gd name="connsiteX477" fmla="*/ 739331 w 2978753"/>
              <a:gd name="connsiteY477" fmla="*/ 55342 h 73820"/>
              <a:gd name="connsiteX478" fmla="*/ 756000 w 2978753"/>
              <a:gd name="connsiteY478" fmla="*/ 64105 h 73820"/>
              <a:gd name="connsiteX479" fmla="*/ 718948 w 2978753"/>
              <a:gd name="connsiteY479" fmla="*/ 62486 h 73820"/>
              <a:gd name="connsiteX480" fmla="*/ 727330 w 2978753"/>
              <a:gd name="connsiteY480" fmla="*/ 56580 h 73820"/>
              <a:gd name="connsiteX481" fmla="*/ 714947 w 2978753"/>
              <a:gd name="connsiteY481" fmla="*/ 59343 h 73820"/>
              <a:gd name="connsiteX482" fmla="*/ 715995 w 2978753"/>
              <a:gd name="connsiteY482" fmla="*/ 54770 h 73820"/>
              <a:gd name="connsiteX483" fmla="*/ 677038 w 2978753"/>
              <a:gd name="connsiteY483" fmla="*/ 61438 h 73820"/>
              <a:gd name="connsiteX484" fmla="*/ 658940 w 2978753"/>
              <a:gd name="connsiteY484" fmla="*/ 58676 h 73820"/>
              <a:gd name="connsiteX485" fmla="*/ 698089 w 2978753"/>
              <a:gd name="connsiteY485" fmla="*/ 51342 h 73820"/>
              <a:gd name="connsiteX486" fmla="*/ 680753 w 2978753"/>
              <a:gd name="connsiteY486" fmla="*/ 50484 h 73820"/>
              <a:gd name="connsiteX487" fmla="*/ 692373 w 2978753"/>
              <a:gd name="connsiteY487" fmla="*/ 45912 h 73820"/>
              <a:gd name="connsiteX488" fmla="*/ 648654 w 2978753"/>
              <a:gd name="connsiteY488" fmla="*/ 52389 h 73820"/>
              <a:gd name="connsiteX489" fmla="*/ 670180 w 2978753"/>
              <a:gd name="connsiteY489" fmla="*/ 50675 h 73820"/>
              <a:gd name="connsiteX490" fmla="*/ 654464 w 2978753"/>
              <a:gd name="connsiteY490" fmla="*/ 57819 h 73820"/>
              <a:gd name="connsiteX491" fmla="*/ 626556 w 2978753"/>
              <a:gd name="connsiteY491" fmla="*/ 57152 h 73820"/>
              <a:gd name="connsiteX492" fmla="*/ 631318 w 2978753"/>
              <a:gd name="connsiteY492" fmla="*/ 56485 h 73820"/>
              <a:gd name="connsiteX493" fmla="*/ 592075 w 2978753"/>
              <a:gd name="connsiteY493" fmla="*/ 44198 h 73820"/>
              <a:gd name="connsiteX494" fmla="*/ 571882 w 2978753"/>
              <a:gd name="connsiteY494" fmla="*/ 50484 h 73820"/>
              <a:gd name="connsiteX495" fmla="*/ 589599 w 2978753"/>
              <a:gd name="connsiteY495" fmla="*/ 58009 h 73820"/>
              <a:gd name="connsiteX496" fmla="*/ 532925 w 2978753"/>
              <a:gd name="connsiteY496" fmla="*/ 54580 h 73820"/>
              <a:gd name="connsiteX497" fmla="*/ 536830 w 2978753"/>
              <a:gd name="connsiteY497" fmla="*/ 45055 h 73820"/>
              <a:gd name="connsiteX498" fmla="*/ 516256 w 2978753"/>
              <a:gd name="connsiteY498" fmla="*/ 50865 h 73820"/>
              <a:gd name="connsiteX499" fmla="*/ 512065 w 2978753"/>
              <a:gd name="connsiteY499" fmla="*/ 47341 h 73820"/>
              <a:gd name="connsiteX500" fmla="*/ 480251 w 2978753"/>
              <a:gd name="connsiteY500" fmla="*/ 58581 h 73820"/>
              <a:gd name="connsiteX501" fmla="*/ 476251 w 2978753"/>
              <a:gd name="connsiteY501" fmla="*/ 50961 h 73820"/>
              <a:gd name="connsiteX502" fmla="*/ 455677 w 2978753"/>
              <a:gd name="connsiteY502" fmla="*/ 53914 h 73820"/>
              <a:gd name="connsiteX503" fmla="*/ 456629 w 2978753"/>
              <a:gd name="connsiteY503" fmla="*/ 53437 h 73820"/>
              <a:gd name="connsiteX504" fmla="*/ 408528 w 2978753"/>
              <a:gd name="connsiteY504" fmla="*/ 52865 h 73820"/>
              <a:gd name="connsiteX505" fmla="*/ 411100 w 2978753"/>
              <a:gd name="connsiteY505" fmla="*/ 54961 h 73820"/>
              <a:gd name="connsiteX506" fmla="*/ 301563 w 2978753"/>
              <a:gd name="connsiteY506" fmla="*/ 59724 h 73820"/>
              <a:gd name="connsiteX507" fmla="*/ 313659 w 2978753"/>
              <a:gd name="connsiteY507" fmla="*/ 61438 h 73820"/>
              <a:gd name="connsiteX508" fmla="*/ 279846 w 2978753"/>
              <a:gd name="connsiteY508" fmla="*/ 61438 h 73820"/>
              <a:gd name="connsiteX509" fmla="*/ 287656 w 2978753"/>
              <a:gd name="connsiteY509" fmla="*/ 60581 h 73820"/>
              <a:gd name="connsiteX510" fmla="*/ 274892 w 2978753"/>
              <a:gd name="connsiteY510" fmla="*/ 54104 h 73820"/>
              <a:gd name="connsiteX511" fmla="*/ 271749 w 2978753"/>
              <a:gd name="connsiteY511" fmla="*/ 57723 h 73820"/>
              <a:gd name="connsiteX512" fmla="*/ 268415 w 2978753"/>
              <a:gd name="connsiteY512" fmla="*/ 54866 h 73820"/>
              <a:gd name="connsiteX513" fmla="*/ 259557 w 2978753"/>
              <a:gd name="connsiteY513" fmla="*/ 60009 h 73820"/>
              <a:gd name="connsiteX514" fmla="*/ 194501 w 2978753"/>
              <a:gd name="connsiteY514" fmla="*/ 49436 h 73820"/>
              <a:gd name="connsiteX515" fmla="*/ 208884 w 2978753"/>
              <a:gd name="connsiteY515" fmla="*/ 57438 h 73820"/>
              <a:gd name="connsiteX516" fmla="*/ 195168 w 2978753"/>
              <a:gd name="connsiteY516" fmla="*/ 54294 h 73820"/>
              <a:gd name="connsiteX517" fmla="*/ 198026 w 2978753"/>
              <a:gd name="connsiteY517" fmla="*/ 58771 h 73820"/>
              <a:gd name="connsiteX518" fmla="*/ 111444 w 2978753"/>
              <a:gd name="connsiteY518" fmla="*/ 53342 h 73820"/>
              <a:gd name="connsiteX519" fmla="*/ 112873 w 2978753"/>
              <a:gd name="connsiteY519" fmla="*/ 52294 h 73820"/>
              <a:gd name="connsiteX520" fmla="*/ 88869 w 2978753"/>
              <a:gd name="connsiteY520" fmla="*/ 55342 h 73820"/>
              <a:gd name="connsiteX521" fmla="*/ 90393 w 2978753"/>
              <a:gd name="connsiteY521" fmla="*/ 50294 h 73820"/>
              <a:gd name="connsiteX522" fmla="*/ 34958 w 2978753"/>
              <a:gd name="connsiteY522" fmla="*/ 49818 h 73820"/>
              <a:gd name="connsiteX523" fmla="*/ 20385 w 2978753"/>
              <a:gd name="connsiteY523" fmla="*/ 24957 h 73820"/>
              <a:gd name="connsiteX524" fmla="*/ 0 w 2978753"/>
              <a:gd name="connsiteY524" fmla="*/ 20004 h 73820"/>
              <a:gd name="connsiteX525" fmla="*/ 5906 w 2978753"/>
              <a:gd name="connsiteY525" fmla="*/ 14479 h 73820"/>
              <a:gd name="connsiteX526" fmla="*/ 8192 w 2978753"/>
              <a:gd name="connsiteY526" fmla="*/ 20575 h 73820"/>
              <a:gd name="connsiteX527" fmla="*/ 0 w 2978753"/>
              <a:gd name="connsiteY527" fmla="*/ 20004 h 73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Lst>
            <a:rect l="l" t="t" r="r" b="b"/>
            <a:pathLst>
              <a:path w="2978753" h="73820">
                <a:moveTo>
                  <a:pt x="2974276" y="12098"/>
                </a:moveTo>
                <a:cubicBezTo>
                  <a:pt x="2974205" y="11002"/>
                  <a:pt x="2975038" y="9669"/>
                  <a:pt x="2978753" y="9240"/>
                </a:cubicBezTo>
                <a:cubicBezTo>
                  <a:pt x="2978087" y="9907"/>
                  <a:pt x="2979611" y="13526"/>
                  <a:pt x="2975229" y="13526"/>
                </a:cubicBezTo>
                <a:cubicBezTo>
                  <a:pt x="2975324" y="14050"/>
                  <a:pt x="2974348" y="13193"/>
                  <a:pt x="2974276" y="12098"/>
                </a:cubicBezTo>
                <a:close/>
                <a:moveTo>
                  <a:pt x="2893766" y="25770"/>
                </a:moveTo>
                <a:lnTo>
                  <a:pt x="2904529" y="21770"/>
                </a:lnTo>
                <a:lnTo>
                  <a:pt x="2903196" y="23485"/>
                </a:lnTo>
                <a:close/>
                <a:moveTo>
                  <a:pt x="2834736" y="22575"/>
                </a:moveTo>
                <a:cubicBezTo>
                  <a:pt x="2849518" y="22937"/>
                  <a:pt x="2864301" y="22051"/>
                  <a:pt x="2878932" y="19908"/>
                </a:cubicBezTo>
                <a:lnTo>
                  <a:pt x="2873407" y="25432"/>
                </a:lnTo>
                <a:lnTo>
                  <a:pt x="2871407" y="23908"/>
                </a:lnTo>
                <a:cubicBezTo>
                  <a:pt x="2859310" y="21432"/>
                  <a:pt x="2841118" y="29338"/>
                  <a:pt x="2834736" y="22575"/>
                </a:cubicBezTo>
                <a:close/>
                <a:moveTo>
                  <a:pt x="2831306" y="29622"/>
                </a:moveTo>
                <a:cubicBezTo>
                  <a:pt x="2830830" y="27432"/>
                  <a:pt x="2841403" y="30385"/>
                  <a:pt x="2844451" y="29242"/>
                </a:cubicBezTo>
                <a:lnTo>
                  <a:pt x="2838354" y="31528"/>
                </a:lnTo>
                <a:close/>
                <a:moveTo>
                  <a:pt x="2798540" y="7811"/>
                </a:moveTo>
                <a:cubicBezTo>
                  <a:pt x="2801969" y="8002"/>
                  <a:pt x="2803970" y="8002"/>
                  <a:pt x="2805494" y="8002"/>
                </a:cubicBezTo>
                <a:lnTo>
                  <a:pt x="2807018" y="8668"/>
                </a:lnTo>
                <a:cubicBezTo>
                  <a:pt x="2790730" y="10097"/>
                  <a:pt x="2800826" y="10478"/>
                  <a:pt x="2798540" y="7811"/>
                </a:cubicBezTo>
                <a:close/>
                <a:moveTo>
                  <a:pt x="2784635" y="12383"/>
                </a:moveTo>
                <a:cubicBezTo>
                  <a:pt x="2802636" y="11431"/>
                  <a:pt x="2805208" y="16193"/>
                  <a:pt x="2787301" y="17146"/>
                </a:cubicBezTo>
                <a:cubicBezTo>
                  <a:pt x="2796731" y="14764"/>
                  <a:pt x="2789873" y="13907"/>
                  <a:pt x="2784635" y="12383"/>
                </a:cubicBezTo>
                <a:close/>
                <a:moveTo>
                  <a:pt x="2772442" y="9525"/>
                </a:moveTo>
                <a:cubicBezTo>
                  <a:pt x="2767108" y="6954"/>
                  <a:pt x="2764917" y="5430"/>
                  <a:pt x="2774728" y="4096"/>
                </a:cubicBezTo>
                <a:cubicBezTo>
                  <a:pt x="2771584" y="5239"/>
                  <a:pt x="2779966" y="5620"/>
                  <a:pt x="2781967" y="7144"/>
                </a:cubicBezTo>
                <a:close/>
                <a:moveTo>
                  <a:pt x="2768442" y="13431"/>
                </a:moveTo>
                <a:lnTo>
                  <a:pt x="2778728" y="11335"/>
                </a:lnTo>
                <a:cubicBezTo>
                  <a:pt x="2774347" y="12764"/>
                  <a:pt x="2772251" y="14764"/>
                  <a:pt x="2773109" y="12669"/>
                </a:cubicBezTo>
                <a:cubicBezTo>
                  <a:pt x="2769870" y="16764"/>
                  <a:pt x="2769775" y="14574"/>
                  <a:pt x="2768442" y="13431"/>
                </a:cubicBezTo>
                <a:close/>
                <a:moveTo>
                  <a:pt x="2759083" y="22912"/>
                </a:moveTo>
                <a:lnTo>
                  <a:pt x="2779467" y="17578"/>
                </a:lnTo>
                <a:lnTo>
                  <a:pt x="2762417" y="22817"/>
                </a:lnTo>
                <a:close/>
                <a:moveTo>
                  <a:pt x="2713768" y="6001"/>
                </a:moveTo>
                <a:cubicBezTo>
                  <a:pt x="2714244" y="8097"/>
                  <a:pt x="2721007" y="9049"/>
                  <a:pt x="2724626" y="10001"/>
                </a:cubicBezTo>
                <a:lnTo>
                  <a:pt x="2717673" y="11716"/>
                </a:lnTo>
                <a:cubicBezTo>
                  <a:pt x="2716911" y="9811"/>
                  <a:pt x="2713197" y="7430"/>
                  <a:pt x="2713768" y="6001"/>
                </a:cubicBezTo>
                <a:close/>
                <a:moveTo>
                  <a:pt x="2697290" y="22956"/>
                </a:moveTo>
                <a:cubicBezTo>
                  <a:pt x="2695766" y="23527"/>
                  <a:pt x="2706815" y="28575"/>
                  <a:pt x="2715387" y="30004"/>
                </a:cubicBezTo>
                <a:lnTo>
                  <a:pt x="2716911" y="29433"/>
                </a:lnTo>
                <a:cubicBezTo>
                  <a:pt x="2726436" y="31433"/>
                  <a:pt x="2718816" y="33338"/>
                  <a:pt x="2715768" y="34385"/>
                </a:cubicBezTo>
                <a:cubicBezTo>
                  <a:pt x="2715768" y="33052"/>
                  <a:pt x="2720150" y="32290"/>
                  <a:pt x="2715768" y="31052"/>
                </a:cubicBezTo>
                <a:cubicBezTo>
                  <a:pt x="2713006" y="30719"/>
                  <a:pt x="2710206" y="31357"/>
                  <a:pt x="2707863" y="32862"/>
                </a:cubicBezTo>
                <a:cubicBezTo>
                  <a:pt x="2703595" y="30452"/>
                  <a:pt x="2699976" y="27052"/>
                  <a:pt x="2697290" y="22956"/>
                </a:cubicBezTo>
                <a:close/>
                <a:moveTo>
                  <a:pt x="2695671" y="18574"/>
                </a:moveTo>
                <a:lnTo>
                  <a:pt x="2707481" y="15717"/>
                </a:lnTo>
                <a:cubicBezTo>
                  <a:pt x="2704433" y="16860"/>
                  <a:pt x="2706719" y="18384"/>
                  <a:pt x="2706719" y="19527"/>
                </a:cubicBezTo>
                <a:close/>
                <a:moveTo>
                  <a:pt x="2690789" y="20721"/>
                </a:moveTo>
                <a:lnTo>
                  <a:pt x="2692122" y="19007"/>
                </a:lnTo>
                <a:lnTo>
                  <a:pt x="2696218" y="19388"/>
                </a:lnTo>
                <a:close/>
                <a:moveTo>
                  <a:pt x="2681383" y="9049"/>
                </a:moveTo>
                <a:cubicBezTo>
                  <a:pt x="2684583" y="9297"/>
                  <a:pt x="2687516" y="10887"/>
                  <a:pt x="2689479" y="13431"/>
                </a:cubicBezTo>
                <a:lnTo>
                  <a:pt x="2685478" y="13145"/>
                </a:lnTo>
                <a:close/>
                <a:moveTo>
                  <a:pt x="2670024" y="8339"/>
                </a:moveTo>
                <a:lnTo>
                  <a:pt x="2680501" y="3291"/>
                </a:lnTo>
                <a:lnTo>
                  <a:pt x="2674596" y="6625"/>
                </a:lnTo>
                <a:close/>
                <a:moveTo>
                  <a:pt x="2651761" y="14670"/>
                </a:moveTo>
                <a:cubicBezTo>
                  <a:pt x="2653760" y="13621"/>
                  <a:pt x="2655865" y="12793"/>
                  <a:pt x="2658047" y="12193"/>
                </a:cubicBezTo>
                <a:cubicBezTo>
                  <a:pt x="2658533" y="12650"/>
                  <a:pt x="2659076" y="13031"/>
                  <a:pt x="2659666" y="13336"/>
                </a:cubicBezTo>
                <a:cubicBezTo>
                  <a:pt x="2657066" y="13955"/>
                  <a:pt x="2654418" y="14403"/>
                  <a:pt x="2651761" y="14670"/>
                </a:cubicBezTo>
                <a:close/>
                <a:moveTo>
                  <a:pt x="2640426" y="26860"/>
                </a:moveTo>
                <a:lnTo>
                  <a:pt x="2658142" y="24860"/>
                </a:lnTo>
                <a:cubicBezTo>
                  <a:pt x="2656904" y="26480"/>
                  <a:pt x="2659094" y="29146"/>
                  <a:pt x="2649474" y="28289"/>
                </a:cubicBezTo>
                <a:lnTo>
                  <a:pt x="2649474" y="30385"/>
                </a:lnTo>
                <a:close/>
                <a:moveTo>
                  <a:pt x="2627281" y="5048"/>
                </a:moveTo>
                <a:cubicBezTo>
                  <a:pt x="2633310" y="2343"/>
                  <a:pt x="2639749" y="638"/>
                  <a:pt x="2646331" y="0"/>
                </a:cubicBezTo>
                <a:cubicBezTo>
                  <a:pt x="2641663" y="1714"/>
                  <a:pt x="2652045" y="3619"/>
                  <a:pt x="2647664" y="6382"/>
                </a:cubicBezTo>
                <a:lnTo>
                  <a:pt x="2627678" y="5075"/>
                </a:lnTo>
                <a:close/>
                <a:moveTo>
                  <a:pt x="2621281" y="14193"/>
                </a:moveTo>
                <a:cubicBezTo>
                  <a:pt x="2626671" y="14260"/>
                  <a:pt x="2632034" y="13488"/>
                  <a:pt x="2637187" y="11907"/>
                </a:cubicBezTo>
                <a:lnTo>
                  <a:pt x="2640330" y="15335"/>
                </a:lnTo>
                <a:lnTo>
                  <a:pt x="2651760" y="14669"/>
                </a:lnTo>
                <a:cubicBezTo>
                  <a:pt x="2648598" y="16307"/>
                  <a:pt x="2644969" y="16812"/>
                  <a:pt x="2641473" y="16097"/>
                </a:cubicBezTo>
                <a:lnTo>
                  <a:pt x="2640330" y="15336"/>
                </a:lnTo>
                <a:lnTo>
                  <a:pt x="2640331" y="15336"/>
                </a:lnTo>
                <a:cubicBezTo>
                  <a:pt x="2633968" y="15326"/>
                  <a:pt x="2627605" y="14946"/>
                  <a:pt x="2621281" y="14193"/>
                </a:cubicBezTo>
                <a:close/>
                <a:moveTo>
                  <a:pt x="2610136" y="12288"/>
                </a:moveTo>
                <a:lnTo>
                  <a:pt x="2610612" y="12288"/>
                </a:lnTo>
                <a:lnTo>
                  <a:pt x="2610313" y="12319"/>
                </a:lnTo>
                <a:close/>
                <a:moveTo>
                  <a:pt x="2589277" y="14479"/>
                </a:moveTo>
                <a:lnTo>
                  <a:pt x="2610313" y="12319"/>
                </a:lnTo>
                <a:lnTo>
                  <a:pt x="2610612" y="12371"/>
                </a:lnTo>
                <a:lnTo>
                  <a:pt x="2621090" y="14192"/>
                </a:lnTo>
                <a:cubicBezTo>
                  <a:pt x="2617232" y="14288"/>
                  <a:pt x="2613374" y="14640"/>
                  <a:pt x="2609565" y="15241"/>
                </a:cubicBezTo>
                <a:cubicBezTo>
                  <a:pt x="2625185" y="17527"/>
                  <a:pt x="2597753" y="20860"/>
                  <a:pt x="2619090" y="19812"/>
                </a:cubicBezTo>
                <a:cubicBezTo>
                  <a:pt x="2611469" y="21622"/>
                  <a:pt x="2615089" y="25051"/>
                  <a:pt x="2601944" y="25051"/>
                </a:cubicBezTo>
                <a:cubicBezTo>
                  <a:pt x="2595372" y="20575"/>
                  <a:pt x="2606135" y="18860"/>
                  <a:pt x="2609660" y="14764"/>
                </a:cubicBezTo>
                <a:cubicBezTo>
                  <a:pt x="2602869" y="15221"/>
                  <a:pt x="2596049" y="15126"/>
                  <a:pt x="2589277" y="14479"/>
                </a:cubicBezTo>
                <a:close/>
                <a:moveTo>
                  <a:pt x="2587942" y="37626"/>
                </a:moveTo>
                <a:cubicBezTo>
                  <a:pt x="2581179" y="36291"/>
                  <a:pt x="2586133" y="34577"/>
                  <a:pt x="2592324" y="34863"/>
                </a:cubicBezTo>
                <a:lnTo>
                  <a:pt x="2592800" y="36958"/>
                </a:lnTo>
                <a:cubicBezTo>
                  <a:pt x="2591276" y="37626"/>
                  <a:pt x="2589561" y="37053"/>
                  <a:pt x="2587942" y="37626"/>
                </a:cubicBezTo>
                <a:close/>
                <a:moveTo>
                  <a:pt x="2564416" y="14669"/>
                </a:moveTo>
                <a:cubicBezTo>
                  <a:pt x="2564416" y="13336"/>
                  <a:pt x="2566416" y="12002"/>
                  <a:pt x="2573941" y="10097"/>
                </a:cubicBezTo>
                <a:cubicBezTo>
                  <a:pt x="2578818" y="12602"/>
                  <a:pt x="2584056" y="14336"/>
                  <a:pt x="2589466" y="15241"/>
                </a:cubicBezTo>
                <a:lnTo>
                  <a:pt x="2584990" y="15241"/>
                </a:lnTo>
                <a:lnTo>
                  <a:pt x="2586609" y="15145"/>
                </a:lnTo>
                <a:close/>
                <a:moveTo>
                  <a:pt x="2553819" y="14721"/>
                </a:moveTo>
                <a:lnTo>
                  <a:pt x="2564106" y="8530"/>
                </a:lnTo>
                <a:lnTo>
                  <a:pt x="2561725" y="12912"/>
                </a:lnTo>
                <a:close/>
                <a:moveTo>
                  <a:pt x="2533650" y="38957"/>
                </a:moveTo>
                <a:cubicBezTo>
                  <a:pt x="2530506" y="32004"/>
                  <a:pt x="2554890" y="29813"/>
                  <a:pt x="2548890" y="25146"/>
                </a:cubicBezTo>
                <a:cubicBezTo>
                  <a:pt x="2556034" y="27147"/>
                  <a:pt x="2553462" y="30385"/>
                  <a:pt x="2567940" y="28480"/>
                </a:cubicBezTo>
                <a:cubicBezTo>
                  <a:pt x="2577084" y="25051"/>
                  <a:pt x="2556700" y="22289"/>
                  <a:pt x="2552890" y="20288"/>
                </a:cubicBezTo>
                <a:lnTo>
                  <a:pt x="2564129" y="14860"/>
                </a:lnTo>
                <a:lnTo>
                  <a:pt x="2563178" y="14098"/>
                </a:lnTo>
                <a:lnTo>
                  <a:pt x="2564130" y="14193"/>
                </a:lnTo>
                <a:lnTo>
                  <a:pt x="2564130" y="14859"/>
                </a:lnTo>
                <a:lnTo>
                  <a:pt x="2564130" y="14859"/>
                </a:lnTo>
                <a:cubicBezTo>
                  <a:pt x="2573369" y="21813"/>
                  <a:pt x="2580322" y="34195"/>
                  <a:pt x="2569750" y="37052"/>
                </a:cubicBezTo>
                <a:cubicBezTo>
                  <a:pt x="2558986" y="32957"/>
                  <a:pt x="2546413" y="36481"/>
                  <a:pt x="2545651" y="40291"/>
                </a:cubicBezTo>
                <a:cubicBezTo>
                  <a:pt x="2542127" y="39243"/>
                  <a:pt x="2546699" y="37624"/>
                  <a:pt x="2546318" y="36481"/>
                </a:cubicBezTo>
                <a:close/>
                <a:moveTo>
                  <a:pt x="2533436" y="11959"/>
                </a:moveTo>
                <a:lnTo>
                  <a:pt x="2539532" y="9673"/>
                </a:lnTo>
                <a:lnTo>
                  <a:pt x="2538675" y="13388"/>
                </a:lnTo>
                <a:close/>
                <a:moveTo>
                  <a:pt x="2505742" y="24004"/>
                </a:moveTo>
                <a:cubicBezTo>
                  <a:pt x="2513647" y="22194"/>
                  <a:pt x="2521553" y="20384"/>
                  <a:pt x="2519458" y="25813"/>
                </a:cubicBezTo>
                <a:lnTo>
                  <a:pt x="2520696" y="25813"/>
                </a:lnTo>
                <a:cubicBezTo>
                  <a:pt x="2513266" y="26576"/>
                  <a:pt x="2506599" y="27813"/>
                  <a:pt x="2505742" y="24004"/>
                </a:cubicBezTo>
                <a:close/>
                <a:moveTo>
                  <a:pt x="2505527" y="36628"/>
                </a:moveTo>
                <a:lnTo>
                  <a:pt x="2509623" y="32723"/>
                </a:lnTo>
                <a:lnTo>
                  <a:pt x="2512290" y="37581"/>
                </a:lnTo>
                <a:close/>
                <a:moveTo>
                  <a:pt x="2485263" y="10192"/>
                </a:moveTo>
                <a:lnTo>
                  <a:pt x="2495931" y="9049"/>
                </a:lnTo>
                <a:cubicBezTo>
                  <a:pt x="2492597" y="9049"/>
                  <a:pt x="2494597" y="10383"/>
                  <a:pt x="2494788" y="11716"/>
                </a:cubicBezTo>
                <a:cubicBezTo>
                  <a:pt x="2491759" y="10544"/>
                  <a:pt x="2488511" y="10020"/>
                  <a:pt x="2485263" y="10192"/>
                </a:cubicBezTo>
                <a:close/>
                <a:moveTo>
                  <a:pt x="2484191" y="37677"/>
                </a:moveTo>
                <a:lnTo>
                  <a:pt x="2492573" y="37963"/>
                </a:lnTo>
                <a:lnTo>
                  <a:pt x="2496097" y="39011"/>
                </a:lnTo>
                <a:close/>
                <a:moveTo>
                  <a:pt x="2452783" y="33243"/>
                </a:moveTo>
                <a:cubicBezTo>
                  <a:pt x="2452783" y="31814"/>
                  <a:pt x="2460784" y="32767"/>
                  <a:pt x="2467832" y="32957"/>
                </a:cubicBezTo>
                <a:cubicBezTo>
                  <a:pt x="2466022" y="33243"/>
                  <a:pt x="2464689" y="33720"/>
                  <a:pt x="2464689" y="34577"/>
                </a:cubicBezTo>
                <a:close/>
                <a:moveTo>
                  <a:pt x="2438400" y="11050"/>
                </a:moveTo>
                <a:lnTo>
                  <a:pt x="2445258" y="10383"/>
                </a:lnTo>
                <a:cubicBezTo>
                  <a:pt x="2444972" y="11050"/>
                  <a:pt x="2445353" y="11050"/>
                  <a:pt x="2446401" y="11050"/>
                </a:cubicBezTo>
                <a:cubicBezTo>
                  <a:pt x="2443733" y="10850"/>
                  <a:pt x="2441067" y="10850"/>
                  <a:pt x="2438400" y="11050"/>
                </a:cubicBezTo>
                <a:close/>
                <a:moveTo>
                  <a:pt x="2425541" y="11431"/>
                </a:moveTo>
                <a:cubicBezTo>
                  <a:pt x="2429494" y="9645"/>
                  <a:pt x="2435352" y="8144"/>
                  <a:pt x="2433352" y="10573"/>
                </a:cubicBezTo>
                <a:cubicBezTo>
                  <a:pt x="2431351" y="9049"/>
                  <a:pt x="2432685" y="14955"/>
                  <a:pt x="2429161" y="14002"/>
                </a:cubicBezTo>
                <a:cubicBezTo>
                  <a:pt x="2419541" y="15288"/>
                  <a:pt x="2421588" y="13216"/>
                  <a:pt x="2425541" y="11431"/>
                </a:cubicBezTo>
                <a:close/>
                <a:moveTo>
                  <a:pt x="2399730" y="15527"/>
                </a:moveTo>
                <a:lnTo>
                  <a:pt x="2408025" y="16552"/>
                </a:lnTo>
                <a:lnTo>
                  <a:pt x="2408016" y="16575"/>
                </a:lnTo>
                <a:lnTo>
                  <a:pt x="2408207" y="16575"/>
                </a:lnTo>
                <a:lnTo>
                  <a:pt x="2408025" y="16552"/>
                </a:lnTo>
                <a:lnTo>
                  <a:pt x="2408778" y="14575"/>
                </a:lnTo>
                <a:cubicBezTo>
                  <a:pt x="2407636" y="15814"/>
                  <a:pt x="2403921" y="15814"/>
                  <a:pt x="2399730" y="15527"/>
                </a:cubicBezTo>
                <a:close/>
                <a:moveTo>
                  <a:pt x="2358962" y="47626"/>
                </a:moveTo>
                <a:lnTo>
                  <a:pt x="2358962" y="41721"/>
                </a:lnTo>
                <a:cubicBezTo>
                  <a:pt x="2360428" y="43512"/>
                  <a:pt x="2362428" y="44778"/>
                  <a:pt x="2364676" y="45340"/>
                </a:cubicBezTo>
                <a:close/>
                <a:moveTo>
                  <a:pt x="2312480" y="33624"/>
                </a:moveTo>
                <a:lnTo>
                  <a:pt x="2325434" y="32290"/>
                </a:lnTo>
                <a:cubicBezTo>
                  <a:pt x="2327434" y="33909"/>
                  <a:pt x="2322672" y="34481"/>
                  <a:pt x="2319528" y="35623"/>
                </a:cubicBezTo>
                <a:cubicBezTo>
                  <a:pt x="2314766" y="36290"/>
                  <a:pt x="2311146" y="35338"/>
                  <a:pt x="2312480" y="33624"/>
                </a:cubicBezTo>
                <a:close/>
                <a:moveTo>
                  <a:pt x="2285429" y="11621"/>
                </a:moveTo>
                <a:cubicBezTo>
                  <a:pt x="2290925" y="11878"/>
                  <a:pt x="2296392" y="12716"/>
                  <a:pt x="2301716" y="14098"/>
                </a:cubicBezTo>
                <a:cubicBezTo>
                  <a:pt x="2299716" y="17526"/>
                  <a:pt x="2293334" y="14002"/>
                  <a:pt x="2285429" y="11621"/>
                </a:cubicBezTo>
                <a:close/>
                <a:moveTo>
                  <a:pt x="2266474" y="11621"/>
                </a:moveTo>
                <a:cubicBezTo>
                  <a:pt x="2272588" y="9335"/>
                  <a:pt x="2279313" y="9335"/>
                  <a:pt x="2285428" y="11621"/>
                </a:cubicBezTo>
                <a:cubicBezTo>
                  <a:pt x="2280237" y="11431"/>
                  <a:pt x="2275036" y="11745"/>
                  <a:pt x="2269902" y="12574"/>
                </a:cubicBezTo>
                <a:cubicBezTo>
                  <a:pt x="2268740" y="12345"/>
                  <a:pt x="2267588" y="12031"/>
                  <a:pt x="2266474" y="11621"/>
                </a:cubicBezTo>
                <a:close/>
                <a:moveTo>
                  <a:pt x="2132243" y="40059"/>
                </a:moveTo>
                <a:lnTo>
                  <a:pt x="2135005" y="30342"/>
                </a:lnTo>
                <a:lnTo>
                  <a:pt x="2135481" y="40059"/>
                </a:lnTo>
                <a:close/>
                <a:moveTo>
                  <a:pt x="1959424" y="57270"/>
                </a:moveTo>
                <a:cubicBezTo>
                  <a:pt x="1961269" y="56508"/>
                  <a:pt x="1964817" y="56246"/>
                  <a:pt x="1969485" y="55056"/>
                </a:cubicBezTo>
                <a:cubicBezTo>
                  <a:pt x="1965770" y="57056"/>
                  <a:pt x="1980724" y="57056"/>
                  <a:pt x="1977105" y="59437"/>
                </a:cubicBezTo>
                <a:cubicBezTo>
                  <a:pt x="1963198" y="56484"/>
                  <a:pt x="1974914" y="64771"/>
                  <a:pt x="1959578" y="62485"/>
                </a:cubicBezTo>
                <a:cubicBezTo>
                  <a:pt x="1957435" y="59294"/>
                  <a:pt x="1957578" y="58032"/>
                  <a:pt x="1959424" y="57270"/>
                </a:cubicBezTo>
                <a:close/>
                <a:moveTo>
                  <a:pt x="1956150" y="8287"/>
                </a:moveTo>
                <a:cubicBezTo>
                  <a:pt x="1955293" y="4001"/>
                  <a:pt x="1963769" y="9526"/>
                  <a:pt x="1971390" y="13050"/>
                </a:cubicBezTo>
                <a:cubicBezTo>
                  <a:pt x="1967189" y="11964"/>
                  <a:pt x="1962817" y="11735"/>
                  <a:pt x="1958531" y="12383"/>
                </a:cubicBezTo>
                <a:close/>
                <a:moveTo>
                  <a:pt x="1826419" y="59056"/>
                </a:moveTo>
                <a:lnTo>
                  <a:pt x="1838039" y="43721"/>
                </a:lnTo>
                <a:lnTo>
                  <a:pt x="1843849" y="55627"/>
                </a:lnTo>
                <a:cubicBezTo>
                  <a:pt x="1837829" y="53827"/>
                  <a:pt x="1831305" y="55113"/>
                  <a:pt x="1826419" y="59056"/>
                </a:cubicBezTo>
                <a:close/>
                <a:moveTo>
                  <a:pt x="1749077" y="52580"/>
                </a:moveTo>
                <a:lnTo>
                  <a:pt x="1752319" y="52535"/>
                </a:lnTo>
                <a:lnTo>
                  <a:pt x="1752410" y="52580"/>
                </a:lnTo>
                <a:close/>
                <a:moveTo>
                  <a:pt x="1583246" y="37625"/>
                </a:moveTo>
                <a:lnTo>
                  <a:pt x="1590579" y="34862"/>
                </a:lnTo>
                <a:lnTo>
                  <a:pt x="1585436" y="38863"/>
                </a:lnTo>
                <a:close/>
                <a:moveTo>
                  <a:pt x="1349693" y="66580"/>
                </a:moveTo>
                <a:cubicBezTo>
                  <a:pt x="1354360" y="66866"/>
                  <a:pt x="1356646" y="66961"/>
                  <a:pt x="1358170" y="68580"/>
                </a:cubicBezTo>
                <a:lnTo>
                  <a:pt x="1357408" y="70009"/>
                </a:lnTo>
                <a:close/>
                <a:moveTo>
                  <a:pt x="1316642" y="58866"/>
                </a:moveTo>
                <a:cubicBezTo>
                  <a:pt x="1319214" y="61533"/>
                  <a:pt x="1326357" y="58581"/>
                  <a:pt x="1329881" y="57628"/>
                </a:cubicBezTo>
                <a:cubicBezTo>
                  <a:pt x="1323785" y="56104"/>
                  <a:pt x="1320642" y="53532"/>
                  <a:pt x="1316642" y="58866"/>
                </a:cubicBezTo>
                <a:close/>
                <a:moveTo>
                  <a:pt x="1222034" y="60727"/>
                </a:moveTo>
                <a:lnTo>
                  <a:pt x="1226320" y="66347"/>
                </a:lnTo>
                <a:lnTo>
                  <a:pt x="1224034" y="66251"/>
                </a:lnTo>
                <a:close/>
                <a:moveTo>
                  <a:pt x="1111091" y="72580"/>
                </a:moveTo>
                <a:cubicBezTo>
                  <a:pt x="1109758" y="65532"/>
                  <a:pt x="1115663" y="72771"/>
                  <a:pt x="1125664" y="71819"/>
                </a:cubicBezTo>
                <a:cubicBezTo>
                  <a:pt x="1121092" y="71533"/>
                  <a:pt x="1115663" y="72580"/>
                  <a:pt x="1111091" y="72580"/>
                </a:cubicBezTo>
                <a:close/>
                <a:moveTo>
                  <a:pt x="864848" y="30546"/>
                </a:moveTo>
                <a:lnTo>
                  <a:pt x="864871" y="30482"/>
                </a:lnTo>
                <a:lnTo>
                  <a:pt x="866776" y="31339"/>
                </a:lnTo>
                <a:close/>
                <a:moveTo>
                  <a:pt x="17884" y="12245"/>
                </a:moveTo>
                <a:lnTo>
                  <a:pt x="27790" y="14245"/>
                </a:lnTo>
                <a:lnTo>
                  <a:pt x="24266" y="15483"/>
                </a:lnTo>
                <a:close/>
                <a:moveTo>
                  <a:pt x="11717" y="26005"/>
                </a:moveTo>
                <a:cubicBezTo>
                  <a:pt x="14574" y="19528"/>
                  <a:pt x="39054" y="25815"/>
                  <a:pt x="44102" y="19528"/>
                </a:cubicBezTo>
                <a:lnTo>
                  <a:pt x="71534" y="25910"/>
                </a:lnTo>
                <a:cubicBezTo>
                  <a:pt x="70772" y="23624"/>
                  <a:pt x="75153" y="20195"/>
                  <a:pt x="70772" y="19433"/>
                </a:cubicBezTo>
                <a:cubicBezTo>
                  <a:pt x="77535" y="19338"/>
                  <a:pt x="83535" y="19052"/>
                  <a:pt x="74582" y="15814"/>
                </a:cubicBezTo>
                <a:cubicBezTo>
                  <a:pt x="140304" y="31149"/>
                  <a:pt x="207741" y="16290"/>
                  <a:pt x="272416" y="24386"/>
                </a:cubicBezTo>
                <a:cubicBezTo>
                  <a:pt x="276607" y="23910"/>
                  <a:pt x="274035" y="21719"/>
                  <a:pt x="272416" y="20385"/>
                </a:cubicBezTo>
                <a:cubicBezTo>
                  <a:pt x="284323" y="26005"/>
                  <a:pt x="283751" y="17337"/>
                  <a:pt x="290323" y="16480"/>
                </a:cubicBezTo>
                <a:lnTo>
                  <a:pt x="307754" y="24862"/>
                </a:lnTo>
                <a:cubicBezTo>
                  <a:pt x="314802" y="22386"/>
                  <a:pt x="309278" y="19814"/>
                  <a:pt x="309754" y="18099"/>
                </a:cubicBezTo>
                <a:cubicBezTo>
                  <a:pt x="342806" y="16480"/>
                  <a:pt x="374905" y="24672"/>
                  <a:pt x="401670" y="19719"/>
                </a:cubicBezTo>
                <a:cubicBezTo>
                  <a:pt x="410529" y="22671"/>
                  <a:pt x="399956" y="26386"/>
                  <a:pt x="411195" y="27434"/>
                </a:cubicBezTo>
                <a:cubicBezTo>
                  <a:pt x="396051" y="18862"/>
                  <a:pt x="443676" y="23433"/>
                  <a:pt x="434151" y="17337"/>
                </a:cubicBezTo>
                <a:cubicBezTo>
                  <a:pt x="445009" y="26481"/>
                  <a:pt x="474537" y="19242"/>
                  <a:pt x="469679" y="32006"/>
                </a:cubicBezTo>
                <a:cubicBezTo>
                  <a:pt x="483109" y="32768"/>
                  <a:pt x="480823" y="26577"/>
                  <a:pt x="476918" y="25433"/>
                </a:cubicBezTo>
                <a:cubicBezTo>
                  <a:pt x="490662" y="26643"/>
                  <a:pt x="504521" y="25481"/>
                  <a:pt x="517875" y="22004"/>
                </a:cubicBezTo>
                <a:cubicBezTo>
                  <a:pt x="526733" y="24957"/>
                  <a:pt x="589027" y="18956"/>
                  <a:pt x="602933" y="28481"/>
                </a:cubicBezTo>
                <a:cubicBezTo>
                  <a:pt x="593408" y="22481"/>
                  <a:pt x="602933" y="25243"/>
                  <a:pt x="612458" y="22481"/>
                </a:cubicBezTo>
                <a:lnTo>
                  <a:pt x="604267" y="16956"/>
                </a:lnTo>
                <a:lnTo>
                  <a:pt x="624746" y="17623"/>
                </a:lnTo>
                <a:cubicBezTo>
                  <a:pt x="628937" y="16861"/>
                  <a:pt x="630080" y="17623"/>
                  <a:pt x="630080" y="17623"/>
                </a:cubicBezTo>
                <a:cubicBezTo>
                  <a:pt x="633604" y="17909"/>
                  <a:pt x="629222" y="20766"/>
                  <a:pt x="638081" y="22195"/>
                </a:cubicBezTo>
                <a:cubicBezTo>
                  <a:pt x="645930" y="22681"/>
                  <a:pt x="653740" y="20748"/>
                  <a:pt x="660465" y="16670"/>
                </a:cubicBezTo>
                <a:lnTo>
                  <a:pt x="658274" y="15814"/>
                </a:lnTo>
                <a:lnTo>
                  <a:pt x="667799" y="15337"/>
                </a:lnTo>
                <a:cubicBezTo>
                  <a:pt x="674752" y="15432"/>
                  <a:pt x="643129" y="20766"/>
                  <a:pt x="665894" y="23624"/>
                </a:cubicBezTo>
                <a:cubicBezTo>
                  <a:pt x="666656" y="22100"/>
                  <a:pt x="679610" y="14861"/>
                  <a:pt x="685706" y="18766"/>
                </a:cubicBezTo>
                <a:cubicBezTo>
                  <a:pt x="674085" y="18480"/>
                  <a:pt x="675514" y="22290"/>
                  <a:pt x="679800" y="23910"/>
                </a:cubicBezTo>
                <a:lnTo>
                  <a:pt x="696183" y="23910"/>
                </a:lnTo>
                <a:lnTo>
                  <a:pt x="690754" y="16861"/>
                </a:lnTo>
                <a:cubicBezTo>
                  <a:pt x="737522" y="17242"/>
                  <a:pt x="786100" y="22290"/>
                  <a:pt x="836010" y="21814"/>
                </a:cubicBezTo>
                <a:cubicBezTo>
                  <a:pt x="835677" y="25005"/>
                  <a:pt x="844512" y="25148"/>
                  <a:pt x="852858" y="25612"/>
                </a:cubicBezTo>
                <a:lnTo>
                  <a:pt x="864848" y="30546"/>
                </a:lnTo>
                <a:lnTo>
                  <a:pt x="863490" y="34280"/>
                </a:lnTo>
                <a:cubicBezTo>
                  <a:pt x="867205" y="35816"/>
                  <a:pt x="873635" y="37102"/>
                  <a:pt x="878397" y="36578"/>
                </a:cubicBezTo>
                <a:cubicBezTo>
                  <a:pt x="868014" y="33721"/>
                  <a:pt x="897065" y="27624"/>
                  <a:pt x="871729" y="26291"/>
                </a:cubicBezTo>
                <a:lnTo>
                  <a:pt x="891351" y="22004"/>
                </a:lnTo>
                <a:cubicBezTo>
                  <a:pt x="902209" y="4860"/>
                  <a:pt x="943643" y="23433"/>
                  <a:pt x="973361" y="17909"/>
                </a:cubicBezTo>
                <a:cubicBezTo>
                  <a:pt x="972132" y="18176"/>
                  <a:pt x="971066" y="18928"/>
                  <a:pt x="970408" y="20005"/>
                </a:cubicBezTo>
                <a:cubicBezTo>
                  <a:pt x="996792" y="14575"/>
                  <a:pt x="1029558" y="24672"/>
                  <a:pt x="1035749" y="21909"/>
                </a:cubicBezTo>
                <a:lnTo>
                  <a:pt x="1038035" y="26672"/>
                </a:lnTo>
                <a:cubicBezTo>
                  <a:pt x="1054533" y="19795"/>
                  <a:pt x="1072735" y="18061"/>
                  <a:pt x="1090233" y="21719"/>
                </a:cubicBezTo>
                <a:cubicBezTo>
                  <a:pt x="1089851" y="22481"/>
                  <a:pt x="1086709" y="23814"/>
                  <a:pt x="1090995" y="24862"/>
                </a:cubicBezTo>
                <a:cubicBezTo>
                  <a:pt x="1100501" y="19385"/>
                  <a:pt x="1111569" y="17270"/>
                  <a:pt x="1122427" y="18862"/>
                </a:cubicBezTo>
                <a:lnTo>
                  <a:pt x="1121665" y="20290"/>
                </a:lnTo>
                <a:lnTo>
                  <a:pt x="1150240" y="19528"/>
                </a:lnTo>
                <a:cubicBezTo>
                  <a:pt x="1150049" y="34101"/>
                  <a:pt x="1199675" y="10670"/>
                  <a:pt x="1208342" y="26386"/>
                </a:cubicBezTo>
                <a:cubicBezTo>
                  <a:pt x="1213962" y="22195"/>
                  <a:pt x="1234822" y="20861"/>
                  <a:pt x="1244347" y="18766"/>
                </a:cubicBezTo>
                <a:cubicBezTo>
                  <a:pt x="1244442" y="19433"/>
                  <a:pt x="1245014" y="20099"/>
                  <a:pt x="1246633" y="20766"/>
                </a:cubicBezTo>
                <a:cubicBezTo>
                  <a:pt x="1257682" y="12765"/>
                  <a:pt x="1278542" y="23147"/>
                  <a:pt x="1290829" y="22290"/>
                </a:cubicBezTo>
                <a:cubicBezTo>
                  <a:pt x="1298830" y="20385"/>
                  <a:pt x="1295306" y="17909"/>
                  <a:pt x="1291877" y="15432"/>
                </a:cubicBezTo>
                <a:cubicBezTo>
                  <a:pt x="1307689" y="21624"/>
                  <a:pt x="1335501" y="8574"/>
                  <a:pt x="1341216" y="11146"/>
                </a:cubicBezTo>
                <a:cubicBezTo>
                  <a:pt x="1352837" y="11813"/>
                  <a:pt x="1345598" y="16766"/>
                  <a:pt x="1348741" y="20005"/>
                </a:cubicBezTo>
                <a:cubicBezTo>
                  <a:pt x="1365982" y="18576"/>
                  <a:pt x="1345883" y="6765"/>
                  <a:pt x="1368934" y="12575"/>
                </a:cubicBezTo>
                <a:cubicBezTo>
                  <a:pt x="1366267" y="13242"/>
                  <a:pt x="1361314" y="13718"/>
                  <a:pt x="1363219" y="14575"/>
                </a:cubicBezTo>
                <a:cubicBezTo>
                  <a:pt x="1372077" y="15814"/>
                  <a:pt x="1387794" y="32577"/>
                  <a:pt x="1396556" y="29244"/>
                </a:cubicBezTo>
                <a:lnTo>
                  <a:pt x="1390842" y="26577"/>
                </a:lnTo>
                <a:cubicBezTo>
                  <a:pt x="1406844" y="22862"/>
                  <a:pt x="1428846" y="38197"/>
                  <a:pt x="1431418" y="28672"/>
                </a:cubicBezTo>
                <a:lnTo>
                  <a:pt x="1429894" y="24100"/>
                </a:lnTo>
                <a:cubicBezTo>
                  <a:pt x="1457612" y="30101"/>
                  <a:pt x="1441229" y="22290"/>
                  <a:pt x="1469804" y="27529"/>
                </a:cubicBezTo>
                <a:lnTo>
                  <a:pt x="1469804" y="28291"/>
                </a:lnTo>
                <a:cubicBezTo>
                  <a:pt x="1482091" y="27434"/>
                  <a:pt x="1488664" y="33149"/>
                  <a:pt x="1494664" y="25815"/>
                </a:cubicBezTo>
                <a:lnTo>
                  <a:pt x="1490473" y="24767"/>
                </a:lnTo>
                <a:cubicBezTo>
                  <a:pt x="1505713" y="23814"/>
                  <a:pt x="1507047" y="24767"/>
                  <a:pt x="1522477" y="24767"/>
                </a:cubicBezTo>
                <a:cubicBezTo>
                  <a:pt x="1526239" y="23671"/>
                  <a:pt x="1530240" y="23671"/>
                  <a:pt x="1534002" y="24767"/>
                </a:cubicBezTo>
                <a:cubicBezTo>
                  <a:pt x="1534669" y="18671"/>
                  <a:pt x="1569912" y="22386"/>
                  <a:pt x="1576770" y="22386"/>
                </a:cubicBezTo>
                <a:cubicBezTo>
                  <a:pt x="1564292" y="23243"/>
                  <a:pt x="1570388" y="25815"/>
                  <a:pt x="1573817" y="28291"/>
                </a:cubicBezTo>
                <a:cubicBezTo>
                  <a:pt x="1580199" y="23357"/>
                  <a:pt x="1588876" y="22614"/>
                  <a:pt x="1596010" y="26386"/>
                </a:cubicBezTo>
                <a:cubicBezTo>
                  <a:pt x="1597439" y="18862"/>
                  <a:pt x="1599439" y="10765"/>
                  <a:pt x="1619156" y="10289"/>
                </a:cubicBezTo>
                <a:cubicBezTo>
                  <a:pt x="1616108" y="11432"/>
                  <a:pt x="1611345" y="12003"/>
                  <a:pt x="1613346" y="13622"/>
                </a:cubicBezTo>
                <a:cubicBezTo>
                  <a:pt x="1615346" y="15242"/>
                  <a:pt x="1619918" y="13527"/>
                  <a:pt x="1621442" y="12956"/>
                </a:cubicBezTo>
                <a:cubicBezTo>
                  <a:pt x="1623442" y="14480"/>
                  <a:pt x="1617060" y="15718"/>
                  <a:pt x="1619251" y="18385"/>
                </a:cubicBezTo>
                <a:cubicBezTo>
                  <a:pt x="1632586" y="11051"/>
                  <a:pt x="1642587" y="17813"/>
                  <a:pt x="1661637" y="15242"/>
                </a:cubicBezTo>
                <a:cubicBezTo>
                  <a:pt x="1655541" y="17528"/>
                  <a:pt x="1660780" y="19052"/>
                  <a:pt x="1662971" y="21624"/>
                </a:cubicBezTo>
                <a:cubicBezTo>
                  <a:pt x="1664399" y="13051"/>
                  <a:pt x="1689355" y="29148"/>
                  <a:pt x="1682021" y="18004"/>
                </a:cubicBezTo>
                <a:cubicBezTo>
                  <a:pt x="1719835" y="24672"/>
                  <a:pt x="1778033" y="18480"/>
                  <a:pt x="1792797" y="25624"/>
                </a:cubicBezTo>
                <a:cubicBezTo>
                  <a:pt x="1796797" y="28767"/>
                  <a:pt x="1807274" y="23624"/>
                  <a:pt x="1813942" y="23624"/>
                </a:cubicBezTo>
                <a:lnTo>
                  <a:pt x="1812990" y="27338"/>
                </a:lnTo>
                <a:cubicBezTo>
                  <a:pt x="1831468" y="20385"/>
                  <a:pt x="1827373" y="24767"/>
                  <a:pt x="1848994" y="17813"/>
                </a:cubicBezTo>
                <a:cubicBezTo>
                  <a:pt x="1840040" y="22290"/>
                  <a:pt x="1843755" y="24386"/>
                  <a:pt x="1852804" y="27910"/>
                </a:cubicBezTo>
                <a:lnTo>
                  <a:pt x="1867759" y="20099"/>
                </a:lnTo>
                <a:lnTo>
                  <a:pt x="1870616" y="25910"/>
                </a:lnTo>
                <a:cubicBezTo>
                  <a:pt x="1877055" y="24176"/>
                  <a:pt x="1883817" y="24014"/>
                  <a:pt x="1890333" y="25433"/>
                </a:cubicBezTo>
                <a:cubicBezTo>
                  <a:pt x="1887094" y="25529"/>
                  <a:pt x="1889094" y="26005"/>
                  <a:pt x="1889094" y="27148"/>
                </a:cubicBezTo>
                <a:cubicBezTo>
                  <a:pt x="1892333" y="18956"/>
                  <a:pt x="1918908" y="19909"/>
                  <a:pt x="1923099" y="16099"/>
                </a:cubicBezTo>
                <a:cubicBezTo>
                  <a:pt x="1929766" y="24005"/>
                  <a:pt x="1940910" y="14099"/>
                  <a:pt x="1945768" y="21528"/>
                </a:cubicBezTo>
                <a:cubicBezTo>
                  <a:pt x="1948359" y="20309"/>
                  <a:pt x="1951074" y="19376"/>
                  <a:pt x="1953864" y="18766"/>
                </a:cubicBezTo>
                <a:cubicBezTo>
                  <a:pt x="1950626" y="15242"/>
                  <a:pt x="1949483" y="11432"/>
                  <a:pt x="1955483" y="13146"/>
                </a:cubicBezTo>
                <a:lnTo>
                  <a:pt x="1956912" y="13146"/>
                </a:lnTo>
                <a:lnTo>
                  <a:pt x="1959484" y="17718"/>
                </a:lnTo>
                <a:cubicBezTo>
                  <a:pt x="1964932" y="16804"/>
                  <a:pt x="1970438" y="16261"/>
                  <a:pt x="1975962" y="16099"/>
                </a:cubicBezTo>
                <a:cubicBezTo>
                  <a:pt x="1973819" y="15575"/>
                  <a:pt x="1971743" y="14804"/>
                  <a:pt x="1969771" y="13813"/>
                </a:cubicBezTo>
                <a:cubicBezTo>
                  <a:pt x="1972343" y="14480"/>
                  <a:pt x="1974819" y="15337"/>
                  <a:pt x="1977105" y="16099"/>
                </a:cubicBezTo>
                <a:lnTo>
                  <a:pt x="1978058" y="16099"/>
                </a:lnTo>
                <a:lnTo>
                  <a:pt x="1979296" y="16099"/>
                </a:lnTo>
                <a:lnTo>
                  <a:pt x="1990917" y="16099"/>
                </a:lnTo>
                <a:cubicBezTo>
                  <a:pt x="2012348" y="23147"/>
                  <a:pt x="2038542" y="6574"/>
                  <a:pt x="2062164" y="16099"/>
                </a:cubicBezTo>
                <a:cubicBezTo>
                  <a:pt x="2059020" y="14956"/>
                  <a:pt x="2053972" y="14480"/>
                  <a:pt x="2052639" y="16099"/>
                </a:cubicBezTo>
                <a:cubicBezTo>
                  <a:pt x="2072355" y="15718"/>
                  <a:pt x="2091977" y="22290"/>
                  <a:pt x="2104455" y="18766"/>
                </a:cubicBezTo>
                <a:lnTo>
                  <a:pt x="2103598" y="14480"/>
                </a:lnTo>
                <a:cubicBezTo>
                  <a:pt x="2115942" y="12489"/>
                  <a:pt x="2128429" y="11470"/>
                  <a:pt x="2140936" y="11432"/>
                </a:cubicBezTo>
                <a:lnTo>
                  <a:pt x="2141602" y="6574"/>
                </a:lnTo>
                <a:cubicBezTo>
                  <a:pt x="2158557" y="8384"/>
                  <a:pt x="2194942" y="1049"/>
                  <a:pt x="2205325" y="10574"/>
                </a:cubicBezTo>
                <a:cubicBezTo>
                  <a:pt x="2209801" y="6860"/>
                  <a:pt x="2228851" y="11908"/>
                  <a:pt x="2238376" y="10574"/>
                </a:cubicBezTo>
                <a:lnTo>
                  <a:pt x="2240853" y="14289"/>
                </a:lnTo>
                <a:cubicBezTo>
                  <a:pt x="2250139" y="15204"/>
                  <a:pt x="2259503" y="14785"/>
                  <a:pt x="2268666" y="13051"/>
                </a:cubicBezTo>
                <a:cubicBezTo>
                  <a:pt x="2294192" y="20766"/>
                  <a:pt x="2317815" y="13146"/>
                  <a:pt x="2340103" y="13718"/>
                </a:cubicBezTo>
                <a:lnTo>
                  <a:pt x="2340103" y="14765"/>
                </a:lnTo>
                <a:lnTo>
                  <a:pt x="2362677" y="12194"/>
                </a:lnTo>
                <a:cubicBezTo>
                  <a:pt x="2356772" y="15527"/>
                  <a:pt x="2367154" y="9813"/>
                  <a:pt x="2373917" y="10765"/>
                </a:cubicBezTo>
                <a:cubicBezTo>
                  <a:pt x="2383061" y="9213"/>
                  <a:pt x="2392434" y="9737"/>
                  <a:pt x="2401349" y="12289"/>
                </a:cubicBezTo>
                <a:lnTo>
                  <a:pt x="2415732" y="12289"/>
                </a:lnTo>
                <a:cubicBezTo>
                  <a:pt x="2399730" y="14765"/>
                  <a:pt x="2416874" y="17528"/>
                  <a:pt x="2417732" y="21814"/>
                </a:cubicBezTo>
                <a:lnTo>
                  <a:pt x="2427257" y="18385"/>
                </a:lnTo>
                <a:cubicBezTo>
                  <a:pt x="2430972" y="20481"/>
                  <a:pt x="2421352" y="21719"/>
                  <a:pt x="2428114" y="22671"/>
                </a:cubicBezTo>
                <a:cubicBezTo>
                  <a:pt x="2434305" y="20385"/>
                  <a:pt x="2452498" y="20481"/>
                  <a:pt x="2458213" y="16099"/>
                </a:cubicBezTo>
                <a:cubicBezTo>
                  <a:pt x="2456499" y="14680"/>
                  <a:pt x="2454479" y="13670"/>
                  <a:pt x="2452308" y="13146"/>
                </a:cubicBezTo>
                <a:lnTo>
                  <a:pt x="2452403" y="13146"/>
                </a:lnTo>
                <a:cubicBezTo>
                  <a:pt x="2453327" y="12679"/>
                  <a:pt x="2454184" y="12099"/>
                  <a:pt x="2454974" y="11432"/>
                </a:cubicBezTo>
                <a:cubicBezTo>
                  <a:pt x="2466405" y="12384"/>
                  <a:pt x="2461833" y="10574"/>
                  <a:pt x="2461833" y="8670"/>
                </a:cubicBezTo>
                <a:cubicBezTo>
                  <a:pt x="2474787" y="15337"/>
                  <a:pt x="2482502" y="10860"/>
                  <a:pt x="2492027" y="18671"/>
                </a:cubicBezTo>
                <a:cubicBezTo>
                  <a:pt x="2478502" y="10194"/>
                  <a:pt x="2521840" y="18576"/>
                  <a:pt x="2513458" y="10194"/>
                </a:cubicBezTo>
                <a:cubicBezTo>
                  <a:pt x="2523174" y="16956"/>
                  <a:pt x="2520030" y="10480"/>
                  <a:pt x="2526317" y="16290"/>
                </a:cubicBezTo>
                <a:cubicBezTo>
                  <a:pt x="2513258" y="16185"/>
                  <a:pt x="2500304" y="18680"/>
                  <a:pt x="2488217" y="23624"/>
                </a:cubicBezTo>
                <a:lnTo>
                  <a:pt x="2499075" y="27624"/>
                </a:lnTo>
                <a:cubicBezTo>
                  <a:pt x="2492027" y="35530"/>
                  <a:pt x="2474882" y="25052"/>
                  <a:pt x="2468405" y="27624"/>
                </a:cubicBezTo>
                <a:cubicBezTo>
                  <a:pt x="2472786" y="25910"/>
                  <a:pt x="2482788" y="27624"/>
                  <a:pt x="2482788" y="29339"/>
                </a:cubicBezTo>
                <a:lnTo>
                  <a:pt x="2479930" y="23529"/>
                </a:lnTo>
                <a:cubicBezTo>
                  <a:pt x="2467005" y="22357"/>
                  <a:pt x="2453984" y="24110"/>
                  <a:pt x="2441830" y="28672"/>
                </a:cubicBezTo>
                <a:cubicBezTo>
                  <a:pt x="2452117" y="30577"/>
                  <a:pt x="2429257" y="32196"/>
                  <a:pt x="2436782" y="36292"/>
                </a:cubicBezTo>
                <a:lnTo>
                  <a:pt x="2444973" y="35530"/>
                </a:lnTo>
                <a:cubicBezTo>
                  <a:pt x="2448688" y="37626"/>
                  <a:pt x="2440782" y="39435"/>
                  <a:pt x="2436211" y="41150"/>
                </a:cubicBezTo>
                <a:cubicBezTo>
                  <a:pt x="2410398" y="36863"/>
                  <a:pt x="2363535" y="40578"/>
                  <a:pt x="2354010" y="36006"/>
                </a:cubicBezTo>
                <a:cubicBezTo>
                  <a:pt x="2360544" y="37092"/>
                  <a:pt x="2367250" y="36568"/>
                  <a:pt x="2373536" y="34482"/>
                </a:cubicBezTo>
                <a:lnTo>
                  <a:pt x="2361439" y="32101"/>
                </a:lnTo>
                <a:cubicBezTo>
                  <a:pt x="2371250" y="31815"/>
                  <a:pt x="2379061" y="37054"/>
                  <a:pt x="2393539" y="35149"/>
                </a:cubicBezTo>
                <a:cubicBezTo>
                  <a:pt x="2390585" y="31434"/>
                  <a:pt x="2401539" y="26386"/>
                  <a:pt x="2390585" y="21243"/>
                </a:cubicBezTo>
                <a:cubicBezTo>
                  <a:pt x="2362963" y="15432"/>
                  <a:pt x="2367821" y="30863"/>
                  <a:pt x="2334388" y="29434"/>
                </a:cubicBezTo>
                <a:cubicBezTo>
                  <a:pt x="2331340" y="30577"/>
                  <a:pt x="2341341" y="23433"/>
                  <a:pt x="2323625" y="25433"/>
                </a:cubicBezTo>
                <a:cubicBezTo>
                  <a:pt x="2301241" y="29148"/>
                  <a:pt x="2284858" y="37530"/>
                  <a:pt x="2284858" y="45627"/>
                </a:cubicBezTo>
                <a:cubicBezTo>
                  <a:pt x="2294288" y="43246"/>
                  <a:pt x="2313148" y="38483"/>
                  <a:pt x="2316005" y="44389"/>
                </a:cubicBezTo>
                <a:cubicBezTo>
                  <a:pt x="2306575" y="46674"/>
                  <a:pt x="2290383" y="48103"/>
                  <a:pt x="2289525" y="51913"/>
                </a:cubicBezTo>
                <a:cubicBezTo>
                  <a:pt x="2279810" y="45150"/>
                  <a:pt x="2307242" y="49913"/>
                  <a:pt x="2294478" y="44293"/>
                </a:cubicBezTo>
                <a:cubicBezTo>
                  <a:pt x="2290107" y="44522"/>
                  <a:pt x="2285849" y="45722"/>
                  <a:pt x="2282001" y="47817"/>
                </a:cubicBezTo>
                <a:cubicBezTo>
                  <a:pt x="2286382" y="44960"/>
                  <a:pt x="2276095" y="43055"/>
                  <a:pt x="2274095" y="41531"/>
                </a:cubicBezTo>
                <a:cubicBezTo>
                  <a:pt x="2252664" y="41436"/>
                  <a:pt x="2240377" y="38483"/>
                  <a:pt x="2217421" y="37912"/>
                </a:cubicBezTo>
                <a:cubicBezTo>
                  <a:pt x="2216183" y="36959"/>
                  <a:pt x="2213707" y="34768"/>
                  <a:pt x="2214373" y="33149"/>
                </a:cubicBezTo>
                <a:cubicBezTo>
                  <a:pt x="2203133" y="34958"/>
                  <a:pt x="2187132" y="45055"/>
                  <a:pt x="2191323" y="49246"/>
                </a:cubicBezTo>
                <a:cubicBezTo>
                  <a:pt x="2178178" y="49532"/>
                  <a:pt x="2177416" y="46388"/>
                  <a:pt x="2166272" y="48198"/>
                </a:cubicBezTo>
                <a:cubicBezTo>
                  <a:pt x="2184179" y="54294"/>
                  <a:pt x="2162748" y="47246"/>
                  <a:pt x="2160842" y="53723"/>
                </a:cubicBezTo>
                <a:cubicBezTo>
                  <a:pt x="2149127" y="54485"/>
                  <a:pt x="2156557" y="50579"/>
                  <a:pt x="2151317" y="49056"/>
                </a:cubicBezTo>
                <a:lnTo>
                  <a:pt x="2145296" y="53212"/>
                </a:lnTo>
                <a:lnTo>
                  <a:pt x="2144555" y="53723"/>
                </a:lnTo>
                <a:cubicBezTo>
                  <a:pt x="2137507" y="48294"/>
                  <a:pt x="2158176" y="40388"/>
                  <a:pt x="2149889" y="34673"/>
                </a:cubicBezTo>
                <a:cubicBezTo>
                  <a:pt x="2139469" y="30329"/>
                  <a:pt x="2128743" y="26758"/>
                  <a:pt x="2117790" y="24005"/>
                </a:cubicBezTo>
                <a:cubicBezTo>
                  <a:pt x="2112646" y="29530"/>
                  <a:pt x="2113980" y="52104"/>
                  <a:pt x="2122171" y="59438"/>
                </a:cubicBezTo>
                <a:cubicBezTo>
                  <a:pt x="2121314" y="63248"/>
                  <a:pt x="2111313" y="55437"/>
                  <a:pt x="2106264" y="54961"/>
                </a:cubicBezTo>
                <a:cubicBezTo>
                  <a:pt x="2091786" y="48865"/>
                  <a:pt x="2084166" y="59819"/>
                  <a:pt x="2072070" y="57342"/>
                </a:cubicBezTo>
                <a:lnTo>
                  <a:pt x="2081595" y="53914"/>
                </a:lnTo>
                <a:cubicBezTo>
                  <a:pt x="2073965" y="53008"/>
                  <a:pt x="2066231" y="53923"/>
                  <a:pt x="2059020" y="56580"/>
                </a:cubicBezTo>
                <a:cubicBezTo>
                  <a:pt x="2058544" y="54485"/>
                  <a:pt x="2068260" y="45627"/>
                  <a:pt x="2062735" y="43055"/>
                </a:cubicBezTo>
                <a:cubicBezTo>
                  <a:pt x="2040732" y="41912"/>
                  <a:pt x="2020349" y="53723"/>
                  <a:pt x="2021682" y="60104"/>
                </a:cubicBezTo>
                <a:lnTo>
                  <a:pt x="2055020" y="53437"/>
                </a:lnTo>
                <a:cubicBezTo>
                  <a:pt x="2056163" y="58771"/>
                  <a:pt x="2031398" y="58771"/>
                  <a:pt x="2032732" y="65248"/>
                </a:cubicBezTo>
                <a:lnTo>
                  <a:pt x="2002061" y="63343"/>
                </a:lnTo>
                <a:cubicBezTo>
                  <a:pt x="2005966" y="63152"/>
                  <a:pt x="2017777" y="61629"/>
                  <a:pt x="2013110" y="58676"/>
                </a:cubicBezTo>
                <a:cubicBezTo>
                  <a:pt x="1999966" y="58961"/>
                  <a:pt x="2006347" y="57723"/>
                  <a:pt x="1997489" y="55247"/>
                </a:cubicBezTo>
                <a:cubicBezTo>
                  <a:pt x="2016063" y="46208"/>
                  <a:pt x="2033703" y="35359"/>
                  <a:pt x="2050162" y="22862"/>
                </a:cubicBezTo>
                <a:lnTo>
                  <a:pt x="2034255" y="26481"/>
                </a:lnTo>
                <a:lnTo>
                  <a:pt x="2030350" y="23338"/>
                </a:lnTo>
                <a:cubicBezTo>
                  <a:pt x="2009681" y="27529"/>
                  <a:pt x="1991107" y="48484"/>
                  <a:pt x="1985678" y="53914"/>
                </a:cubicBezTo>
                <a:cubicBezTo>
                  <a:pt x="1973772" y="52580"/>
                  <a:pt x="1977963" y="41150"/>
                  <a:pt x="1980725" y="38959"/>
                </a:cubicBezTo>
                <a:cubicBezTo>
                  <a:pt x="1957484" y="38388"/>
                  <a:pt x="1957770" y="55056"/>
                  <a:pt x="1934243" y="53437"/>
                </a:cubicBezTo>
                <a:lnTo>
                  <a:pt x="1943101" y="55913"/>
                </a:lnTo>
                <a:cubicBezTo>
                  <a:pt x="1937482" y="56866"/>
                  <a:pt x="1917383" y="54770"/>
                  <a:pt x="1919479" y="56866"/>
                </a:cubicBezTo>
                <a:cubicBezTo>
                  <a:pt x="1914812" y="54199"/>
                  <a:pt x="1910621" y="46674"/>
                  <a:pt x="1915764" y="44674"/>
                </a:cubicBezTo>
                <a:lnTo>
                  <a:pt x="1895000" y="55437"/>
                </a:lnTo>
                <a:cubicBezTo>
                  <a:pt x="1898048" y="54294"/>
                  <a:pt x="1896047" y="45150"/>
                  <a:pt x="1897286" y="43531"/>
                </a:cubicBezTo>
                <a:cubicBezTo>
                  <a:pt x="1888999" y="43150"/>
                  <a:pt x="1883094" y="54104"/>
                  <a:pt x="1888332" y="55533"/>
                </a:cubicBezTo>
                <a:cubicBezTo>
                  <a:pt x="1879455" y="53028"/>
                  <a:pt x="1870911" y="49446"/>
                  <a:pt x="1862901" y="44865"/>
                </a:cubicBezTo>
                <a:cubicBezTo>
                  <a:pt x="1858043" y="45436"/>
                  <a:pt x="1863281" y="54580"/>
                  <a:pt x="1866806" y="55533"/>
                </a:cubicBezTo>
                <a:cubicBezTo>
                  <a:pt x="1859424" y="57323"/>
                  <a:pt x="1851709" y="57323"/>
                  <a:pt x="1844327" y="55533"/>
                </a:cubicBezTo>
                <a:cubicBezTo>
                  <a:pt x="1862234" y="51627"/>
                  <a:pt x="1849280" y="35054"/>
                  <a:pt x="1852709" y="28101"/>
                </a:cubicBezTo>
                <a:lnTo>
                  <a:pt x="1814323" y="55913"/>
                </a:lnTo>
                <a:cubicBezTo>
                  <a:pt x="1816295" y="52342"/>
                  <a:pt x="1817705" y="48484"/>
                  <a:pt x="1818514" y="44483"/>
                </a:cubicBezTo>
                <a:cubicBezTo>
                  <a:pt x="1816895" y="48532"/>
                  <a:pt x="1804989" y="50842"/>
                  <a:pt x="1790761" y="51997"/>
                </a:cubicBezTo>
                <a:lnTo>
                  <a:pt x="1752319" y="52535"/>
                </a:lnTo>
                <a:lnTo>
                  <a:pt x="1745946" y="49377"/>
                </a:lnTo>
                <a:cubicBezTo>
                  <a:pt x="1740862" y="48817"/>
                  <a:pt x="1734266" y="48960"/>
                  <a:pt x="1730408" y="50389"/>
                </a:cubicBezTo>
                <a:cubicBezTo>
                  <a:pt x="1731741" y="49151"/>
                  <a:pt x="1733456" y="49151"/>
                  <a:pt x="1736790" y="49151"/>
                </a:cubicBezTo>
                <a:cubicBezTo>
                  <a:pt x="1722216" y="43055"/>
                  <a:pt x="1717930" y="61438"/>
                  <a:pt x="1703166" y="54294"/>
                </a:cubicBezTo>
                <a:cubicBezTo>
                  <a:pt x="1716501" y="55056"/>
                  <a:pt x="1719168" y="51722"/>
                  <a:pt x="1718501" y="48580"/>
                </a:cubicBezTo>
                <a:cubicBezTo>
                  <a:pt x="1707548" y="51818"/>
                  <a:pt x="1682021" y="48580"/>
                  <a:pt x="1687355" y="58105"/>
                </a:cubicBezTo>
                <a:cubicBezTo>
                  <a:pt x="1680307" y="56104"/>
                  <a:pt x="1674020" y="57342"/>
                  <a:pt x="1674591" y="52485"/>
                </a:cubicBezTo>
                <a:lnTo>
                  <a:pt x="1647541" y="58199"/>
                </a:lnTo>
                <a:cubicBezTo>
                  <a:pt x="1649540" y="57247"/>
                  <a:pt x="1651350" y="54390"/>
                  <a:pt x="1643445" y="53723"/>
                </a:cubicBezTo>
                <a:cubicBezTo>
                  <a:pt x="1658970" y="55056"/>
                  <a:pt x="1673639" y="46103"/>
                  <a:pt x="1681545" y="52389"/>
                </a:cubicBezTo>
                <a:cubicBezTo>
                  <a:pt x="1682021" y="46484"/>
                  <a:pt x="1676306" y="43340"/>
                  <a:pt x="1683545" y="38292"/>
                </a:cubicBezTo>
                <a:cubicBezTo>
                  <a:pt x="1654303" y="41150"/>
                  <a:pt x="1638301" y="51151"/>
                  <a:pt x="1619918" y="58009"/>
                </a:cubicBezTo>
                <a:lnTo>
                  <a:pt x="1594200" y="53818"/>
                </a:lnTo>
                <a:lnTo>
                  <a:pt x="1593057" y="56485"/>
                </a:lnTo>
                <a:lnTo>
                  <a:pt x="1588581" y="49723"/>
                </a:lnTo>
                <a:cubicBezTo>
                  <a:pt x="1585342" y="51246"/>
                  <a:pt x="1583247" y="52485"/>
                  <a:pt x="1582675" y="51913"/>
                </a:cubicBezTo>
                <a:cubicBezTo>
                  <a:pt x="1582104" y="51342"/>
                  <a:pt x="1582865" y="50484"/>
                  <a:pt x="1584199" y="49436"/>
                </a:cubicBezTo>
                <a:cubicBezTo>
                  <a:pt x="1581970" y="49646"/>
                  <a:pt x="1579789" y="50199"/>
                  <a:pt x="1577722" y="51056"/>
                </a:cubicBezTo>
                <a:cubicBezTo>
                  <a:pt x="1576579" y="47531"/>
                  <a:pt x="1581246" y="43436"/>
                  <a:pt x="1586104" y="39721"/>
                </a:cubicBezTo>
                <a:cubicBezTo>
                  <a:pt x="1588390" y="40959"/>
                  <a:pt x="1590771" y="42293"/>
                  <a:pt x="1593153" y="43436"/>
                </a:cubicBezTo>
                <a:cubicBezTo>
                  <a:pt x="1598201" y="39721"/>
                  <a:pt x="1601915" y="36197"/>
                  <a:pt x="1594867" y="33911"/>
                </a:cubicBezTo>
                <a:lnTo>
                  <a:pt x="1591247" y="35340"/>
                </a:lnTo>
                <a:cubicBezTo>
                  <a:pt x="1594105" y="32863"/>
                  <a:pt x="1596391" y="30768"/>
                  <a:pt x="1594105" y="29720"/>
                </a:cubicBezTo>
                <a:lnTo>
                  <a:pt x="1574389" y="33054"/>
                </a:lnTo>
                <a:cubicBezTo>
                  <a:pt x="1577665" y="34549"/>
                  <a:pt x="1580846" y="36235"/>
                  <a:pt x="1583914" y="38102"/>
                </a:cubicBezTo>
                <a:cubicBezTo>
                  <a:pt x="1571531" y="42960"/>
                  <a:pt x="1557529" y="47913"/>
                  <a:pt x="1568483" y="52485"/>
                </a:cubicBezTo>
                <a:lnTo>
                  <a:pt x="1553529" y="48484"/>
                </a:lnTo>
                <a:cubicBezTo>
                  <a:pt x="1541956" y="53284"/>
                  <a:pt x="1529878" y="56761"/>
                  <a:pt x="1517524" y="58866"/>
                </a:cubicBezTo>
                <a:cubicBezTo>
                  <a:pt x="1516381" y="56485"/>
                  <a:pt x="1522096" y="54485"/>
                  <a:pt x="1518191" y="52771"/>
                </a:cubicBezTo>
                <a:cubicBezTo>
                  <a:pt x="1502570" y="60104"/>
                  <a:pt x="1480091" y="43912"/>
                  <a:pt x="1476662" y="50579"/>
                </a:cubicBezTo>
                <a:cubicBezTo>
                  <a:pt x="1464089" y="52294"/>
                  <a:pt x="1471423" y="56485"/>
                  <a:pt x="1463422" y="58390"/>
                </a:cubicBezTo>
                <a:cubicBezTo>
                  <a:pt x="1463803" y="57628"/>
                  <a:pt x="1464565" y="56009"/>
                  <a:pt x="1462184" y="56009"/>
                </a:cubicBezTo>
                <a:lnTo>
                  <a:pt x="1452659" y="60867"/>
                </a:lnTo>
                <a:cubicBezTo>
                  <a:pt x="1448849" y="59057"/>
                  <a:pt x="1461517" y="57438"/>
                  <a:pt x="1450754" y="55342"/>
                </a:cubicBezTo>
                <a:cubicBezTo>
                  <a:pt x="1436314" y="59504"/>
                  <a:pt x="1421207" y="60800"/>
                  <a:pt x="1406272" y="59152"/>
                </a:cubicBezTo>
                <a:cubicBezTo>
                  <a:pt x="1383983" y="60295"/>
                  <a:pt x="1415226" y="68868"/>
                  <a:pt x="1396747" y="67915"/>
                </a:cubicBezTo>
                <a:cubicBezTo>
                  <a:pt x="1393632" y="61657"/>
                  <a:pt x="1387051" y="57895"/>
                  <a:pt x="1380078" y="58390"/>
                </a:cubicBezTo>
                <a:cubicBezTo>
                  <a:pt x="1373982" y="61152"/>
                  <a:pt x="1374840" y="64295"/>
                  <a:pt x="1364457" y="66010"/>
                </a:cubicBezTo>
                <a:lnTo>
                  <a:pt x="1365124" y="59914"/>
                </a:lnTo>
                <a:cubicBezTo>
                  <a:pt x="1355599" y="60200"/>
                  <a:pt x="1347884" y="61343"/>
                  <a:pt x="1347884" y="56676"/>
                </a:cubicBezTo>
                <a:cubicBezTo>
                  <a:pt x="1342302" y="58838"/>
                  <a:pt x="1336187" y="59266"/>
                  <a:pt x="1330358" y="57914"/>
                </a:cubicBezTo>
                <a:cubicBezTo>
                  <a:pt x="1315880" y="61057"/>
                  <a:pt x="1341026" y="70201"/>
                  <a:pt x="1344455" y="72582"/>
                </a:cubicBezTo>
                <a:cubicBezTo>
                  <a:pt x="1330167" y="67724"/>
                  <a:pt x="1320261" y="70392"/>
                  <a:pt x="1312165" y="63057"/>
                </a:cubicBezTo>
                <a:lnTo>
                  <a:pt x="1324834" y="61438"/>
                </a:lnTo>
                <a:cubicBezTo>
                  <a:pt x="1297878" y="53914"/>
                  <a:pt x="1299211" y="70106"/>
                  <a:pt x="1286734" y="57152"/>
                </a:cubicBezTo>
                <a:cubicBezTo>
                  <a:pt x="1295972" y="57628"/>
                  <a:pt x="1307022" y="54390"/>
                  <a:pt x="1301592" y="51056"/>
                </a:cubicBezTo>
                <a:lnTo>
                  <a:pt x="1288257" y="54199"/>
                </a:lnTo>
                <a:cubicBezTo>
                  <a:pt x="1286638" y="52580"/>
                  <a:pt x="1295877" y="53056"/>
                  <a:pt x="1289782" y="51151"/>
                </a:cubicBezTo>
                <a:cubicBezTo>
                  <a:pt x="1284619" y="52961"/>
                  <a:pt x="1279590" y="55123"/>
                  <a:pt x="1274732" y="57628"/>
                </a:cubicBezTo>
                <a:lnTo>
                  <a:pt x="1250633" y="58676"/>
                </a:lnTo>
                <a:cubicBezTo>
                  <a:pt x="1255206" y="58961"/>
                  <a:pt x="1256349" y="56485"/>
                  <a:pt x="1251682" y="56485"/>
                </a:cubicBezTo>
                <a:lnTo>
                  <a:pt x="1235870" y="59628"/>
                </a:lnTo>
                <a:cubicBezTo>
                  <a:pt x="1240728" y="58105"/>
                  <a:pt x="1235774" y="56199"/>
                  <a:pt x="1228631" y="55247"/>
                </a:cubicBezTo>
                <a:cubicBezTo>
                  <a:pt x="1208248" y="53247"/>
                  <a:pt x="1212343" y="68963"/>
                  <a:pt x="1196531" y="62772"/>
                </a:cubicBezTo>
                <a:cubicBezTo>
                  <a:pt x="1198817" y="62867"/>
                  <a:pt x="1199199" y="62296"/>
                  <a:pt x="1201485" y="62296"/>
                </a:cubicBezTo>
                <a:lnTo>
                  <a:pt x="1193389" y="59533"/>
                </a:lnTo>
                <a:cubicBezTo>
                  <a:pt x="1191293" y="72487"/>
                  <a:pt x="1145478" y="60867"/>
                  <a:pt x="1143668" y="73820"/>
                </a:cubicBezTo>
                <a:cubicBezTo>
                  <a:pt x="1132142" y="68296"/>
                  <a:pt x="1142906" y="70392"/>
                  <a:pt x="1157765" y="64295"/>
                </a:cubicBezTo>
                <a:lnTo>
                  <a:pt x="1149934" y="61928"/>
                </a:lnTo>
                <a:lnTo>
                  <a:pt x="1158908" y="60867"/>
                </a:lnTo>
                <a:cubicBezTo>
                  <a:pt x="1154431" y="61086"/>
                  <a:pt x="1149945" y="60990"/>
                  <a:pt x="1145478" y="60581"/>
                </a:cubicBezTo>
                <a:lnTo>
                  <a:pt x="1149934" y="61928"/>
                </a:lnTo>
                <a:lnTo>
                  <a:pt x="1118617" y="65629"/>
                </a:lnTo>
                <a:cubicBezTo>
                  <a:pt x="1112426" y="63819"/>
                  <a:pt x="1123475" y="55913"/>
                  <a:pt x="1105854" y="58105"/>
                </a:cubicBezTo>
                <a:cubicBezTo>
                  <a:pt x="1080993" y="60581"/>
                  <a:pt x="1110616" y="67534"/>
                  <a:pt x="1095662" y="69058"/>
                </a:cubicBezTo>
                <a:lnTo>
                  <a:pt x="1084803" y="62296"/>
                </a:lnTo>
                <a:cubicBezTo>
                  <a:pt x="1065753" y="67724"/>
                  <a:pt x="1051466" y="63152"/>
                  <a:pt x="1035369" y="62296"/>
                </a:cubicBezTo>
                <a:cubicBezTo>
                  <a:pt x="1033102" y="62410"/>
                  <a:pt x="1030911" y="63096"/>
                  <a:pt x="1028987" y="64295"/>
                </a:cubicBezTo>
                <a:cubicBezTo>
                  <a:pt x="1011842" y="61343"/>
                  <a:pt x="993078" y="70772"/>
                  <a:pt x="980124" y="68582"/>
                </a:cubicBezTo>
                <a:cubicBezTo>
                  <a:pt x="983172" y="67248"/>
                  <a:pt x="972694" y="64391"/>
                  <a:pt x="971170" y="62772"/>
                </a:cubicBezTo>
                <a:lnTo>
                  <a:pt x="947834" y="66867"/>
                </a:lnTo>
                <a:cubicBezTo>
                  <a:pt x="958216" y="64962"/>
                  <a:pt x="957740" y="61152"/>
                  <a:pt x="959645" y="57342"/>
                </a:cubicBezTo>
                <a:cubicBezTo>
                  <a:pt x="954358" y="58085"/>
                  <a:pt x="949110" y="59104"/>
                  <a:pt x="943929" y="60390"/>
                </a:cubicBezTo>
                <a:cubicBezTo>
                  <a:pt x="946976" y="59057"/>
                  <a:pt x="950024" y="57628"/>
                  <a:pt x="946119" y="55913"/>
                </a:cubicBezTo>
                <a:lnTo>
                  <a:pt x="921640" y="62296"/>
                </a:lnTo>
                <a:cubicBezTo>
                  <a:pt x="923802" y="62943"/>
                  <a:pt x="926050" y="63296"/>
                  <a:pt x="928308" y="63343"/>
                </a:cubicBezTo>
                <a:cubicBezTo>
                  <a:pt x="918811" y="64772"/>
                  <a:pt x="909143" y="64543"/>
                  <a:pt x="899733" y="62676"/>
                </a:cubicBezTo>
                <a:cubicBezTo>
                  <a:pt x="900495" y="61152"/>
                  <a:pt x="903448" y="59819"/>
                  <a:pt x="904209" y="58295"/>
                </a:cubicBezTo>
                <a:cubicBezTo>
                  <a:pt x="909162" y="61447"/>
                  <a:pt x="915668" y="60514"/>
                  <a:pt x="919545" y="56104"/>
                </a:cubicBezTo>
                <a:cubicBezTo>
                  <a:pt x="902685" y="56676"/>
                  <a:pt x="915354" y="55056"/>
                  <a:pt x="907257" y="52389"/>
                </a:cubicBezTo>
                <a:cubicBezTo>
                  <a:pt x="895351" y="52485"/>
                  <a:pt x="890398" y="57628"/>
                  <a:pt x="893541" y="60867"/>
                </a:cubicBezTo>
                <a:cubicBezTo>
                  <a:pt x="883121" y="58647"/>
                  <a:pt x="872301" y="59104"/>
                  <a:pt x="862109" y="62200"/>
                </a:cubicBezTo>
                <a:lnTo>
                  <a:pt x="864681" y="57056"/>
                </a:lnTo>
                <a:lnTo>
                  <a:pt x="852108" y="58676"/>
                </a:lnTo>
                <a:lnTo>
                  <a:pt x="862300" y="52294"/>
                </a:lnTo>
                <a:cubicBezTo>
                  <a:pt x="838106" y="48770"/>
                  <a:pt x="857822" y="61247"/>
                  <a:pt x="830962" y="58295"/>
                </a:cubicBezTo>
                <a:lnTo>
                  <a:pt x="830962" y="53723"/>
                </a:lnTo>
                <a:cubicBezTo>
                  <a:pt x="820675" y="55437"/>
                  <a:pt x="817056" y="63248"/>
                  <a:pt x="809055" y="57723"/>
                </a:cubicBezTo>
                <a:cubicBezTo>
                  <a:pt x="798958" y="60486"/>
                  <a:pt x="826199" y="64200"/>
                  <a:pt x="802578" y="65153"/>
                </a:cubicBezTo>
                <a:cubicBezTo>
                  <a:pt x="796234" y="62476"/>
                  <a:pt x="789519" y="60771"/>
                  <a:pt x="782670" y="60104"/>
                </a:cubicBezTo>
                <a:cubicBezTo>
                  <a:pt x="775146" y="62200"/>
                  <a:pt x="788481" y="65534"/>
                  <a:pt x="793243" y="64867"/>
                </a:cubicBezTo>
                <a:cubicBezTo>
                  <a:pt x="757620" y="67153"/>
                  <a:pt x="771145" y="49341"/>
                  <a:pt x="739331" y="55342"/>
                </a:cubicBezTo>
                <a:cubicBezTo>
                  <a:pt x="750285" y="58676"/>
                  <a:pt x="730283" y="64105"/>
                  <a:pt x="756000" y="64105"/>
                </a:cubicBezTo>
                <a:cubicBezTo>
                  <a:pt x="743713" y="66772"/>
                  <a:pt x="731807" y="57438"/>
                  <a:pt x="718948" y="62486"/>
                </a:cubicBezTo>
                <a:lnTo>
                  <a:pt x="727330" y="56580"/>
                </a:lnTo>
                <a:cubicBezTo>
                  <a:pt x="723082" y="56856"/>
                  <a:pt x="718910" y="57790"/>
                  <a:pt x="714947" y="59343"/>
                </a:cubicBezTo>
                <a:lnTo>
                  <a:pt x="715995" y="54770"/>
                </a:lnTo>
                <a:cubicBezTo>
                  <a:pt x="700184" y="62772"/>
                  <a:pt x="686563" y="51056"/>
                  <a:pt x="677038" y="61438"/>
                </a:cubicBezTo>
                <a:cubicBezTo>
                  <a:pt x="683610" y="53247"/>
                  <a:pt x="665227" y="61914"/>
                  <a:pt x="658940" y="58676"/>
                </a:cubicBezTo>
                <a:cubicBezTo>
                  <a:pt x="671990" y="52961"/>
                  <a:pt x="696374" y="58866"/>
                  <a:pt x="698089" y="51342"/>
                </a:cubicBezTo>
                <a:cubicBezTo>
                  <a:pt x="691992" y="49056"/>
                  <a:pt x="686563" y="52771"/>
                  <a:pt x="680753" y="50484"/>
                </a:cubicBezTo>
                <a:cubicBezTo>
                  <a:pt x="684849" y="49608"/>
                  <a:pt x="688773" y="48065"/>
                  <a:pt x="692373" y="45912"/>
                </a:cubicBezTo>
                <a:cubicBezTo>
                  <a:pt x="672276" y="41626"/>
                  <a:pt x="660846" y="50389"/>
                  <a:pt x="648654" y="52389"/>
                </a:cubicBezTo>
                <a:lnTo>
                  <a:pt x="670180" y="50675"/>
                </a:lnTo>
                <a:cubicBezTo>
                  <a:pt x="668465" y="57819"/>
                  <a:pt x="660465" y="51913"/>
                  <a:pt x="654464" y="57819"/>
                </a:cubicBezTo>
                <a:cubicBezTo>
                  <a:pt x="643701" y="53818"/>
                  <a:pt x="635319" y="59628"/>
                  <a:pt x="626556" y="57152"/>
                </a:cubicBezTo>
                <a:cubicBezTo>
                  <a:pt x="628842" y="57247"/>
                  <a:pt x="629032" y="56485"/>
                  <a:pt x="631318" y="56485"/>
                </a:cubicBezTo>
                <a:cubicBezTo>
                  <a:pt x="607887" y="56676"/>
                  <a:pt x="601219" y="45150"/>
                  <a:pt x="592075" y="44198"/>
                </a:cubicBezTo>
                <a:cubicBezTo>
                  <a:pt x="582931" y="43246"/>
                  <a:pt x="565596" y="47341"/>
                  <a:pt x="571882" y="50484"/>
                </a:cubicBezTo>
                <a:cubicBezTo>
                  <a:pt x="564357" y="52580"/>
                  <a:pt x="603029" y="48484"/>
                  <a:pt x="589599" y="58009"/>
                </a:cubicBezTo>
                <a:cubicBezTo>
                  <a:pt x="576263" y="46770"/>
                  <a:pt x="562071" y="62296"/>
                  <a:pt x="532925" y="54580"/>
                </a:cubicBezTo>
                <a:cubicBezTo>
                  <a:pt x="545689" y="50484"/>
                  <a:pt x="525400" y="48103"/>
                  <a:pt x="536830" y="45055"/>
                </a:cubicBezTo>
                <a:cubicBezTo>
                  <a:pt x="529524" y="44741"/>
                  <a:pt x="522314" y="46770"/>
                  <a:pt x="516256" y="50865"/>
                </a:cubicBezTo>
                <a:lnTo>
                  <a:pt x="512065" y="47341"/>
                </a:lnTo>
                <a:cubicBezTo>
                  <a:pt x="493873" y="55247"/>
                  <a:pt x="507779" y="54294"/>
                  <a:pt x="480251" y="58581"/>
                </a:cubicBezTo>
                <a:cubicBezTo>
                  <a:pt x="489491" y="55818"/>
                  <a:pt x="469203" y="53437"/>
                  <a:pt x="476251" y="50961"/>
                </a:cubicBezTo>
                <a:cubicBezTo>
                  <a:pt x="469269" y="50618"/>
                  <a:pt x="462278" y="51618"/>
                  <a:pt x="455677" y="53914"/>
                </a:cubicBezTo>
                <a:lnTo>
                  <a:pt x="456629" y="53437"/>
                </a:lnTo>
                <a:cubicBezTo>
                  <a:pt x="428817" y="55247"/>
                  <a:pt x="433865" y="48960"/>
                  <a:pt x="408528" y="52865"/>
                </a:cubicBezTo>
                <a:lnTo>
                  <a:pt x="411100" y="54961"/>
                </a:lnTo>
                <a:cubicBezTo>
                  <a:pt x="377763" y="60771"/>
                  <a:pt x="335948" y="57056"/>
                  <a:pt x="301563" y="59724"/>
                </a:cubicBezTo>
                <a:lnTo>
                  <a:pt x="313659" y="61438"/>
                </a:lnTo>
                <a:cubicBezTo>
                  <a:pt x="309945" y="60295"/>
                  <a:pt x="290513" y="64772"/>
                  <a:pt x="279846" y="61438"/>
                </a:cubicBezTo>
                <a:cubicBezTo>
                  <a:pt x="282417" y="60924"/>
                  <a:pt x="285036" y="60638"/>
                  <a:pt x="287656" y="60581"/>
                </a:cubicBezTo>
                <a:cubicBezTo>
                  <a:pt x="287370" y="58199"/>
                  <a:pt x="283179" y="54675"/>
                  <a:pt x="274892" y="54104"/>
                </a:cubicBezTo>
                <a:lnTo>
                  <a:pt x="271749" y="57723"/>
                </a:lnTo>
                <a:lnTo>
                  <a:pt x="268415" y="54866"/>
                </a:lnTo>
                <a:cubicBezTo>
                  <a:pt x="255842" y="54866"/>
                  <a:pt x="272130" y="60009"/>
                  <a:pt x="259557" y="60009"/>
                </a:cubicBezTo>
                <a:cubicBezTo>
                  <a:pt x="252223" y="49436"/>
                  <a:pt x="205360" y="58961"/>
                  <a:pt x="194501" y="49436"/>
                </a:cubicBezTo>
                <a:cubicBezTo>
                  <a:pt x="185929" y="57438"/>
                  <a:pt x="218409" y="50579"/>
                  <a:pt x="208884" y="57438"/>
                </a:cubicBezTo>
                <a:cubicBezTo>
                  <a:pt x="204522" y="55609"/>
                  <a:pt x="199883" y="54551"/>
                  <a:pt x="195168" y="54294"/>
                </a:cubicBezTo>
                <a:lnTo>
                  <a:pt x="198026" y="58771"/>
                </a:lnTo>
                <a:cubicBezTo>
                  <a:pt x="159926" y="56199"/>
                  <a:pt x="145353" y="52389"/>
                  <a:pt x="111444" y="53342"/>
                </a:cubicBezTo>
                <a:lnTo>
                  <a:pt x="112873" y="52294"/>
                </a:lnTo>
                <a:cubicBezTo>
                  <a:pt x="104795" y="49979"/>
                  <a:pt x="96118" y="51075"/>
                  <a:pt x="88869" y="55342"/>
                </a:cubicBezTo>
                <a:cubicBezTo>
                  <a:pt x="86393" y="53151"/>
                  <a:pt x="95060" y="52104"/>
                  <a:pt x="90393" y="50294"/>
                </a:cubicBezTo>
                <a:cubicBezTo>
                  <a:pt x="69153" y="61819"/>
                  <a:pt x="47912" y="41817"/>
                  <a:pt x="34958" y="49818"/>
                </a:cubicBezTo>
                <a:cubicBezTo>
                  <a:pt x="36577" y="40769"/>
                  <a:pt x="8859" y="32006"/>
                  <a:pt x="20385" y="24957"/>
                </a:cubicBezTo>
                <a:close/>
                <a:moveTo>
                  <a:pt x="0" y="20004"/>
                </a:moveTo>
                <a:lnTo>
                  <a:pt x="5906" y="14479"/>
                </a:lnTo>
                <a:lnTo>
                  <a:pt x="8192" y="20575"/>
                </a:lnTo>
                <a:cubicBezTo>
                  <a:pt x="6573" y="19241"/>
                  <a:pt x="2191" y="19718"/>
                  <a:pt x="0" y="20004"/>
                </a:cubicBezTo>
                <a:close/>
              </a:path>
            </a:pathLst>
          </a:custGeom>
          <a:gradFill flip="none" rotWithShape="1">
            <a:gsLst>
              <a:gs pos="0">
                <a:srgbClr val="BA1011"/>
              </a:gs>
              <a:gs pos="100000">
                <a:srgbClr val="690D0E">
                  <a:alpha val="0"/>
                </a:srgbClr>
              </a:gs>
              <a:gs pos="44000">
                <a:srgbClr val="690D0E"/>
              </a:gs>
            </a:gsLst>
            <a:lin ang="0" scaled="1"/>
            <a:tileRect/>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Roboto Regular"/>
              <a:ea typeface="思源黑体 CN Regular"/>
              <a:cs typeface="+mn-cs"/>
            </a:endParaRPr>
          </a:p>
        </p:txBody>
      </p:sp>
      <p:sp>
        <p:nvSpPr>
          <p:cNvPr id="52" name="任意多边形: 形状 8">
            <a:extLst>
              <a:ext uri="{FF2B5EF4-FFF2-40B4-BE49-F238E27FC236}">
                <a16:creationId xmlns:a16="http://schemas.microsoft.com/office/drawing/2014/main" id="{89307747-0546-AB33-A19E-EACB3E94BD94}"/>
              </a:ext>
            </a:extLst>
          </p:cNvPr>
          <p:cNvSpPr/>
          <p:nvPr/>
        </p:nvSpPr>
        <p:spPr>
          <a:xfrm rot="5400000">
            <a:off x="7986467" y="2798118"/>
            <a:ext cx="2050702" cy="45719"/>
          </a:xfrm>
          <a:custGeom>
            <a:avLst/>
            <a:gdLst>
              <a:gd name="connsiteX0" fmla="*/ 2974276 w 2978753"/>
              <a:gd name="connsiteY0" fmla="*/ 12098 h 73820"/>
              <a:gd name="connsiteX1" fmla="*/ 2978753 w 2978753"/>
              <a:gd name="connsiteY1" fmla="*/ 9240 h 73820"/>
              <a:gd name="connsiteX2" fmla="*/ 2975229 w 2978753"/>
              <a:gd name="connsiteY2" fmla="*/ 13526 h 73820"/>
              <a:gd name="connsiteX3" fmla="*/ 2974276 w 2978753"/>
              <a:gd name="connsiteY3" fmla="*/ 12098 h 73820"/>
              <a:gd name="connsiteX4" fmla="*/ 2893766 w 2978753"/>
              <a:gd name="connsiteY4" fmla="*/ 25770 h 73820"/>
              <a:gd name="connsiteX5" fmla="*/ 2904529 w 2978753"/>
              <a:gd name="connsiteY5" fmla="*/ 21770 h 73820"/>
              <a:gd name="connsiteX6" fmla="*/ 2903196 w 2978753"/>
              <a:gd name="connsiteY6" fmla="*/ 23485 h 73820"/>
              <a:gd name="connsiteX7" fmla="*/ 2834736 w 2978753"/>
              <a:gd name="connsiteY7" fmla="*/ 22575 h 73820"/>
              <a:gd name="connsiteX8" fmla="*/ 2878932 w 2978753"/>
              <a:gd name="connsiteY8" fmla="*/ 19908 h 73820"/>
              <a:gd name="connsiteX9" fmla="*/ 2873407 w 2978753"/>
              <a:gd name="connsiteY9" fmla="*/ 25432 h 73820"/>
              <a:gd name="connsiteX10" fmla="*/ 2871407 w 2978753"/>
              <a:gd name="connsiteY10" fmla="*/ 23908 h 73820"/>
              <a:gd name="connsiteX11" fmla="*/ 2834736 w 2978753"/>
              <a:gd name="connsiteY11" fmla="*/ 22575 h 73820"/>
              <a:gd name="connsiteX12" fmla="*/ 2831306 w 2978753"/>
              <a:gd name="connsiteY12" fmla="*/ 29622 h 73820"/>
              <a:gd name="connsiteX13" fmla="*/ 2844451 w 2978753"/>
              <a:gd name="connsiteY13" fmla="*/ 29242 h 73820"/>
              <a:gd name="connsiteX14" fmla="*/ 2838354 w 2978753"/>
              <a:gd name="connsiteY14" fmla="*/ 31528 h 73820"/>
              <a:gd name="connsiteX15" fmla="*/ 2798540 w 2978753"/>
              <a:gd name="connsiteY15" fmla="*/ 7811 h 73820"/>
              <a:gd name="connsiteX16" fmla="*/ 2805494 w 2978753"/>
              <a:gd name="connsiteY16" fmla="*/ 8002 h 73820"/>
              <a:gd name="connsiteX17" fmla="*/ 2807018 w 2978753"/>
              <a:gd name="connsiteY17" fmla="*/ 8668 h 73820"/>
              <a:gd name="connsiteX18" fmla="*/ 2798540 w 2978753"/>
              <a:gd name="connsiteY18" fmla="*/ 7811 h 73820"/>
              <a:gd name="connsiteX19" fmla="*/ 2784635 w 2978753"/>
              <a:gd name="connsiteY19" fmla="*/ 12383 h 73820"/>
              <a:gd name="connsiteX20" fmla="*/ 2787301 w 2978753"/>
              <a:gd name="connsiteY20" fmla="*/ 17146 h 73820"/>
              <a:gd name="connsiteX21" fmla="*/ 2784635 w 2978753"/>
              <a:gd name="connsiteY21" fmla="*/ 12383 h 73820"/>
              <a:gd name="connsiteX22" fmla="*/ 2772442 w 2978753"/>
              <a:gd name="connsiteY22" fmla="*/ 9525 h 73820"/>
              <a:gd name="connsiteX23" fmla="*/ 2774728 w 2978753"/>
              <a:gd name="connsiteY23" fmla="*/ 4096 h 73820"/>
              <a:gd name="connsiteX24" fmla="*/ 2781967 w 2978753"/>
              <a:gd name="connsiteY24" fmla="*/ 7144 h 73820"/>
              <a:gd name="connsiteX25" fmla="*/ 2768442 w 2978753"/>
              <a:gd name="connsiteY25" fmla="*/ 13431 h 73820"/>
              <a:gd name="connsiteX26" fmla="*/ 2778728 w 2978753"/>
              <a:gd name="connsiteY26" fmla="*/ 11335 h 73820"/>
              <a:gd name="connsiteX27" fmla="*/ 2773109 w 2978753"/>
              <a:gd name="connsiteY27" fmla="*/ 12669 h 73820"/>
              <a:gd name="connsiteX28" fmla="*/ 2768442 w 2978753"/>
              <a:gd name="connsiteY28" fmla="*/ 13431 h 73820"/>
              <a:gd name="connsiteX29" fmla="*/ 2759083 w 2978753"/>
              <a:gd name="connsiteY29" fmla="*/ 22912 h 73820"/>
              <a:gd name="connsiteX30" fmla="*/ 2779467 w 2978753"/>
              <a:gd name="connsiteY30" fmla="*/ 17578 h 73820"/>
              <a:gd name="connsiteX31" fmla="*/ 2762417 w 2978753"/>
              <a:gd name="connsiteY31" fmla="*/ 22817 h 73820"/>
              <a:gd name="connsiteX32" fmla="*/ 2713768 w 2978753"/>
              <a:gd name="connsiteY32" fmla="*/ 6001 h 73820"/>
              <a:gd name="connsiteX33" fmla="*/ 2724626 w 2978753"/>
              <a:gd name="connsiteY33" fmla="*/ 10001 h 73820"/>
              <a:gd name="connsiteX34" fmla="*/ 2717673 w 2978753"/>
              <a:gd name="connsiteY34" fmla="*/ 11716 h 73820"/>
              <a:gd name="connsiteX35" fmla="*/ 2713768 w 2978753"/>
              <a:gd name="connsiteY35" fmla="*/ 6001 h 73820"/>
              <a:gd name="connsiteX36" fmla="*/ 2697290 w 2978753"/>
              <a:gd name="connsiteY36" fmla="*/ 22956 h 73820"/>
              <a:gd name="connsiteX37" fmla="*/ 2715387 w 2978753"/>
              <a:gd name="connsiteY37" fmla="*/ 30004 h 73820"/>
              <a:gd name="connsiteX38" fmla="*/ 2716911 w 2978753"/>
              <a:gd name="connsiteY38" fmla="*/ 29433 h 73820"/>
              <a:gd name="connsiteX39" fmla="*/ 2715768 w 2978753"/>
              <a:gd name="connsiteY39" fmla="*/ 34385 h 73820"/>
              <a:gd name="connsiteX40" fmla="*/ 2715768 w 2978753"/>
              <a:gd name="connsiteY40" fmla="*/ 31052 h 73820"/>
              <a:gd name="connsiteX41" fmla="*/ 2707863 w 2978753"/>
              <a:gd name="connsiteY41" fmla="*/ 32862 h 73820"/>
              <a:gd name="connsiteX42" fmla="*/ 2697290 w 2978753"/>
              <a:gd name="connsiteY42" fmla="*/ 22956 h 73820"/>
              <a:gd name="connsiteX43" fmla="*/ 2695671 w 2978753"/>
              <a:gd name="connsiteY43" fmla="*/ 18574 h 73820"/>
              <a:gd name="connsiteX44" fmla="*/ 2707481 w 2978753"/>
              <a:gd name="connsiteY44" fmla="*/ 15717 h 73820"/>
              <a:gd name="connsiteX45" fmla="*/ 2706719 w 2978753"/>
              <a:gd name="connsiteY45" fmla="*/ 19527 h 73820"/>
              <a:gd name="connsiteX46" fmla="*/ 2690789 w 2978753"/>
              <a:gd name="connsiteY46" fmla="*/ 20721 h 73820"/>
              <a:gd name="connsiteX47" fmla="*/ 2692122 w 2978753"/>
              <a:gd name="connsiteY47" fmla="*/ 19007 h 73820"/>
              <a:gd name="connsiteX48" fmla="*/ 2696218 w 2978753"/>
              <a:gd name="connsiteY48" fmla="*/ 19388 h 73820"/>
              <a:gd name="connsiteX49" fmla="*/ 2681383 w 2978753"/>
              <a:gd name="connsiteY49" fmla="*/ 9049 h 73820"/>
              <a:gd name="connsiteX50" fmla="*/ 2689479 w 2978753"/>
              <a:gd name="connsiteY50" fmla="*/ 13431 h 73820"/>
              <a:gd name="connsiteX51" fmla="*/ 2685478 w 2978753"/>
              <a:gd name="connsiteY51" fmla="*/ 13145 h 73820"/>
              <a:gd name="connsiteX52" fmla="*/ 2670024 w 2978753"/>
              <a:gd name="connsiteY52" fmla="*/ 8339 h 73820"/>
              <a:gd name="connsiteX53" fmla="*/ 2680501 w 2978753"/>
              <a:gd name="connsiteY53" fmla="*/ 3291 h 73820"/>
              <a:gd name="connsiteX54" fmla="*/ 2674596 w 2978753"/>
              <a:gd name="connsiteY54" fmla="*/ 6625 h 73820"/>
              <a:gd name="connsiteX55" fmla="*/ 2651761 w 2978753"/>
              <a:gd name="connsiteY55" fmla="*/ 14670 h 73820"/>
              <a:gd name="connsiteX56" fmla="*/ 2658047 w 2978753"/>
              <a:gd name="connsiteY56" fmla="*/ 12193 h 73820"/>
              <a:gd name="connsiteX57" fmla="*/ 2659666 w 2978753"/>
              <a:gd name="connsiteY57" fmla="*/ 13336 h 73820"/>
              <a:gd name="connsiteX58" fmla="*/ 2651761 w 2978753"/>
              <a:gd name="connsiteY58" fmla="*/ 14670 h 73820"/>
              <a:gd name="connsiteX59" fmla="*/ 2640426 w 2978753"/>
              <a:gd name="connsiteY59" fmla="*/ 26860 h 73820"/>
              <a:gd name="connsiteX60" fmla="*/ 2658142 w 2978753"/>
              <a:gd name="connsiteY60" fmla="*/ 24860 h 73820"/>
              <a:gd name="connsiteX61" fmla="*/ 2649474 w 2978753"/>
              <a:gd name="connsiteY61" fmla="*/ 28289 h 73820"/>
              <a:gd name="connsiteX62" fmla="*/ 2649474 w 2978753"/>
              <a:gd name="connsiteY62" fmla="*/ 30385 h 73820"/>
              <a:gd name="connsiteX63" fmla="*/ 2627281 w 2978753"/>
              <a:gd name="connsiteY63" fmla="*/ 5048 h 73820"/>
              <a:gd name="connsiteX64" fmla="*/ 2646331 w 2978753"/>
              <a:gd name="connsiteY64" fmla="*/ 0 h 73820"/>
              <a:gd name="connsiteX65" fmla="*/ 2647664 w 2978753"/>
              <a:gd name="connsiteY65" fmla="*/ 6382 h 73820"/>
              <a:gd name="connsiteX66" fmla="*/ 2627678 w 2978753"/>
              <a:gd name="connsiteY66" fmla="*/ 5075 h 73820"/>
              <a:gd name="connsiteX67" fmla="*/ 2621281 w 2978753"/>
              <a:gd name="connsiteY67" fmla="*/ 14193 h 73820"/>
              <a:gd name="connsiteX68" fmla="*/ 2637187 w 2978753"/>
              <a:gd name="connsiteY68" fmla="*/ 11907 h 73820"/>
              <a:gd name="connsiteX69" fmla="*/ 2640330 w 2978753"/>
              <a:gd name="connsiteY69" fmla="*/ 15335 h 73820"/>
              <a:gd name="connsiteX70" fmla="*/ 2651760 w 2978753"/>
              <a:gd name="connsiteY70" fmla="*/ 14669 h 73820"/>
              <a:gd name="connsiteX71" fmla="*/ 2641473 w 2978753"/>
              <a:gd name="connsiteY71" fmla="*/ 16097 h 73820"/>
              <a:gd name="connsiteX72" fmla="*/ 2640330 w 2978753"/>
              <a:gd name="connsiteY72" fmla="*/ 15336 h 73820"/>
              <a:gd name="connsiteX73" fmla="*/ 2640331 w 2978753"/>
              <a:gd name="connsiteY73" fmla="*/ 15336 h 73820"/>
              <a:gd name="connsiteX74" fmla="*/ 2621281 w 2978753"/>
              <a:gd name="connsiteY74" fmla="*/ 14193 h 73820"/>
              <a:gd name="connsiteX75" fmla="*/ 2610136 w 2978753"/>
              <a:gd name="connsiteY75" fmla="*/ 12288 h 73820"/>
              <a:gd name="connsiteX76" fmla="*/ 2610612 w 2978753"/>
              <a:gd name="connsiteY76" fmla="*/ 12288 h 73820"/>
              <a:gd name="connsiteX77" fmla="*/ 2610313 w 2978753"/>
              <a:gd name="connsiteY77" fmla="*/ 12319 h 73820"/>
              <a:gd name="connsiteX78" fmla="*/ 2589277 w 2978753"/>
              <a:gd name="connsiteY78" fmla="*/ 14479 h 73820"/>
              <a:gd name="connsiteX79" fmla="*/ 2610313 w 2978753"/>
              <a:gd name="connsiteY79" fmla="*/ 12319 h 73820"/>
              <a:gd name="connsiteX80" fmla="*/ 2610612 w 2978753"/>
              <a:gd name="connsiteY80" fmla="*/ 12371 h 73820"/>
              <a:gd name="connsiteX81" fmla="*/ 2621090 w 2978753"/>
              <a:gd name="connsiteY81" fmla="*/ 14192 h 73820"/>
              <a:gd name="connsiteX82" fmla="*/ 2609565 w 2978753"/>
              <a:gd name="connsiteY82" fmla="*/ 15241 h 73820"/>
              <a:gd name="connsiteX83" fmla="*/ 2619090 w 2978753"/>
              <a:gd name="connsiteY83" fmla="*/ 19812 h 73820"/>
              <a:gd name="connsiteX84" fmla="*/ 2601944 w 2978753"/>
              <a:gd name="connsiteY84" fmla="*/ 25051 h 73820"/>
              <a:gd name="connsiteX85" fmla="*/ 2609660 w 2978753"/>
              <a:gd name="connsiteY85" fmla="*/ 14764 h 73820"/>
              <a:gd name="connsiteX86" fmla="*/ 2589277 w 2978753"/>
              <a:gd name="connsiteY86" fmla="*/ 14479 h 73820"/>
              <a:gd name="connsiteX87" fmla="*/ 2587942 w 2978753"/>
              <a:gd name="connsiteY87" fmla="*/ 37626 h 73820"/>
              <a:gd name="connsiteX88" fmla="*/ 2592324 w 2978753"/>
              <a:gd name="connsiteY88" fmla="*/ 34863 h 73820"/>
              <a:gd name="connsiteX89" fmla="*/ 2592800 w 2978753"/>
              <a:gd name="connsiteY89" fmla="*/ 36958 h 73820"/>
              <a:gd name="connsiteX90" fmla="*/ 2587942 w 2978753"/>
              <a:gd name="connsiteY90" fmla="*/ 37626 h 73820"/>
              <a:gd name="connsiteX91" fmla="*/ 2564416 w 2978753"/>
              <a:gd name="connsiteY91" fmla="*/ 14669 h 73820"/>
              <a:gd name="connsiteX92" fmla="*/ 2573941 w 2978753"/>
              <a:gd name="connsiteY92" fmla="*/ 10097 h 73820"/>
              <a:gd name="connsiteX93" fmla="*/ 2589466 w 2978753"/>
              <a:gd name="connsiteY93" fmla="*/ 15241 h 73820"/>
              <a:gd name="connsiteX94" fmla="*/ 2584990 w 2978753"/>
              <a:gd name="connsiteY94" fmla="*/ 15241 h 73820"/>
              <a:gd name="connsiteX95" fmla="*/ 2586609 w 2978753"/>
              <a:gd name="connsiteY95" fmla="*/ 15145 h 73820"/>
              <a:gd name="connsiteX96" fmla="*/ 2553819 w 2978753"/>
              <a:gd name="connsiteY96" fmla="*/ 14721 h 73820"/>
              <a:gd name="connsiteX97" fmla="*/ 2564106 w 2978753"/>
              <a:gd name="connsiteY97" fmla="*/ 8530 h 73820"/>
              <a:gd name="connsiteX98" fmla="*/ 2561725 w 2978753"/>
              <a:gd name="connsiteY98" fmla="*/ 12912 h 73820"/>
              <a:gd name="connsiteX99" fmla="*/ 2533650 w 2978753"/>
              <a:gd name="connsiteY99" fmla="*/ 38957 h 73820"/>
              <a:gd name="connsiteX100" fmla="*/ 2548890 w 2978753"/>
              <a:gd name="connsiteY100" fmla="*/ 25146 h 73820"/>
              <a:gd name="connsiteX101" fmla="*/ 2567940 w 2978753"/>
              <a:gd name="connsiteY101" fmla="*/ 28480 h 73820"/>
              <a:gd name="connsiteX102" fmla="*/ 2552890 w 2978753"/>
              <a:gd name="connsiteY102" fmla="*/ 20288 h 73820"/>
              <a:gd name="connsiteX103" fmla="*/ 2564129 w 2978753"/>
              <a:gd name="connsiteY103" fmla="*/ 14860 h 73820"/>
              <a:gd name="connsiteX104" fmla="*/ 2563178 w 2978753"/>
              <a:gd name="connsiteY104" fmla="*/ 14098 h 73820"/>
              <a:gd name="connsiteX105" fmla="*/ 2564130 w 2978753"/>
              <a:gd name="connsiteY105" fmla="*/ 14193 h 73820"/>
              <a:gd name="connsiteX106" fmla="*/ 2564130 w 2978753"/>
              <a:gd name="connsiteY106" fmla="*/ 14859 h 73820"/>
              <a:gd name="connsiteX107" fmla="*/ 2564130 w 2978753"/>
              <a:gd name="connsiteY107" fmla="*/ 14859 h 73820"/>
              <a:gd name="connsiteX108" fmla="*/ 2569750 w 2978753"/>
              <a:gd name="connsiteY108" fmla="*/ 37052 h 73820"/>
              <a:gd name="connsiteX109" fmla="*/ 2545651 w 2978753"/>
              <a:gd name="connsiteY109" fmla="*/ 40291 h 73820"/>
              <a:gd name="connsiteX110" fmla="*/ 2546318 w 2978753"/>
              <a:gd name="connsiteY110" fmla="*/ 36481 h 73820"/>
              <a:gd name="connsiteX111" fmla="*/ 2533436 w 2978753"/>
              <a:gd name="connsiteY111" fmla="*/ 11959 h 73820"/>
              <a:gd name="connsiteX112" fmla="*/ 2539532 w 2978753"/>
              <a:gd name="connsiteY112" fmla="*/ 9673 h 73820"/>
              <a:gd name="connsiteX113" fmla="*/ 2538675 w 2978753"/>
              <a:gd name="connsiteY113" fmla="*/ 13388 h 73820"/>
              <a:gd name="connsiteX114" fmla="*/ 2505742 w 2978753"/>
              <a:gd name="connsiteY114" fmla="*/ 24004 h 73820"/>
              <a:gd name="connsiteX115" fmla="*/ 2519458 w 2978753"/>
              <a:gd name="connsiteY115" fmla="*/ 25813 h 73820"/>
              <a:gd name="connsiteX116" fmla="*/ 2520696 w 2978753"/>
              <a:gd name="connsiteY116" fmla="*/ 25813 h 73820"/>
              <a:gd name="connsiteX117" fmla="*/ 2505742 w 2978753"/>
              <a:gd name="connsiteY117" fmla="*/ 24004 h 73820"/>
              <a:gd name="connsiteX118" fmla="*/ 2505527 w 2978753"/>
              <a:gd name="connsiteY118" fmla="*/ 36628 h 73820"/>
              <a:gd name="connsiteX119" fmla="*/ 2509623 w 2978753"/>
              <a:gd name="connsiteY119" fmla="*/ 32723 h 73820"/>
              <a:gd name="connsiteX120" fmla="*/ 2512290 w 2978753"/>
              <a:gd name="connsiteY120" fmla="*/ 37581 h 73820"/>
              <a:gd name="connsiteX121" fmla="*/ 2485263 w 2978753"/>
              <a:gd name="connsiteY121" fmla="*/ 10192 h 73820"/>
              <a:gd name="connsiteX122" fmla="*/ 2495931 w 2978753"/>
              <a:gd name="connsiteY122" fmla="*/ 9049 h 73820"/>
              <a:gd name="connsiteX123" fmla="*/ 2494788 w 2978753"/>
              <a:gd name="connsiteY123" fmla="*/ 11716 h 73820"/>
              <a:gd name="connsiteX124" fmla="*/ 2485263 w 2978753"/>
              <a:gd name="connsiteY124" fmla="*/ 10192 h 73820"/>
              <a:gd name="connsiteX125" fmla="*/ 2484191 w 2978753"/>
              <a:gd name="connsiteY125" fmla="*/ 37677 h 73820"/>
              <a:gd name="connsiteX126" fmla="*/ 2492573 w 2978753"/>
              <a:gd name="connsiteY126" fmla="*/ 37963 h 73820"/>
              <a:gd name="connsiteX127" fmla="*/ 2496097 w 2978753"/>
              <a:gd name="connsiteY127" fmla="*/ 39011 h 73820"/>
              <a:gd name="connsiteX128" fmla="*/ 2452783 w 2978753"/>
              <a:gd name="connsiteY128" fmla="*/ 33243 h 73820"/>
              <a:gd name="connsiteX129" fmla="*/ 2467832 w 2978753"/>
              <a:gd name="connsiteY129" fmla="*/ 32957 h 73820"/>
              <a:gd name="connsiteX130" fmla="*/ 2464689 w 2978753"/>
              <a:gd name="connsiteY130" fmla="*/ 34577 h 73820"/>
              <a:gd name="connsiteX131" fmla="*/ 2438400 w 2978753"/>
              <a:gd name="connsiteY131" fmla="*/ 11050 h 73820"/>
              <a:gd name="connsiteX132" fmla="*/ 2445258 w 2978753"/>
              <a:gd name="connsiteY132" fmla="*/ 10383 h 73820"/>
              <a:gd name="connsiteX133" fmla="*/ 2446401 w 2978753"/>
              <a:gd name="connsiteY133" fmla="*/ 11050 h 73820"/>
              <a:gd name="connsiteX134" fmla="*/ 2438400 w 2978753"/>
              <a:gd name="connsiteY134" fmla="*/ 11050 h 73820"/>
              <a:gd name="connsiteX135" fmla="*/ 2425541 w 2978753"/>
              <a:gd name="connsiteY135" fmla="*/ 11431 h 73820"/>
              <a:gd name="connsiteX136" fmla="*/ 2433352 w 2978753"/>
              <a:gd name="connsiteY136" fmla="*/ 10573 h 73820"/>
              <a:gd name="connsiteX137" fmla="*/ 2429161 w 2978753"/>
              <a:gd name="connsiteY137" fmla="*/ 14002 h 73820"/>
              <a:gd name="connsiteX138" fmla="*/ 2425541 w 2978753"/>
              <a:gd name="connsiteY138" fmla="*/ 11431 h 73820"/>
              <a:gd name="connsiteX139" fmla="*/ 2399730 w 2978753"/>
              <a:gd name="connsiteY139" fmla="*/ 15527 h 73820"/>
              <a:gd name="connsiteX140" fmla="*/ 2408025 w 2978753"/>
              <a:gd name="connsiteY140" fmla="*/ 16552 h 73820"/>
              <a:gd name="connsiteX141" fmla="*/ 2408016 w 2978753"/>
              <a:gd name="connsiteY141" fmla="*/ 16575 h 73820"/>
              <a:gd name="connsiteX142" fmla="*/ 2408207 w 2978753"/>
              <a:gd name="connsiteY142" fmla="*/ 16575 h 73820"/>
              <a:gd name="connsiteX143" fmla="*/ 2408025 w 2978753"/>
              <a:gd name="connsiteY143" fmla="*/ 16552 h 73820"/>
              <a:gd name="connsiteX144" fmla="*/ 2408778 w 2978753"/>
              <a:gd name="connsiteY144" fmla="*/ 14575 h 73820"/>
              <a:gd name="connsiteX145" fmla="*/ 2399730 w 2978753"/>
              <a:gd name="connsiteY145" fmla="*/ 15527 h 73820"/>
              <a:gd name="connsiteX146" fmla="*/ 2358962 w 2978753"/>
              <a:gd name="connsiteY146" fmla="*/ 47626 h 73820"/>
              <a:gd name="connsiteX147" fmla="*/ 2358962 w 2978753"/>
              <a:gd name="connsiteY147" fmla="*/ 41721 h 73820"/>
              <a:gd name="connsiteX148" fmla="*/ 2364676 w 2978753"/>
              <a:gd name="connsiteY148" fmla="*/ 45340 h 73820"/>
              <a:gd name="connsiteX149" fmla="*/ 2312480 w 2978753"/>
              <a:gd name="connsiteY149" fmla="*/ 33624 h 73820"/>
              <a:gd name="connsiteX150" fmla="*/ 2325434 w 2978753"/>
              <a:gd name="connsiteY150" fmla="*/ 32290 h 73820"/>
              <a:gd name="connsiteX151" fmla="*/ 2319528 w 2978753"/>
              <a:gd name="connsiteY151" fmla="*/ 35623 h 73820"/>
              <a:gd name="connsiteX152" fmla="*/ 2312480 w 2978753"/>
              <a:gd name="connsiteY152" fmla="*/ 33624 h 73820"/>
              <a:gd name="connsiteX153" fmla="*/ 2285429 w 2978753"/>
              <a:gd name="connsiteY153" fmla="*/ 11621 h 73820"/>
              <a:gd name="connsiteX154" fmla="*/ 2301716 w 2978753"/>
              <a:gd name="connsiteY154" fmla="*/ 14098 h 73820"/>
              <a:gd name="connsiteX155" fmla="*/ 2285429 w 2978753"/>
              <a:gd name="connsiteY155" fmla="*/ 11621 h 73820"/>
              <a:gd name="connsiteX156" fmla="*/ 2266474 w 2978753"/>
              <a:gd name="connsiteY156" fmla="*/ 11621 h 73820"/>
              <a:gd name="connsiteX157" fmla="*/ 2285428 w 2978753"/>
              <a:gd name="connsiteY157" fmla="*/ 11621 h 73820"/>
              <a:gd name="connsiteX158" fmla="*/ 2269902 w 2978753"/>
              <a:gd name="connsiteY158" fmla="*/ 12574 h 73820"/>
              <a:gd name="connsiteX159" fmla="*/ 2266474 w 2978753"/>
              <a:gd name="connsiteY159" fmla="*/ 11621 h 73820"/>
              <a:gd name="connsiteX160" fmla="*/ 2132243 w 2978753"/>
              <a:gd name="connsiteY160" fmla="*/ 40059 h 73820"/>
              <a:gd name="connsiteX161" fmla="*/ 2135005 w 2978753"/>
              <a:gd name="connsiteY161" fmla="*/ 30342 h 73820"/>
              <a:gd name="connsiteX162" fmla="*/ 2135481 w 2978753"/>
              <a:gd name="connsiteY162" fmla="*/ 40059 h 73820"/>
              <a:gd name="connsiteX163" fmla="*/ 1959424 w 2978753"/>
              <a:gd name="connsiteY163" fmla="*/ 57270 h 73820"/>
              <a:gd name="connsiteX164" fmla="*/ 1969485 w 2978753"/>
              <a:gd name="connsiteY164" fmla="*/ 55056 h 73820"/>
              <a:gd name="connsiteX165" fmla="*/ 1977105 w 2978753"/>
              <a:gd name="connsiteY165" fmla="*/ 59437 h 73820"/>
              <a:gd name="connsiteX166" fmla="*/ 1959578 w 2978753"/>
              <a:gd name="connsiteY166" fmla="*/ 62485 h 73820"/>
              <a:gd name="connsiteX167" fmla="*/ 1959424 w 2978753"/>
              <a:gd name="connsiteY167" fmla="*/ 57270 h 73820"/>
              <a:gd name="connsiteX168" fmla="*/ 1956150 w 2978753"/>
              <a:gd name="connsiteY168" fmla="*/ 8287 h 73820"/>
              <a:gd name="connsiteX169" fmla="*/ 1971390 w 2978753"/>
              <a:gd name="connsiteY169" fmla="*/ 13050 h 73820"/>
              <a:gd name="connsiteX170" fmla="*/ 1958531 w 2978753"/>
              <a:gd name="connsiteY170" fmla="*/ 12383 h 73820"/>
              <a:gd name="connsiteX171" fmla="*/ 1826419 w 2978753"/>
              <a:gd name="connsiteY171" fmla="*/ 59056 h 73820"/>
              <a:gd name="connsiteX172" fmla="*/ 1838039 w 2978753"/>
              <a:gd name="connsiteY172" fmla="*/ 43721 h 73820"/>
              <a:gd name="connsiteX173" fmla="*/ 1843849 w 2978753"/>
              <a:gd name="connsiteY173" fmla="*/ 55627 h 73820"/>
              <a:gd name="connsiteX174" fmla="*/ 1826419 w 2978753"/>
              <a:gd name="connsiteY174" fmla="*/ 59056 h 73820"/>
              <a:gd name="connsiteX175" fmla="*/ 1749077 w 2978753"/>
              <a:gd name="connsiteY175" fmla="*/ 52580 h 73820"/>
              <a:gd name="connsiteX176" fmla="*/ 1752319 w 2978753"/>
              <a:gd name="connsiteY176" fmla="*/ 52535 h 73820"/>
              <a:gd name="connsiteX177" fmla="*/ 1752410 w 2978753"/>
              <a:gd name="connsiteY177" fmla="*/ 52580 h 73820"/>
              <a:gd name="connsiteX178" fmla="*/ 1583246 w 2978753"/>
              <a:gd name="connsiteY178" fmla="*/ 37625 h 73820"/>
              <a:gd name="connsiteX179" fmla="*/ 1590579 w 2978753"/>
              <a:gd name="connsiteY179" fmla="*/ 34862 h 73820"/>
              <a:gd name="connsiteX180" fmla="*/ 1585436 w 2978753"/>
              <a:gd name="connsiteY180" fmla="*/ 38863 h 73820"/>
              <a:gd name="connsiteX181" fmla="*/ 1349693 w 2978753"/>
              <a:gd name="connsiteY181" fmla="*/ 66580 h 73820"/>
              <a:gd name="connsiteX182" fmla="*/ 1358170 w 2978753"/>
              <a:gd name="connsiteY182" fmla="*/ 68580 h 73820"/>
              <a:gd name="connsiteX183" fmla="*/ 1357408 w 2978753"/>
              <a:gd name="connsiteY183" fmla="*/ 70009 h 73820"/>
              <a:gd name="connsiteX184" fmla="*/ 1316642 w 2978753"/>
              <a:gd name="connsiteY184" fmla="*/ 58866 h 73820"/>
              <a:gd name="connsiteX185" fmla="*/ 1329881 w 2978753"/>
              <a:gd name="connsiteY185" fmla="*/ 57628 h 73820"/>
              <a:gd name="connsiteX186" fmla="*/ 1316642 w 2978753"/>
              <a:gd name="connsiteY186" fmla="*/ 58866 h 73820"/>
              <a:gd name="connsiteX187" fmla="*/ 1222034 w 2978753"/>
              <a:gd name="connsiteY187" fmla="*/ 60727 h 73820"/>
              <a:gd name="connsiteX188" fmla="*/ 1226320 w 2978753"/>
              <a:gd name="connsiteY188" fmla="*/ 66347 h 73820"/>
              <a:gd name="connsiteX189" fmla="*/ 1224034 w 2978753"/>
              <a:gd name="connsiteY189" fmla="*/ 66251 h 73820"/>
              <a:gd name="connsiteX190" fmla="*/ 1111091 w 2978753"/>
              <a:gd name="connsiteY190" fmla="*/ 72580 h 73820"/>
              <a:gd name="connsiteX191" fmla="*/ 1125664 w 2978753"/>
              <a:gd name="connsiteY191" fmla="*/ 71819 h 73820"/>
              <a:gd name="connsiteX192" fmla="*/ 1111091 w 2978753"/>
              <a:gd name="connsiteY192" fmla="*/ 72580 h 73820"/>
              <a:gd name="connsiteX193" fmla="*/ 864848 w 2978753"/>
              <a:gd name="connsiteY193" fmla="*/ 30546 h 73820"/>
              <a:gd name="connsiteX194" fmla="*/ 864871 w 2978753"/>
              <a:gd name="connsiteY194" fmla="*/ 30482 h 73820"/>
              <a:gd name="connsiteX195" fmla="*/ 866776 w 2978753"/>
              <a:gd name="connsiteY195" fmla="*/ 31339 h 73820"/>
              <a:gd name="connsiteX196" fmla="*/ 17884 w 2978753"/>
              <a:gd name="connsiteY196" fmla="*/ 12245 h 73820"/>
              <a:gd name="connsiteX197" fmla="*/ 27790 w 2978753"/>
              <a:gd name="connsiteY197" fmla="*/ 14245 h 73820"/>
              <a:gd name="connsiteX198" fmla="*/ 24266 w 2978753"/>
              <a:gd name="connsiteY198" fmla="*/ 15483 h 73820"/>
              <a:gd name="connsiteX199" fmla="*/ 11717 w 2978753"/>
              <a:gd name="connsiteY199" fmla="*/ 26005 h 73820"/>
              <a:gd name="connsiteX200" fmla="*/ 44102 w 2978753"/>
              <a:gd name="connsiteY200" fmla="*/ 19528 h 73820"/>
              <a:gd name="connsiteX201" fmla="*/ 71534 w 2978753"/>
              <a:gd name="connsiteY201" fmla="*/ 25910 h 73820"/>
              <a:gd name="connsiteX202" fmla="*/ 70772 w 2978753"/>
              <a:gd name="connsiteY202" fmla="*/ 19433 h 73820"/>
              <a:gd name="connsiteX203" fmla="*/ 74582 w 2978753"/>
              <a:gd name="connsiteY203" fmla="*/ 15814 h 73820"/>
              <a:gd name="connsiteX204" fmla="*/ 272416 w 2978753"/>
              <a:gd name="connsiteY204" fmla="*/ 24386 h 73820"/>
              <a:gd name="connsiteX205" fmla="*/ 272416 w 2978753"/>
              <a:gd name="connsiteY205" fmla="*/ 20385 h 73820"/>
              <a:gd name="connsiteX206" fmla="*/ 290323 w 2978753"/>
              <a:gd name="connsiteY206" fmla="*/ 16480 h 73820"/>
              <a:gd name="connsiteX207" fmla="*/ 307754 w 2978753"/>
              <a:gd name="connsiteY207" fmla="*/ 24862 h 73820"/>
              <a:gd name="connsiteX208" fmla="*/ 309754 w 2978753"/>
              <a:gd name="connsiteY208" fmla="*/ 18099 h 73820"/>
              <a:gd name="connsiteX209" fmla="*/ 401670 w 2978753"/>
              <a:gd name="connsiteY209" fmla="*/ 19719 h 73820"/>
              <a:gd name="connsiteX210" fmla="*/ 411195 w 2978753"/>
              <a:gd name="connsiteY210" fmla="*/ 27434 h 73820"/>
              <a:gd name="connsiteX211" fmla="*/ 434151 w 2978753"/>
              <a:gd name="connsiteY211" fmla="*/ 17337 h 73820"/>
              <a:gd name="connsiteX212" fmla="*/ 469679 w 2978753"/>
              <a:gd name="connsiteY212" fmla="*/ 32006 h 73820"/>
              <a:gd name="connsiteX213" fmla="*/ 476918 w 2978753"/>
              <a:gd name="connsiteY213" fmla="*/ 25433 h 73820"/>
              <a:gd name="connsiteX214" fmla="*/ 517875 w 2978753"/>
              <a:gd name="connsiteY214" fmla="*/ 22004 h 73820"/>
              <a:gd name="connsiteX215" fmla="*/ 602933 w 2978753"/>
              <a:gd name="connsiteY215" fmla="*/ 28481 h 73820"/>
              <a:gd name="connsiteX216" fmla="*/ 612458 w 2978753"/>
              <a:gd name="connsiteY216" fmla="*/ 22481 h 73820"/>
              <a:gd name="connsiteX217" fmla="*/ 604267 w 2978753"/>
              <a:gd name="connsiteY217" fmla="*/ 16956 h 73820"/>
              <a:gd name="connsiteX218" fmla="*/ 624746 w 2978753"/>
              <a:gd name="connsiteY218" fmla="*/ 17623 h 73820"/>
              <a:gd name="connsiteX219" fmla="*/ 630080 w 2978753"/>
              <a:gd name="connsiteY219" fmla="*/ 17623 h 73820"/>
              <a:gd name="connsiteX220" fmla="*/ 638081 w 2978753"/>
              <a:gd name="connsiteY220" fmla="*/ 22195 h 73820"/>
              <a:gd name="connsiteX221" fmla="*/ 660465 w 2978753"/>
              <a:gd name="connsiteY221" fmla="*/ 16670 h 73820"/>
              <a:gd name="connsiteX222" fmla="*/ 658274 w 2978753"/>
              <a:gd name="connsiteY222" fmla="*/ 15814 h 73820"/>
              <a:gd name="connsiteX223" fmla="*/ 667799 w 2978753"/>
              <a:gd name="connsiteY223" fmla="*/ 15337 h 73820"/>
              <a:gd name="connsiteX224" fmla="*/ 665894 w 2978753"/>
              <a:gd name="connsiteY224" fmla="*/ 23624 h 73820"/>
              <a:gd name="connsiteX225" fmla="*/ 685706 w 2978753"/>
              <a:gd name="connsiteY225" fmla="*/ 18766 h 73820"/>
              <a:gd name="connsiteX226" fmla="*/ 679800 w 2978753"/>
              <a:gd name="connsiteY226" fmla="*/ 23910 h 73820"/>
              <a:gd name="connsiteX227" fmla="*/ 696183 w 2978753"/>
              <a:gd name="connsiteY227" fmla="*/ 23910 h 73820"/>
              <a:gd name="connsiteX228" fmla="*/ 690754 w 2978753"/>
              <a:gd name="connsiteY228" fmla="*/ 16861 h 73820"/>
              <a:gd name="connsiteX229" fmla="*/ 836010 w 2978753"/>
              <a:gd name="connsiteY229" fmla="*/ 21814 h 73820"/>
              <a:gd name="connsiteX230" fmla="*/ 852858 w 2978753"/>
              <a:gd name="connsiteY230" fmla="*/ 25612 h 73820"/>
              <a:gd name="connsiteX231" fmla="*/ 864848 w 2978753"/>
              <a:gd name="connsiteY231" fmla="*/ 30546 h 73820"/>
              <a:gd name="connsiteX232" fmla="*/ 863490 w 2978753"/>
              <a:gd name="connsiteY232" fmla="*/ 34280 h 73820"/>
              <a:gd name="connsiteX233" fmla="*/ 878397 w 2978753"/>
              <a:gd name="connsiteY233" fmla="*/ 36578 h 73820"/>
              <a:gd name="connsiteX234" fmla="*/ 871729 w 2978753"/>
              <a:gd name="connsiteY234" fmla="*/ 26291 h 73820"/>
              <a:gd name="connsiteX235" fmla="*/ 891351 w 2978753"/>
              <a:gd name="connsiteY235" fmla="*/ 22004 h 73820"/>
              <a:gd name="connsiteX236" fmla="*/ 973361 w 2978753"/>
              <a:gd name="connsiteY236" fmla="*/ 17909 h 73820"/>
              <a:gd name="connsiteX237" fmla="*/ 970408 w 2978753"/>
              <a:gd name="connsiteY237" fmla="*/ 20005 h 73820"/>
              <a:gd name="connsiteX238" fmla="*/ 1035749 w 2978753"/>
              <a:gd name="connsiteY238" fmla="*/ 21909 h 73820"/>
              <a:gd name="connsiteX239" fmla="*/ 1038035 w 2978753"/>
              <a:gd name="connsiteY239" fmla="*/ 26672 h 73820"/>
              <a:gd name="connsiteX240" fmla="*/ 1090233 w 2978753"/>
              <a:gd name="connsiteY240" fmla="*/ 21719 h 73820"/>
              <a:gd name="connsiteX241" fmla="*/ 1090995 w 2978753"/>
              <a:gd name="connsiteY241" fmla="*/ 24862 h 73820"/>
              <a:gd name="connsiteX242" fmla="*/ 1122427 w 2978753"/>
              <a:gd name="connsiteY242" fmla="*/ 18862 h 73820"/>
              <a:gd name="connsiteX243" fmla="*/ 1121665 w 2978753"/>
              <a:gd name="connsiteY243" fmla="*/ 20290 h 73820"/>
              <a:gd name="connsiteX244" fmla="*/ 1150240 w 2978753"/>
              <a:gd name="connsiteY244" fmla="*/ 19528 h 73820"/>
              <a:gd name="connsiteX245" fmla="*/ 1208342 w 2978753"/>
              <a:gd name="connsiteY245" fmla="*/ 26386 h 73820"/>
              <a:gd name="connsiteX246" fmla="*/ 1244347 w 2978753"/>
              <a:gd name="connsiteY246" fmla="*/ 18766 h 73820"/>
              <a:gd name="connsiteX247" fmla="*/ 1246633 w 2978753"/>
              <a:gd name="connsiteY247" fmla="*/ 20766 h 73820"/>
              <a:gd name="connsiteX248" fmla="*/ 1290829 w 2978753"/>
              <a:gd name="connsiteY248" fmla="*/ 22290 h 73820"/>
              <a:gd name="connsiteX249" fmla="*/ 1291877 w 2978753"/>
              <a:gd name="connsiteY249" fmla="*/ 15432 h 73820"/>
              <a:gd name="connsiteX250" fmla="*/ 1341216 w 2978753"/>
              <a:gd name="connsiteY250" fmla="*/ 11146 h 73820"/>
              <a:gd name="connsiteX251" fmla="*/ 1348741 w 2978753"/>
              <a:gd name="connsiteY251" fmla="*/ 20005 h 73820"/>
              <a:gd name="connsiteX252" fmla="*/ 1368934 w 2978753"/>
              <a:gd name="connsiteY252" fmla="*/ 12575 h 73820"/>
              <a:gd name="connsiteX253" fmla="*/ 1363219 w 2978753"/>
              <a:gd name="connsiteY253" fmla="*/ 14575 h 73820"/>
              <a:gd name="connsiteX254" fmla="*/ 1396556 w 2978753"/>
              <a:gd name="connsiteY254" fmla="*/ 29244 h 73820"/>
              <a:gd name="connsiteX255" fmla="*/ 1390842 w 2978753"/>
              <a:gd name="connsiteY255" fmla="*/ 26577 h 73820"/>
              <a:gd name="connsiteX256" fmla="*/ 1431418 w 2978753"/>
              <a:gd name="connsiteY256" fmla="*/ 28672 h 73820"/>
              <a:gd name="connsiteX257" fmla="*/ 1429894 w 2978753"/>
              <a:gd name="connsiteY257" fmla="*/ 24100 h 73820"/>
              <a:gd name="connsiteX258" fmla="*/ 1469804 w 2978753"/>
              <a:gd name="connsiteY258" fmla="*/ 27529 h 73820"/>
              <a:gd name="connsiteX259" fmla="*/ 1469804 w 2978753"/>
              <a:gd name="connsiteY259" fmla="*/ 28291 h 73820"/>
              <a:gd name="connsiteX260" fmla="*/ 1494664 w 2978753"/>
              <a:gd name="connsiteY260" fmla="*/ 25815 h 73820"/>
              <a:gd name="connsiteX261" fmla="*/ 1490473 w 2978753"/>
              <a:gd name="connsiteY261" fmla="*/ 24767 h 73820"/>
              <a:gd name="connsiteX262" fmla="*/ 1522477 w 2978753"/>
              <a:gd name="connsiteY262" fmla="*/ 24767 h 73820"/>
              <a:gd name="connsiteX263" fmla="*/ 1534002 w 2978753"/>
              <a:gd name="connsiteY263" fmla="*/ 24767 h 73820"/>
              <a:gd name="connsiteX264" fmla="*/ 1576770 w 2978753"/>
              <a:gd name="connsiteY264" fmla="*/ 22386 h 73820"/>
              <a:gd name="connsiteX265" fmla="*/ 1573817 w 2978753"/>
              <a:gd name="connsiteY265" fmla="*/ 28291 h 73820"/>
              <a:gd name="connsiteX266" fmla="*/ 1596010 w 2978753"/>
              <a:gd name="connsiteY266" fmla="*/ 26386 h 73820"/>
              <a:gd name="connsiteX267" fmla="*/ 1619156 w 2978753"/>
              <a:gd name="connsiteY267" fmla="*/ 10289 h 73820"/>
              <a:gd name="connsiteX268" fmla="*/ 1613346 w 2978753"/>
              <a:gd name="connsiteY268" fmla="*/ 13622 h 73820"/>
              <a:gd name="connsiteX269" fmla="*/ 1621442 w 2978753"/>
              <a:gd name="connsiteY269" fmla="*/ 12956 h 73820"/>
              <a:gd name="connsiteX270" fmla="*/ 1619251 w 2978753"/>
              <a:gd name="connsiteY270" fmla="*/ 18385 h 73820"/>
              <a:gd name="connsiteX271" fmla="*/ 1661637 w 2978753"/>
              <a:gd name="connsiteY271" fmla="*/ 15242 h 73820"/>
              <a:gd name="connsiteX272" fmla="*/ 1662971 w 2978753"/>
              <a:gd name="connsiteY272" fmla="*/ 21624 h 73820"/>
              <a:gd name="connsiteX273" fmla="*/ 1682021 w 2978753"/>
              <a:gd name="connsiteY273" fmla="*/ 18004 h 73820"/>
              <a:gd name="connsiteX274" fmla="*/ 1792797 w 2978753"/>
              <a:gd name="connsiteY274" fmla="*/ 25624 h 73820"/>
              <a:gd name="connsiteX275" fmla="*/ 1813942 w 2978753"/>
              <a:gd name="connsiteY275" fmla="*/ 23624 h 73820"/>
              <a:gd name="connsiteX276" fmla="*/ 1812990 w 2978753"/>
              <a:gd name="connsiteY276" fmla="*/ 27338 h 73820"/>
              <a:gd name="connsiteX277" fmla="*/ 1848994 w 2978753"/>
              <a:gd name="connsiteY277" fmla="*/ 17813 h 73820"/>
              <a:gd name="connsiteX278" fmla="*/ 1852804 w 2978753"/>
              <a:gd name="connsiteY278" fmla="*/ 27910 h 73820"/>
              <a:gd name="connsiteX279" fmla="*/ 1867759 w 2978753"/>
              <a:gd name="connsiteY279" fmla="*/ 20099 h 73820"/>
              <a:gd name="connsiteX280" fmla="*/ 1870616 w 2978753"/>
              <a:gd name="connsiteY280" fmla="*/ 25910 h 73820"/>
              <a:gd name="connsiteX281" fmla="*/ 1890333 w 2978753"/>
              <a:gd name="connsiteY281" fmla="*/ 25433 h 73820"/>
              <a:gd name="connsiteX282" fmla="*/ 1889094 w 2978753"/>
              <a:gd name="connsiteY282" fmla="*/ 27148 h 73820"/>
              <a:gd name="connsiteX283" fmla="*/ 1923099 w 2978753"/>
              <a:gd name="connsiteY283" fmla="*/ 16099 h 73820"/>
              <a:gd name="connsiteX284" fmla="*/ 1945768 w 2978753"/>
              <a:gd name="connsiteY284" fmla="*/ 21528 h 73820"/>
              <a:gd name="connsiteX285" fmla="*/ 1953864 w 2978753"/>
              <a:gd name="connsiteY285" fmla="*/ 18766 h 73820"/>
              <a:gd name="connsiteX286" fmla="*/ 1955483 w 2978753"/>
              <a:gd name="connsiteY286" fmla="*/ 13146 h 73820"/>
              <a:gd name="connsiteX287" fmla="*/ 1956912 w 2978753"/>
              <a:gd name="connsiteY287" fmla="*/ 13146 h 73820"/>
              <a:gd name="connsiteX288" fmla="*/ 1959484 w 2978753"/>
              <a:gd name="connsiteY288" fmla="*/ 17718 h 73820"/>
              <a:gd name="connsiteX289" fmla="*/ 1975962 w 2978753"/>
              <a:gd name="connsiteY289" fmla="*/ 16099 h 73820"/>
              <a:gd name="connsiteX290" fmla="*/ 1969771 w 2978753"/>
              <a:gd name="connsiteY290" fmla="*/ 13813 h 73820"/>
              <a:gd name="connsiteX291" fmla="*/ 1977105 w 2978753"/>
              <a:gd name="connsiteY291" fmla="*/ 16099 h 73820"/>
              <a:gd name="connsiteX292" fmla="*/ 1978058 w 2978753"/>
              <a:gd name="connsiteY292" fmla="*/ 16099 h 73820"/>
              <a:gd name="connsiteX293" fmla="*/ 1979296 w 2978753"/>
              <a:gd name="connsiteY293" fmla="*/ 16099 h 73820"/>
              <a:gd name="connsiteX294" fmla="*/ 1990917 w 2978753"/>
              <a:gd name="connsiteY294" fmla="*/ 16099 h 73820"/>
              <a:gd name="connsiteX295" fmla="*/ 2062164 w 2978753"/>
              <a:gd name="connsiteY295" fmla="*/ 16099 h 73820"/>
              <a:gd name="connsiteX296" fmla="*/ 2052639 w 2978753"/>
              <a:gd name="connsiteY296" fmla="*/ 16099 h 73820"/>
              <a:gd name="connsiteX297" fmla="*/ 2104455 w 2978753"/>
              <a:gd name="connsiteY297" fmla="*/ 18766 h 73820"/>
              <a:gd name="connsiteX298" fmla="*/ 2103598 w 2978753"/>
              <a:gd name="connsiteY298" fmla="*/ 14480 h 73820"/>
              <a:gd name="connsiteX299" fmla="*/ 2140936 w 2978753"/>
              <a:gd name="connsiteY299" fmla="*/ 11432 h 73820"/>
              <a:gd name="connsiteX300" fmla="*/ 2141602 w 2978753"/>
              <a:gd name="connsiteY300" fmla="*/ 6574 h 73820"/>
              <a:gd name="connsiteX301" fmla="*/ 2205325 w 2978753"/>
              <a:gd name="connsiteY301" fmla="*/ 10574 h 73820"/>
              <a:gd name="connsiteX302" fmla="*/ 2238376 w 2978753"/>
              <a:gd name="connsiteY302" fmla="*/ 10574 h 73820"/>
              <a:gd name="connsiteX303" fmla="*/ 2240853 w 2978753"/>
              <a:gd name="connsiteY303" fmla="*/ 14289 h 73820"/>
              <a:gd name="connsiteX304" fmla="*/ 2268666 w 2978753"/>
              <a:gd name="connsiteY304" fmla="*/ 13051 h 73820"/>
              <a:gd name="connsiteX305" fmla="*/ 2340103 w 2978753"/>
              <a:gd name="connsiteY305" fmla="*/ 13718 h 73820"/>
              <a:gd name="connsiteX306" fmla="*/ 2340103 w 2978753"/>
              <a:gd name="connsiteY306" fmla="*/ 14765 h 73820"/>
              <a:gd name="connsiteX307" fmla="*/ 2362677 w 2978753"/>
              <a:gd name="connsiteY307" fmla="*/ 12194 h 73820"/>
              <a:gd name="connsiteX308" fmla="*/ 2373917 w 2978753"/>
              <a:gd name="connsiteY308" fmla="*/ 10765 h 73820"/>
              <a:gd name="connsiteX309" fmla="*/ 2401349 w 2978753"/>
              <a:gd name="connsiteY309" fmla="*/ 12289 h 73820"/>
              <a:gd name="connsiteX310" fmla="*/ 2415732 w 2978753"/>
              <a:gd name="connsiteY310" fmla="*/ 12289 h 73820"/>
              <a:gd name="connsiteX311" fmla="*/ 2417732 w 2978753"/>
              <a:gd name="connsiteY311" fmla="*/ 21814 h 73820"/>
              <a:gd name="connsiteX312" fmla="*/ 2427257 w 2978753"/>
              <a:gd name="connsiteY312" fmla="*/ 18385 h 73820"/>
              <a:gd name="connsiteX313" fmla="*/ 2428114 w 2978753"/>
              <a:gd name="connsiteY313" fmla="*/ 22671 h 73820"/>
              <a:gd name="connsiteX314" fmla="*/ 2458213 w 2978753"/>
              <a:gd name="connsiteY314" fmla="*/ 16099 h 73820"/>
              <a:gd name="connsiteX315" fmla="*/ 2452308 w 2978753"/>
              <a:gd name="connsiteY315" fmla="*/ 13146 h 73820"/>
              <a:gd name="connsiteX316" fmla="*/ 2452403 w 2978753"/>
              <a:gd name="connsiteY316" fmla="*/ 13146 h 73820"/>
              <a:gd name="connsiteX317" fmla="*/ 2454974 w 2978753"/>
              <a:gd name="connsiteY317" fmla="*/ 11432 h 73820"/>
              <a:gd name="connsiteX318" fmla="*/ 2461833 w 2978753"/>
              <a:gd name="connsiteY318" fmla="*/ 8670 h 73820"/>
              <a:gd name="connsiteX319" fmla="*/ 2492027 w 2978753"/>
              <a:gd name="connsiteY319" fmla="*/ 18671 h 73820"/>
              <a:gd name="connsiteX320" fmla="*/ 2513458 w 2978753"/>
              <a:gd name="connsiteY320" fmla="*/ 10194 h 73820"/>
              <a:gd name="connsiteX321" fmla="*/ 2526317 w 2978753"/>
              <a:gd name="connsiteY321" fmla="*/ 16290 h 73820"/>
              <a:gd name="connsiteX322" fmla="*/ 2488217 w 2978753"/>
              <a:gd name="connsiteY322" fmla="*/ 23624 h 73820"/>
              <a:gd name="connsiteX323" fmla="*/ 2499075 w 2978753"/>
              <a:gd name="connsiteY323" fmla="*/ 27624 h 73820"/>
              <a:gd name="connsiteX324" fmla="*/ 2468405 w 2978753"/>
              <a:gd name="connsiteY324" fmla="*/ 27624 h 73820"/>
              <a:gd name="connsiteX325" fmla="*/ 2482788 w 2978753"/>
              <a:gd name="connsiteY325" fmla="*/ 29339 h 73820"/>
              <a:gd name="connsiteX326" fmla="*/ 2479930 w 2978753"/>
              <a:gd name="connsiteY326" fmla="*/ 23529 h 73820"/>
              <a:gd name="connsiteX327" fmla="*/ 2441830 w 2978753"/>
              <a:gd name="connsiteY327" fmla="*/ 28672 h 73820"/>
              <a:gd name="connsiteX328" fmla="*/ 2436782 w 2978753"/>
              <a:gd name="connsiteY328" fmla="*/ 36292 h 73820"/>
              <a:gd name="connsiteX329" fmla="*/ 2444973 w 2978753"/>
              <a:gd name="connsiteY329" fmla="*/ 35530 h 73820"/>
              <a:gd name="connsiteX330" fmla="*/ 2436211 w 2978753"/>
              <a:gd name="connsiteY330" fmla="*/ 41150 h 73820"/>
              <a:gd name="connsiteX331" fmla="*/ 2354010 w 2978753"/>
              <a:gd name="connsiteY331" fmla="*/ 36006 h 73820"/>
              <a:gd name="connsiteX332" fmla="*/ 2373536 w 2978753"/>
              <a:gd name="connsiteY332" fmla="*/ 34482 h 73820"/>
              <a:gd name="connsiteX333" fmla="*/ 2361439 w 2978753"/>
              <a:gd name="connsiteY333" fmla="*/ 32101 h 73820"/>
              <a:gd name="connsiteX334" fmla="*/ 2393539 w 2978753"/>
              <a:gd name="connsiteY334" fmla="*/ 35149 h 73820"/>
              <a:gd name="connsiteX335" fmla="*/ 2390585 w 2978753"/>
              <a:gd name="connsiteY335" fmla="*/ 21243 h 73820"/>
              <a:gd name="connsiteX336" fmla="*/ 2334388 w 2978753"/>
              <a:gd name="connsiteY336" fmla="*/ 29434 h 73820"/>
              <a:gd name="connsiteX337" fmla="*/ 2323625 w 2978753"/>
              <a:gd name="connsiteY337" fmla="*/ 25433 h 73820"/>
              <a:gd name="connsiteX338" fmla="*/ 2284858 w 2978753"/>
              <a:gd name="connsiteY338" fmla="*/ 45627 h 73820"/>
              <a:gd name="connsiteX339" fmla="*/ 2316005 w 2978753"/>
              <a:gd name="connsiteY339" fmla="*/ 44389 h 73820"/>
              <a:gd name="connsiteX340" fmla="*/ 2289525 w 2978753"/>
              <a:gd name="connsiteY340" fmla="*/ 51913 h 73820"/>
              <a:gd name="connsiteX341" fmla="*/ 2294478 w 2978753"/>
              <a:gd name="connsiteY341" fmla="*/ 44293 h 73820"/>
              <a:gd name="connsiteX342" fmla="*/ 2282001 w 2978753"/>
              <a:gd name="connsiteY342" fmla="*/ 47817 h 73820"/>
              <a:gd name="connsiteX343" fmla="*/ 2274095 w 2978753"/>
              <a:gd name="connsiteY343" fmla="*/ 41531 h 73820"/>
              <a:gd name="connsiteX344" fmla="*/ 2217421 w 2978753"/>
              <a:gd name="connsiteY344" fmla="*/ 37912 h 73820"/>
              <a:gd name="connsiteX345" fmla="*/ 2214373 w 2978753"/>
              <a:gd name="connsiteY345" fmla="*/ 33149 h 73820"/>
              <a:gd name="connsiteX346" fmla="*/ 2191323 w 2978753"/>
              <a:gd name="connsiteY346" fmla="*/ 49246 h 73820"/>
              <a:gd name="connsiteX347" fmla="*/ 2166272 w 2978753"/>
              <a:gd name="connsiteY347" fmla="*/ 48198 h 73820"/>
              <a:gd name="connsiteX348" fmla="*/ 2160842 w 2978753"/>
              <a:gd name="connsiteY348" fmla="*/ 53723 h 73820"/>
              <a:gd name="connsiteX349" fmla="*/ 2151317 w 2978753"/>
              <a:gd name="connsiteY349" fmla="*/ 49056 h 73820"/>
              <a:gd name="connsiteX350" fmla="*/ 2145296 w 2978753"/>
              <a:gd name="connsiteY350" fmla="*/ 53212 h 73820"/>
              <a:gd name="connsiteX351" fmla="*/ 2144555 w 2978753"/>
              <a:gd name="connsiteY351" fmla="*/ 53723 h 73820"/>
              <a:gd name="connsiteX352" fmla="*/ 2149889 w 2978753"/>
              <a:gd name="connsiteY352" fmla="*/ 34673 h 73820"/>
              <a:gd name="connsiteX353" fmla="*/ 2117790 w 2978753"/>
              <a:gd name="connsiteY353" fmla="*/ 24005 h 73820"/>
              <a:gd name="connsiteX354" fmla="*/ 2122171 w 2978753"/>
              <a:gd name="connsiteY354" fmla="*/ 59438 h 73820"/>
              <a:gd name="connsiteX355" fmla="*/ 2106264 w 2978753"/>
              <a:gd name="connsiteY355" fmla="*/ 54961 h 73820"/>
              <a:gd name="connsiteX356" fmla="*/ 2072070 w 2978753"/>
              <a:gd name="connsiteY356" fmla="*/ 57342 h 73820"/>
              <a:gd name="connsiteX357" fmla="*/ 2081595 w 2978753"/>
              <a:gd name="connsiteY357" fmla="*/ 53914 h 73820"/>
              <a:gd name="connsiteX358" fmla="*/ 2059020 w 2978753"/>
              <a:gd name="connsiteY358" fmla="*/ 56580 h 73820"/>
              <a:gd name="connsiteX359" fmla="*/ 2062735 w 2978753"/>
              <a:gd name="connsiteY359" fmla="*/ 43055 h 73820"/>
              <a:gd name="connsiteX360" fmla="*/ 2021682 w 2978753"/>
              <a:gd name="connsiteY360" fmla="*/ 60104 h 73820"/>
              <a:gd name="connsiteX361" fmla="*/ 2055020 w 2978753"/>
              <a:gd name="connsiteY361" fmla="*/ 53437 h 73820"/>
              <a:gd name="connsiteX362" fmla="*/ 2032732 w 2978753"/>
              <a:gd name="connsiteY362" fmla="*/ 65248 h 73820"/>
              <a:gd name="connsiteX363" fmla="*/ 2002061 w 2978753"/>
              <a:gd name="connsiteY363" fmla="*/ 63343 h 73820"/>
              <a:gd name="connsiteX364" fmla="*/ 2013110 w 2978753"/>
              <a:gd name="connsiteY364" fmla="*/ 58676 h 73820"/>
              <a:gd name="connsiteX365" fmla="*/ 1997489 w 2978753"/>
              <a:gd name="connsiteY365" fmla="*/ 55247 h 73820"/>
              <a:gd name="connsiteX366" fmla="*/ 2050162 w 2978753"/>
              <a:gd name="connsiteY366" fmla="*/ 22862 h 73820"/>
              <a:gd name="connsiteX367" fmla="*/ 2034255 w 2978753"/>
              <a:gd name="connsiteY367" fmla="*/ 26481 h 73820"/>
              <a:gd name="connsiteX368" fmla="*/ 2030350 w 2978753"/>
              <a:gd name="connsiteY368" fmla="*/ 23338 h 73820"/>
              <a:gd name="connsiteX369" fmla="*/ 1985678 w 2978753"/>
              <a:gd name="connsiteY369" fmla="*/ 53914 h 73820"/>
              <a:gd name="connsiteX370" fmla="*/ 1980725 w 2978753"/>
              <a:gd name="connsiteY370" fmla="*/ 38959 h 73820"/>
              <a:gd name="connsiteX371" fmla="*/ 1934243 w 2978753"/>
              <a:gd name="connsiteY371" fmla="*/ 53437 h 73820"/>
              <a:gd name="connsiteX372" fmla="*/ 1943101 w 2978753"/>
              <a:gd name="connsiteY372" fmla="*/ 55913 h 73820"/>
              <a:gd name="connsiteX373" fmla="*/ 1919479 w 2978753"/>
              <a:gd name="connsiteY373" fmla="*/ 56866 h 73820"/>
              <a:gd name="connsiteX374" fmla="*/ 1915764 w 2978753"/>
              <a:gd name="connsiteY374" fmla="*/ 44674 h 73820"/>
              <a:gd name="connsiteX375" fmla="*/ 1895000 w 2978753"/>
              <a:gd name="connsiteY375" fmla="*/ 55437 h 73820"/>
              <a:gd name="connsiteX376" fmla="*/ 1897286 w 2978753"/>
              <a:gd name="connsiteY376" fmla="*/ 43531 h 73820"/>
              <a:gd name="connsiteX377" fmla="*/ 1888332 w 2978753"/>
              <a:gd name="connsiteY377" fmla="*/ 55533 h 73820"/>
              <a:gd name="connsiteX378" fmla="*/ 1862901 w 2978753"/>
              <a:gd name="connsiteY378" fmla="*/ 44865 h 73820"/>
              <a:gd name="connsiteX379" fmla="*/ 1866806 w 2978753"/>
              <a:gd name="connsiteY379" fmla="*/ 55533 h 73820"/>
              <a:gd name="connsiteX380" fmla="*/ 1844327 w 2978753"/>
              <a:gd name="connsiteY380" fmla="*/ 55533 h 73820"/>
              <a:gd name="connsiteX381" fmla="*/ 1852709 w 2978753"/>
              <a:gd name="connsiteY381" fmla="*/ 28101 h 73820"/>
              <a:gd name="connsiteX382" fmla="*/ 1814323 w 2978753"/>
              <a:gd name="connsiteY382" fmla="*/ 55913 h 73820"/>
              <a:gd name="connsiteX383" fmla="*/ 1818514 w 2978753"/>
              <a:gd name="connsiteY383" fmla="*/ 44483 h 73820"/>
              <a:gd name="connsiteX384" fmla="*/ 1790761 w 2978753"/>
              <a:gd name="connsiteY384" fmla="*/ 51997 h 73820"/>
              <a:gd name="connsiteX385" fmla="*/ 1752319 w 2978753"/>
              <a:gd name="connsiteY385" fmla="*/ 52535 h 73820"/>
              <a:gd name="connsiteX386" fmla="*/ 1745946 w 2978753"/>
              <a:gd name="connsiteY386" fmla="*/ 49377 h 73820"/>
              <a:gd name="connsiteX387" fmla="*/ 1730408 w 2978753"/>
              <a:gd name="connsiteY387" fmla="*/ 50389 h 73820"/>
              <a:gd name="connsiteX388" fmla="*/ 1736790 w 2978753"/>
              <a:gd name="connsiteY388" fmla="*/ 49151 h 73820"/>
              <a:gd name="connsiteX389" fmla="*/ 1703166 w 2978753"/>
              <a:gd name="connsiteY389" fmla="*/ 54294 h 73820"/>
              <a:gd name="connsiteX390" fmla="*/ 1718501 w 2978753"/>
              <a:gd name="connsiteY390" fmla="*/ 48580 h 73820"/>
              <a:gd name="connsiteX391" fmla="*/ 1687355 w 2978753"/>
              <a:gd name="connsiteY391" fmla="*/ 58105 h 73820"/>
              <a:gd name="connsiteX392" fmla="*/ 1674591 w 2978753"/>
              <a:gd name="connsiteY392" fmla="*/ 52485 h 73820"/>
              <a:gd name="connsiteX393" fmla="*/ 1647541 w 2978753"/>
              <a:gd name="connsiteY393" fmla="*/ 58199 h 73820"/>
              <a:gd name="connsiteX394" fmla="*/ 1643445 w 2978753"/>
              <a:gd name="connsiteY394" fmla="*/ 53723 h 73820"/>
              <a:gd name="connsiteX395" fmla="*/ 1681545 w 2978753"/>
              <a:gd name="connsiteY395" fmla="*/ 52389 h 73820"/>
              <a:gd name="connsiteX396" fmla="*/ 1683545 w 2978753"/>
              <a:gd name="connsiteY396" fmla="*/ 38292 h 73820"/>
              <a:gd name="connsiteX397" fmla="*/ 1619918 w 2978753"/>
              <a:gd name="connsiteY397" fmla="*/ 58009 h 73820"/>
              <a:gd name="connsiteX398" fmla="*/ 1594200 w 2978753"/>
              <a:gd name="connsiteY398" fmla="*/ 53818 h 73820"/>
              <a:gd name="connsiteX399" fmla="*/ 1593057 w 2978753"/>
              <a:gd name="connsiteY399" fmla="*/ 56485 h 73820"/>
              <a:gd name="connsiteX400" fmla="*/ 1588581 w 2978753"/>
              <a:gd name="connsiteY400" fmla="*/ 49723 h 73820"/>
              <a:gd name="connsiteX401" fmla="*/ 1582675 w 2978753"/>
              <a:gd name="connsiteY401" fmla="*/ 51913 h 73820"/>
              <a:gd name="connsiteX402" fmla="*/ 1584199 w 2978753"/>
              <a:gd name="connsiteY402" fmla="*/ 49436 h 73820"/>
              <a:gd name="connsiteX403" fmla="*/ 1577722 w 2978753"/>
              <a:gd name="connsiteY403" fmla="*/ 51056 h 73820"/>
              <a:gd name="connsiteX404" fmla="*/ 1586104 w 2978753"/>
              <a:gd name="connsiteY404" fmla="*/ 39721 h 73820"/>
              <a:gd name="connsiteX405" fmla="*/ 1593153 w 2978753"/>
              <a:gd name="connsiteY405" fmla="*/ 43436 h 73820"/>
              <a:gd name="connsiteX406" fmla="*/ 1594867 w 2978753"/>
              <a:gd name="connsiteY406" fmla="*/ 33911 h 73820"/>
              <a:gd name="connsiteX407" fmla="*/ 1591247 w 2978753"/>
              <a:gd name="connsiteY407" fmla="*/ 35340 h 73820"/>
              <a:gd name="connsiteX408" fmla="*/ 1594105 w 2978753"/>
              <a:gd name="connsiteY408" fmla="*/ 29720 h 73820"/>
              <a:gd name="connsiteX409" fmla="*/ 1574389 w 2978753"/>
              <a:gd name="connsiteY409" fmla="*/ 33054 h 73820"/>
              <a:gd name="connsiteX410" fmla="*/ 1583914 w 2978753"/>
              <a:gd name="connsiteY410" fmla="*/ 38102 h 73820"/>
              <a:gd name="connsiteX411" fmla="*/ 1568483 w 2978753"/>
              <a:gd name="connsiteY411" fmla="*/ 52485 h 73820"/>
              <a:gd name="connsiteX412" fmla="*/ 1553529 w 2978753"/>
              <a:gd name="connsiteY412" fmla="*/ 48484 h 73820"/>
              <a:gd name="connsiteX413" fmla="*/ 1517524 w 2978753"/>
              <a:gd name="connsiteY413" fmla="*/ 58866 h 73820"/>
              <a:gd name="connsiteX414" fmla="*/ 1518191 w 2978753"/>
              <a:gd name="connsiteY414" fmla="*/ 52771 h 73820"/>
              <a:gd name="connsiteX415" fmla="*/ 1476662 w 2978753"/>
              <a:gd name="connsiteY415" fmla="*/ 50579 h 73820"/>
              <a:gd name="connsiteX416" fmla="*/ 1463422 w 2978753"/>
              <a:gd name="connsiteY416" fmla="*/ 58390 h 73820"/>
              <a:gd name="connsiteX417" fmla="*/ 1462184 w 2978753"/>
              <a:gd name="connsiteY417" fmla="*/ 56009 h 73820"/>
              <a:gd name="connsiteX418" fmla="*/ 1452659 w 2978753"/>
              <a:gd name="connsiteY418" fmla="*/ 60867 h 73820"/>
              <a:gd name="connsiteX419" fmla="*/ 1450754 w 2978753"/>
              <a:gd name="connsiteY419" fmla="*/ 55342 h 73820"/>
              <a:gd name="connsiteX420" fmla="*/ 1406272 w 2978753"/>
              <a:gd name="connsiteY420" fmla="*/ 59152 h 73820"/>
              <a:gd name="connsiteX421" fmla="*/ 1396747 w 2978753"/>
              <a:gd name="connsiteY421" fmla="*/ 67915 h 73820"/>
              <a:gd name="connsiteX422" fmla="*/ 1380078 w 2978753"/>
              <a:gd name="connsiteY422" fmla="*/ 58390 h 73820"/>
              <a:gd name="connsiteX423" fmla="*/ 1364457 w 2978753"/>
              <a:gd name="connsiteY423" fmla="*/ 66010 h 73820"/>
              <a:gd name="connsiteX424" fmla="*/ 1365124 w 2978753"/>
              <a:gd name="connsiteY424" fmla="*/ 59914 h 73820"/>
              <a:gd name="connsiteX425" fmla="*/ 1347884 w 2978753"/>
              <a:gd name="connsiteY425" fmla="*/ 56676 h 73820"/>
              <a:gd name="connsiteX426" fmla="*/ 1330358 w 2978753"/>
              <a:gd name="connsiteY426" fmla="*/ 57914 h 73820"/>
              <a:gd name="connsiteX427" fmla="*/ 1344455 w 2978753"/>
              <a:gd name="connsiteY427" fmla="*/ 72582 h 73820"/>
              <a:gd name="connsiteX428" fmla="*/ 1312165 w 2978753"/>
              <a:gd name="connsiteY428" fmla="*/ 63057 h 73820"/>
              <a:gd name="connsiteX429" fmla="*/ 1324834 w 2978753"/>
              <a:gd name="connsiteY429" fmla="*/ 61438 h 73820"/>
              <a:gd name="connsiteX430" fmla="*/ 1286734 w 2978753"/>
              <a:gd name="connsiteY430" fmla="*/ 57152 h 73820"/>
              <a:gd name="connsiteX431" fmla="*/ 1301592 w 2978753"/>
              <a:gd name="connsiteY431" fmla="*/ 51056 h 73820"/>
              <a:gd name="connsiteX432" fmla="*/ 1288257 w 2978753"/>
              <a:gd name="connsiteY432" fmla="*/ 54199 h 73820"/>
              <a:gd name="connsiteX433" fmla="*/ 1289782 w 2978753"/>
              <a:gd name="connsiteY433" fmla="*/ 51151 h 73820"/>
              <a:gd name="connsiteX434" fmla="*/ 1274732 w 2978753"/>
              <a:gd name="connsiteY434" fmla="*/ 57628 h 73820"/>
              <a:gd name="connsiteX435" fmla="*/ 1250633 w 2978753"/>
              <a:gd name="connsiteY435" fmla="*/ 58676 h 73820"/>
              <a:gd name="connsiteX436" fmla="*/ 1251682 w 2978753"/>
              <a:gd name="connsiteY436" fmla="*/ 56485 h 73820"/>
              <a:gd name="connsiteX437" fmla="*/ 1235870 w 2978753"/>
              <a:gd name="connsiteY437" fmla="*/ 59628 h 73820"/>
              <a:gd name="connsiteX438" fmla="*/ 1228631 w 2978753"/>
              <a:gd name="connsiteY438" fmla="*/ 55247 h 73820"/>
              <a:gd name="connsiteX439" fmla="*/ 1196531 w 2978753"/>
              <a:gd name="connsiteY439" fmla="*/ 62772 h 73820"/>
              <a:gd name="connsiteX440" fmla="*/ 1201485 w 2978753"/>
              <a:gd name="connsiteY440" fmla="*/ 62296 h 73820"/>
              <a:gd name="connsiteX441" fmla="*/ 1193389 w 2978753"/>
              <a:gd name="connsiteY441" fmla="*/ 59533 h 73820"/>
              <a:gd name="connsiteX442" fmla="*/ 1143668 w 2978753"/>
              <a:gd name="connsiteY442" fmla="*/ 73820 h 73820"/>
              <a:gd name="connsiteX443" fmla="*/ 1157765 w 2978753"/>
              <a:gd name="connsiteY443" fmla="*/ 64295 h 73820"/>
              <a:gd name="connsiteX444" fmla="*/ 1149934 w 2978753"/>
              <a:gd name="connsiteY444" fmla="*/ 61928 h 73820"/>
              <a:gd name="connsiteX445" fmla="*/ 1158908 w 2978753"/>
              <a:gd name="connsiteY445" fmla="*/ 60867 h 73820"/>
              <a:gd name="connsiteX446" fmla="*/ 1145478 w 2978753"/>
              <a:gd name="connsiteY446" fmla="*/ 60581 h 73820"/>
              <a:gd name="connsiteX447" fmla="*/ 1149934 w 2978753"/>
              <a:gd name="connsiteY447" fmla="*/ 61928 h 73820"/>
              <a:gd name="connsiteX448" fmla="*/ 1118617 w 2978753"/>
              <a:gd name="connsiteY448" fmla="*/ 65629 h 73820"/>
              <a:gd name="connsiteX449" fmla="*/ 1105854 w 2978753"/>
              <a:gd name="connsiteY449" fmla="*/ 58105 h 73820"/>
              <a:gd name="connsiteX450" fmla="*/ 1095662 w 2978753"/>
              <a:gd name="connsiteY450" fmla="*/ 69058 h 73820"/>
              <a:gd name="connsiteX451" fmla="*/ 1084803 w 2978753"/>
              <a:gd name="connsiteY451" fmla="*/ 62296 h 73820"/>
              <a:gd name="connsiteX452" fmla="*/ 1035369 w 2978753"/>
              <a:gd name="connsiteY452" fmla="*/ 62296 h 73820"/>
              <a:gd name="connsiteX453" fmla="*/ 1028987 w 2978753"/>
              <a:gd name="connsiteY453" fmla="*/ 64295 h 73820"/>
              <a:gd name="connsiteX454" fmla="*/ 980124 w 2978753"/>
              <a:gd name="connsiteY454" fmla="*/ 68582 h 73820"/>
              <a:gd name="connsiteX455" fmla="*/ 971170 w 2978753"/>
              <a:gd name="connsiteY455" fmla="*/ 62772 h 73820"/>
              <a:gd name="connsiteX456" fmla="*/ 947834 w 2978753"/>
              <a:gd name="connsiteY456" fmla="*/ 66867 h 73820"/>
              <a:gd name="connsiteX457" fmla="*/ 959645 w 2978753"/>
              <a:gd name="connsiteY457" fmla="*/ 57342 h 73820"/>
              <a:gd name="connsiteX458" fmla="*/ 943929 w 2978753"/>
              <a:gd name="connsiteY458" fmla="*/ 60390 h 73820"/>
              <a:gd name="connsiteX459" fmla="*/ 946119 w 2978753"/>
              <a:gd name="connsiteY459" fmla="*/ 55913 h 73820"/>
              <a:gd name="connsiteX460" fmla="*/ 921640 w 2978753"/>
              <a:gd name="connsiteY460" fmla="*/ 62296 h 73820"/>
              <a:gd name="connsiteX461" fmla="*/ 928308 w 2978753"/>
              <a:gd name="connsiteY461" fmla="*/ 63343 h 73820"/>
              <a:gd name="connsiteX462" fmla="*/ 899733 w 2978753"/>
              <a:gd name="connsiteY462" fmla="*/ 62676 h 73820"/>
              <a:gd name="connsiteX463" fmla="*/ 904209 w 2978753"/>
              <a:gd name="connsiteY463" fmla="*/ 58295 h 73820"/>
              <a:gd name="connsiteX464" fmla="*/ 919545 w 2978753"/>
              <a:gd name="connsiteY464" fmla="*/ 56104 h 73820"/>
              <a:gd name="connsiteX465" fmla="*/ 907257 w 2978753"/>
              <a:gd name="connsiteY465" fmla="*/ 52389 h 73820"/>
              <a:gd name="connsiteX466" fmla="*/ 893541 w 2978753"/>
              <a:gd name="connsiteY466" fmla="*/ 60867 h 73820"/>
              <a:gd name="connsiteX467" fmla="*/ 862109 w 2978753"/>
              <a:gd name="connsiteY467" fmla="*/ 62200 h 73820"/>
              <a:gd name="connsiteX468" fmla="*/ 864681 w 2978753"/>
              <a:gd name="connsiteY468" fmla="*/ 57056 h 73820"/>
              <a:gd name="connsiteX469" fmla="*/ 852108 w 2978753"/>
              <a:gd name="connsiteY469" fmla="*/ 58676 h 73820"/>
              <a:gd name="connsiteX470" fmla="*/ 862300 w 2978753"/>
              <a:gd name="connsiteY470" fmla="*/ 52294 h 73820"/>
              <a:gd name="connsiteX471" fmla="*/ 830962 w 2978753"/>
              <a:gd name="connsiteY471" fmla="*/ 58295 h 73820"/>
              <a:gd name="connsiteX472" fmla="*/ 830962 w 2978753"/>
              <a:gd name="connsiteY472" fmla="*/ 53723 h 73820"/>
              <a:gd name="connsiteX473" fmla="*/ 809055 w 2978753"/>
              <a:gd name="connsiteY473" fmla="*/ 57723 h 73820"/>
              <a:gd name="connsiteX474" fmla="*/ 802578 w 2978753"/>
              <a:gd name="connsiteY474" fmla="*/ 65153 h 73820"/>
              <a:gd name="connsiteX475" fmla="*/ 782670 w 2978753"/>
              <a:gd name="connsiteY475" fmla="*/ 60104 h 73820"/>
              <a:gd name="connsiteX476" fmla="*/ 793243 w 2978753"/>
              <a:gd name="connsiteY476" fmla="*/ 64867 h 73820"/>
              <a:gd name="connsiteX477" fmla="*/ 739331 w 2978753"/>
              <a:gd name="connsiteY477" fmla="*/ 55342 h 73820"/>
              <a:gd name="connsiteX478" fmla="*/ 756000 w 2978753"/>
              <a:gd name="connsiteY478" fmla="*/ 64105 h 73820"/>
              <a:gd name="connsiteX479" fmla="*/ 718948 w 2978753"/>
              <a:gd name="connsiteY479" fmla="*/ 62486 h 73820"/>
              <a:gd name="connsiteX480" fmla="*/ 727330 w 2978753"/>
              <a:gd name="connsiteY480" fmla="*/ 56580 h 73820"/>
              <a:gd name="connsiteX481" fmla="*/ 714947 w 2978753"/>
              <a:gd name="connsiteY481" fmla="*/ 59343 h 73820"/>
              <a:gd name="connsiteX482" fmla="*/ 715995 w 2978753"/>
              <a:gd name="connsiteY482" fmla="*/ 54770 h 73820"/>
              <a:gd name="connsiteX483" fmla="*/ 677038 w 2978753"/>
              <a:gd name="connsiteY483" fmla="*/ 61438 h 73820"/>
              <a:gd name="connsiteX484" fmla="*/ 658940 w 2978753"/>
              <a:gd name="connsiteY484" fmla="*/ 58676 h 73820"/>
              <a:gd name="connsiteX485" fmla="*/ 698089 w 2978753"/>
              <a:gd name="connsiteY485" fmla="*/ 51342 h 73820"/>
              <a:gd name="connsiteX486" fmla="*/ 680753 w 2978753"/>
              <a:gd name="connsiteY486" fmla="*/ 50484 h 73820"/>
              <a:gd name="connsiteX487" fmla="*/ 692373 w 2978753"/>
              <a:gd name="connsiteY487" fmla="*/ 45912 h 73820"/>
              <a:gd name="connsiteX488" fmla="*/ 648654 w 2978753"/>
              <a:gd name="connsiteY488" fmla="*/ 52389 h 73820"/>
              <a:gd name="connsiteX489" fmla="*/ 670180 w 2978753"/>
              <a:gd name="connsiteY489" fmla="*/ 50675 h 73820"/>
              <a:gd name="connsiteX490" fmla="*/ 654464 w 2978753"/>
              <a:gd name="connsiteY490" fmla="*/ 57819 h 73820"/>
              <a:gd name="connsiteX491" fmla="*/ 626556 w 2978753"/>
              <a:gd name="connsiteY491" fmla="*/ 57152 h 73820"/>
              <a:gd name="connsiteX492" fmla="*/ 631318 w 2978753"/>
              <a:gd name="connsiteY492" fmla="*/ 56485 h 73820"/>
              <a:gd name="connsiteX493" fmla="*/ 592075 w 2978753"/>
              <a:gd name="connsiteY493" fmla="*/ 44198 h 73820"/>
              <a:gd name="connsiteX494" fmla="*/ 571882 w 2978753"/>
              <a:gd name="connsiteY494" fmla="*/ 50484 h 73820"/>
              <a:gd name="connsiteX495" fmla="*/ 589599 w 2978753"/>
              <a:gd name="connsiteY495" fmla="*/ 58009 h 73820"/>
              <a:gd name="connsiteX496" fmla="*/ 532925 w 2978753"/>
              <a:gd name="connsiteY496" fmla="*/ 54580 h 73820"/>
              <a:gd name="connsiteX497" fmla="*/ 536830 w 2978753"/>
              <a:gd name="connsiteY497" fmla="*/ 45055 h 73820"/>
              <a:gd name="connsiteX498" fmla="*/ 516256 w 2978753"/>
              <a:gd name="connsiteY498" fmla="*/ 50865 h 73820"/>
              <a:gd name="connsiteX499" fmla="*/ 512065 w 2978753"/>
              <a:gd name="connsiteY499" fmla="*/ 47341 h 73820"/>
              <a:gd name="connsiteX500" fmla="*/ 480251 w 2978753"/>
              <a:gd name="connsiteY500" fmla="*/ 58581 h 73820"/>
              <a:gd name="connsiteX501" fmla="*/ 476251 w 2978753"/>
              <a:gd name="connsiteY501" fmla="*/ 50961 h 73820"/>
              <a:gd name="connsiteX502" fmla="*/ 455677 w 2978753"/>
              <a:gd name="connsiteY502" fmla="*/ 53914 h 73820"/>
              <a:gd name="connsiteX503" fmla="*/ 456629 w 2978753"/>
              <a:gd name="connsiteY503" fmla="*/ 53437 h 73820"/>
              <a:gd name="connsiteX504" fmla="*/ 408528 w 2978753"/>
              <a:gd name="connsiteY504" fmla="*/ 52865 h 73820"/>
              <a:gd name="connsiteX505" fmla="*/ 411100 w 2978753"/>
              <a:gd name="connsiteY505" fmla="*/ 54961 h 73820"/>
              <a:gd name="connsiteX506" fmla="*/ 301563 w 2978753"/>
              <a:gd name="connsiteY506" fmla="*/ 59724 h 73820"/>
              <a:gd name="connsiteX507" fmla="*/ 313659 w 2978753"/>
              <a:gd name="connsiteY507" fmla="*/ 61438 h 73820"/>
              <a:gd name="connsiteX508" fmla="*/ 279846 w 2978753"/>
              <a:gd name="connsiteY508" fmla="*/ 61438 h 73820"/>
              <a:gd name="connsiteX509" fmla="*/ 287656 w 2978753"/>
              <a:gd name="connsiteY509" fmla="*/ 60581 h 73820"/>
              <a:gd name="connsiteX510" fmla="*/ 274892 w 2978753"/>
              <a:gd name="connsiteY510" fmla="*/ 54104 h 73820"/>
              <a:gd name="connsiteX511" fmla="*/ 271749 w 2978753"/>
              <a:gd name="connsiteY511" fmla="*/ 57723 h 73820"/>
              <a:gd name="connsiteX512" fmla="*/ 268415 w 2978753"/>
              <a:gd name="connsiteY512" fmla="*/ 54866 h 73820"/>
              <a:gd name="connsiteX513" fmla="*/ 259557 w 2978753"/>
              <a:gd name="connsiteY513" fmla="*/ 60009 h 73820"/>
              <a:gd name="connsiteX514" fmla="*/ 194501 w 2978753"/>
              <a:gd name="connsiteY514" fmla="*/ 49436 h 73820"/>
              <a:gd name="connsiteX515" fmla="*/ 208884 w 2978753"/>
              <a:gd name="connsiteY515" fmla="*/ 57438 h 73820"/>
              <a:gd name="connsiteX516" fmla="*/ 195168 w 2978753"/>
              <a:gd name="connsiteY516" fmla="*/ 54294 h 73820"/>
              <a:gd name="connsiteX517" fmla="*/ 198026 w 2978753"/>
              <a:gd name="connsiteY517" fmla="*/ 58771 h 73820"/>
              <a:gd name="connsiteX518" fmla="*/ 111444 w 2978753"/>
              <a:gd name="connsiteY518" fmla="*/ 53342 h 73820"/>
              <a:gd name="connsiteX519" fmla="*/ 112873 w 2978753"/>
              <a:gd name="connsiteY519" fmla="*/ 52294 h 73820"/>
              <a:gd name="connsiteX520" fmla="*/ 88869 w 2978753"/>
              <a:gd name="connsiteY520" fmla="*/ 55342 h 73820"/>
              <a:gd name="connsiteX521" fmla="*/ 90393 w 2978753"/>
              <a:gd name="connsiteY521" fmla="*/ 50294 h 73820"/>
              <a:gd name="connsiteX522" fmla="*/ 34958 w 2978753"/>
              <a:gd name="connsiteY522" fmla="*/ 49818 h 73820"/>
              <a:gd name="connsiteX523" fmla="*/ 20385 w 2978753"/>
              <a:gd name="connsiteY523" fmla="*/ 24957 h 73820"/>
              <a:gd name="connsiteX524" fmla="*/ 0 w 2978753"/>
              <a:gd name="connsiteY524" fmla="*/ 20004 h 73820"/>
              <a:gd name="connsiteX525" fmla="*/ 5906 w 2978753"/>
              <a:gd name="connsiteY525" fmla="*/ 14479 h 73820"/>
              <a:gd name="connsiteX526" fmla="*/ 8192 w 2978753"/>
              <a:gd name="connsiteY526" fmla="*/ 20575 h 73820"/>
              <a:gd name="connsiteX527" fmla="*/ 0 w 2978753"/>
              <a:gd name="connsiteY527" fmla="*/ 20004 h 73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Lst>
            <a:rect l="l" t="t" r="r" b="b"/>
            <a:pathLst>
              <a:path w="2978753" h="73820">
                <a:moveTo>
                  <a:pt x="2974276" y="12098"/>
                </a:moveTo>
                <a:cubicBezTo>
                  <a:pt x="2974205" y="11002"/>
                  <a:pt x="2975038" y="9669"/>
                  <a:pt x="2978753" y="9240"/>
                </a:cubicBezTo>
                <a:cubicBezTo>
                  <a:pt x="2978087" y="9907"/>
                  <a:pt x="2979611" y="13526"/>
                  <a:pt x="2975229" y="13526"/>
                </a:cubicBezTo>
                <a:cubicBezTo>
                  <a:pt x="2975324" y="14050"/>
                  <a:pt x="2974348" y="13193"/>
                  <a:pt x="2974276" y="12098"/>
                </a:cubicBezTo>
                <a:close/>
                <a:moveTo>
                  <a:pt x="2893766" y="25770"/>
                </a:moveTo>
                <a:lnTo>
                  <a:pt x="2904529" y="21770"/>
                </a:lnTo>
                <a:lnTo>
                  <a:pt x="2903196" y="23485"/>
                </a:lnTo>
                <a:close/>
                <a:moveTo>
                  <a:pt x="2834736" y="22575"/>
                </a:moveTo>
                <a:cubicBezTo>
                  <a:pt x="2849518" y="22937"/>
                  <a:pt x="2864301" y="22051"/>
                  <a:pt x="2878932" y="19908"/>
                </a:cubicBezTo>
                <a:lnTo>
                  <a:pt x="2873407" y="25432"/>
                </a:lnTo>
                <a:lnTo>
                  <a:pt x="2871407" y="23908"/>
                </a:lnTo>
                <a:cubicBezTo>
                  <a:pt x="2859310" y="21432"/>
                  <a:pt x="2841118" y="29338"/>
                  <a:pt x="2834736" y="22575"/>
                </a:cubicBezTo>
                <a:close/>
                <a:moveTo>
                  <a:pt x="2831306" y="29622"/>
                </a:moveTo>
                <a:cubicBezTo>
                  <a:pt x="2830830" y="27432"/>
                  <a:pt x="2841403" y="30385"/>
                  <a:pt x="2844451" y="29242"/>
                </a:cubicBezTo>
                <a:lnTo>
                  <a:pt x="2838354" y="31528"/>
                </a:lnTo>
                <a:close/>
                <a:moveTo>
                  <a:pt x="2798540" y="7811"/>
                </a:moveTo>
                <a:cubicBezTo>
                  <a:pt x="2801969" y="8002"/>
                  <a:pt x="2803970" y="8002"/>
                  <a:pt x="2805494" y="8002"/>
                </a:cubicBezTo>
                <a:lnTo>
                  <a:pt x="2807018" y="8668"/>
                </a:lnTo>
                <a:cubicBezTo>
                  <a:pt x="2790730" y="10097"/>
                  <a:pt x="2800826" y="10478"/>
                  <a:pt x="2798540" y="7811"/>
                </a:cubicBezTo>
                <a:close/>
                <a:moveTo>
                  <a:pt x="2784635" y="12383"/>
                </a:moveTo>
                <a:cubicBezTo>
                  <a:pt x="2802636" y="11431"/>
                  <a:pt x="2805208" y="16193"/>
                  <a:pt x="2787301" y="17146"/>
                </a:cubicBezTo>
                <a:cubicBezTo>
                  <a:pt x="2796731" y="14764"/>
                  <a:pt x="2789873" y="13907"/>
                  <a:pt x="2784635" y="12383"/>
                </a:cubicBezTo>
                <a:close/>
                <a:moveTo>
                  <a:pt x="2772442" y="9525"/>
                </a:moveTo>
                <a:cubicBezTo>
                  <a:pt x="2767108" y="6954"/>
                  <a:pt x="2764917" y="5430"/>
                  <a:pt x="2774728" y="4096"/>
                </a:cubicBezTo>
                <a:cubicBezTo>
                  <a:pt x="2771584" y="5239"/>
                  <a:pt x="2779966" y="5620"/>
                  <a:pt x="2781967" y="7144"/>
                </a:cubicBezTo>
                <a:close/>
                <a:moveTo>
                  <a:pt x="2768442" y="13431"/>
                </a:moveTo>
                <a:lnTo>
                  <a:pt x="2778728" y="11335"/>
                </a:lnTo>
                <a:cubicBezTo>
                  <a:pt x="2774347" y="12764"/>
                  <a:pt x="2772251" y="14764"/>
                  <a:pt x="2773109" y="12669"/>
                </a:cubicBezTo>
                <a:cubicBezTo>
                  <a:pt x="2769870" y="16764"/>
                  <a:pt x="2769775" y="14574"/>
                  <a:pt x="2768442" y="13431"/>
                </a:cubicBezTo>
                <a:close/>
                <a:moveTo>
                  <a:pt x="2759083" y="22912"/>
                </a:moveTo>
                <a:lnTo>
                  <a:pt x="2779467" y="17578"/>
                </a:lnTo>
                <a:lnTo>
                  <a:pt x="2762417" y="22817"/>
                </a:lnTo>
                <a:close/>
                <a:moveTo>
                  <a:pt x="2713768" y="6001"/>
                </a:moveTo>
                <a:cubicBezTo>
                  <a:pt x="2714244" y="8097"/>
                  <a:pt x="2721007" y="9049"/>
                  <a:pt x="2724626" y="10001"/>
                </a:cubicBezTo>
                <a:lnTo>
                  <a:pt x="2717673" y="11716"/>
                </a:lnTo>
                <a:cubicBezTo>
                  <a:pt x="2716911" y="9811"/>
                  <a:pt x="2713197" y="7430"/>
                  <a:pt x="2713768" y="6001"/>
                </a:cubicBezTo>
                <a:close/>
                <a:moveTo>
                  <a:pt x="2697290" y="22956"/>
                </a:moveTo>
                <a:cubicBezTo>
                  <a:pt x="2695766" y="23527"/>
                  <a:pt x="2706815" y="28575"/>
                  <a:pt x="2715387" y="30004"/>
                </a:cubicBezTo>
                <a:lnTo>
                  <a:pt x="2716911" y="29433"/>
                </a:lnTo>
                <a:cubicBezTo>
                  <a:pt x="2726436" y="31433"/>
                  <a:pt x="2718816" y="33338"/>
                  <a:pt x="2715768" y="34385"/>
                </a:cubicBezTo>
                <a:cubicBezTo>
                  <a:pt x="2715768" y="33052"/>
                  <a:pt x="2720150" y="32290"/>
                  <a:pt x="2715768" y="31052"/>
                </a:cubicBezTo>
                <a:cubicBezTo>
                  <a:pt x="2713006" y="30719"/>
                  <a:pt x="2710206" y="31357"/>
                  <a:pt x="2707863" y="32862"/>
                </a:cubicBezTo>
                <a:cubicBezTo>
                  <a:pt x="2703595" y="30452"/>
                  <a:pt x="2699976" y="27052"/>
                  <a:pt x="2697290" y="22956"/>
                </a:cubicBezTo>
                <a:close/>
                <a:moveTo>
                  <a:pt x="2695671" y="18574"/>
                </a:moveTo>
                <a:lnTo>
                  <a:pt x="2707481" y="15717"/>
                </a:lnTo>
                <a:cubicBezTo>
                  <a:pt x="2704433" y="16860"/>
                  <a:pt x="2706719" y="18384"/>
                  <a:pt x="2706719" y="19527"/>
                </a:cubicBezTo>
                <a:close/>
                <a:moveTo>
                  <a:pt x="2690789" y="20721"/>
                </a:moveTo>
                <a:lnTo>
                  <a:pt x="2692122" y="19007"/>
                </a:lnTo>
                <a:lnTo>
                  <a:pt x="2696218" y="19388"/>
                </a:lnTo>
                <a:close/>
                <a:moveTo>
                  <a:pt x="2681383" y="9049"/>
                </a:moveTo>
                <a:cubicBezTo>
                  <a:pt x="2684583" y="9297"/>
                  <a:pt x="2687516" y="10887"/>
                  <a:pt x="2689479" y="13431"/>
                </a:cubicBezTo>
                <a:lnTo>
                  <a:pt x="2685478" y="13145"/>
                </a:lnTo>
                <a:close/>
                <a:moveTo>
                  <a:pt x="2670024" y="8339"/>
                </a:moveTo>
                <a:lnTo>
                  <a:pt x="2680501" y="3291"/>
                </a:lnTo>
                <a:lnTo>
                  <a:pt x="2674596" y="6625"/>
                </a:lnTo>
                <a:close/>
                <a:moveTo>
                  <a:pt x="2651761" y="14670"/>
                </a:moveTo>
                <a:cubicBezTo>
                  <a:pt x="2653760" y="13621"/>
                  <a:pt x="2655865" y="12793"/>
                  <a:pt x="2658047" y="12193"/>
                </a:cubicBezTo>
                <a:cubicBezTo>
                  <a:pt x="2658533" y="12650"/>
                  <a:pt x="2659076" y="13031"/>
                  <a:pt x="2659666" y="13336"/>
                </a:cubicBezTo>
                <a:cubicBezTo>
                  <a:pt x="2657066" y="13955"/>
                  <a:pt x="2654418" y="14403"/>
                  <a:pt x="2651761" y="14670"/>
                </a:cubicBezTo>
                <a:close/>
                <a:moveTo>
                  <a:pt x="2640426" y="26860"/>
                </a:moveTo>
                <a:lnTo>
                  <a:pt x="2658142" y="24860"/>
                </a:lnTo>
                <a:cubicBezTo>
                  <a:pt x="2656904" y="26480"/>
                  <a:pt x="2659094" y="29146"/>
                  <a:pt x="2649474" y="28289"/>
                </a:cubicBezTo>
                <a:lnTo>
                  <a:pt x="2649474" y="30385"/>
                </a:lnTo>
                <a:close/>
                <a:moveTo>
                  <a:pt x="2627281" y="5048"/>
                </a:moveTo>
                <a:cubicBezTo>
                  <a:pt x="2633310" y="2343"/>
                  <a:pt x="2639749" y="638"/>
                  <a:pt x="2646331" y="0"/>
                </a:cubicBezTo>
                <a:cubicBezTo>
                  <a:pt x="2641663" y="1714"/>
                  <a:pt x="2652045" y="3619"/>
                  <a:pt x="2647664" y="6382"/>
                </a:cubicBezTo>
                <a:lnTo>
                  <a:pt x="2627678" y="5075"/>
                </a:lnTo>
                <a:close/>
                <a:moveTo>
                  <a:pt x="2621281" y="14193"/>
                </a:moveTo>
                <a:cubicBezTo>
                  <a:pt x="2626671" y="14260"/>
                  <a:pt x="2632034" y="13488"/>
                  <a:pt x="2637187" y="11907"/>
                </a:cubicBezTo>
                <a:lnTo>
                  <a:pt x="2640330" y="15335"/>
                </a:lnTo>
                <a:lnTo>
                  <a:pt x="2651760" y="14669"/>
                </a:lnTo>
                <a:cubicBezTo>
                  <a:pt x="2648598" y="16307"/>
                  <a:pt x="2644969" y="16812"/>
                  <a:pt x="2641473" y="16097"/>
                </a:cubicBezTo>
                <a:lnTo>
                  <a:pt x="2640330" y="15336"/>
                </a:lnTo>
                <a:lnTo>
                  <a:pt x="2640331" y="15336"/>
                </a:lnTo>
                <a:cubicBezTo>
                  <a:pt x="2633968" y="15326"/>
                  <a:pt x="2627605" y="14946"/>
                  <a:pt x="2621281" y="14193"/>
                </a:cubicBezTo>
                <a:close/>
                <a:moveTo>
                  <a:pt x="2610136" y="12288"/>
                </a:moveTo>
                <a:lnTo>
                  <a:pt x="2610612" y="12288"/>
                </a:lnTo>
                <a:lnTo>
                  <a:pt x="2610313" y="12319"/>
                </a:lnTo>
                <a:close/>
                <a:moveTo>
                  <a:pt x="2589277" y="14479"/>
                </a:moveTo>
                <a:lnTo>
                  <a:pt x="2610313" y="12319"/>
                </a:lnTo>
                <a:lnTo>
                  <a:pt x="2610612" y="12371"/>
                </a:lnTo>
                <a:lnTo>
                  <a:pt x="2621090" y="14192"/>
                </a:lnTo>
                <a:cubicBezTo>
                  <a:pt x="2617232" y="14288"/>
                  <a:pt x="2613374" y="14640"/>
                  <a:pt x="2609565" y="15241"/>
                </a:cubicBezTo>
                <a:cubicBezTo>
                  <a:pt x="2625185" y="17527"/>
                  <a:pt x="2597753" y="20860"/>
                  <a:pt x="2619090" y="19812"/>
                </a:cubicBezTo>
                <a:cubicBezTo>
                  <a:pt x="2611469" y="21622"/>
                  <a:pt x="2615089" y="25051"/>
                  <a:pt x="2601944" y="25051"/>
                </a:cubicBezTo>
                <a:cubicBezTo>
                  <a:pt x="2595372" y="20575"/>
                  <a:pt x="2606135" y="18860"/>
                  <a:pt x="2609660" y="14764"/>
                </a:cubicBezTo>
                <a:cubicBezTo>
                  <a:pt x="2602869" y="15221"/>
                  <a:pt x="2596049" y="15126"/>
                  <a:pt x="2589277" y="14479"/>
                </a:cubicBezTo>
                <a:close/>
                <a:moveTo>
                  <a:pt x="2587942" y="37626"/>
                </a:moveTo>
                <a:cubicBezTo>
                  <a:pt x="2581179" y="36291"/>
                  <a:pt x="2586133" y="34577"/>
                  <a:pt x="2592324" y="34863"/>
                </a:cubicBezTo>
                <a:lnTo>
                  <a:pt x="2592800" y="36958"/>
                </a:lnTo>
                <a:cubicBezTo>
                  <a:pt x="2591276" y="37626"/>
                  <a:pt x="2589561" y="37053"/>
                  <a:pt x="2587942" y="37626"/>
                </a:cubicBezTo>
                <a:close/>
                <a:moveTo>
                  <a:pt x="2564416" y="14669"/>
                </a:moveTo>
                <a:cubicBezTo>
                  <a:pt x="2564416" y="13336"/>
                  <a:pt x="2566416" y="12002"/>
                  <a:pt x="2573941" y="10097"/>
                </a:cubicBezTo>
                <a:cubicBezTo>
                  <a:pt x="2578818" y="12602"/>
                  <a:pt x="2584056" y="14336"/>
                  <a:pt x="2589466" y="15241"/>
                </a:cubicBezTo>
                <a:lnTo>
                  <a:pt x="2584990" y="15241"/>
                </a:lnTo>
                <a:lnTo>
                  <a:pt x="2586609" y="15145"/>
                </a:lnTo>
                <a:close/>
                <a:moveTo>
                  <a:pt x="2553819" y="14721"/>
                </a:moveTo>
                <a:lnTo>
                  <a:pt x="2564106" y="8530"/>
                </a:lnTo>
                <a:lnTo>
                  <a:pt x="2561725" y="12912"/>
                </a:lnTo>
                <a:close/>
                <a:moveTo>
                  <a:pt x="2533650" y="38957"/>
                </a:moveTo>
                <a:cubicBezTo>
                  <a:pt x="2530506" y="32004"/>
                  <a:pt x="2554890" y="29813"/>
                  <a:pt x="2548890" y="25146"/>
                </a:cubicBezTo>
                <a:cubicBezTo>
                  <a:pt x="2556034" y="27147"/>
                  <a:pt x="2553462" y="30385"/>
                  <a:pt x="2567940" y="28480"/>
                </a:cubicBezTo>
                <a:cubicBezTo>
                  <a:pt x="2577084" y="25051"/>
                  <a:pt x="2556700" y="22289"/>
                  <a:pt x="2552890" y="20288"/>
                </a:cubicBezTo>
                <a:lnTo>
                  <a:pt x="2564129" y="14860"/>
                </a:lnTo>
                <a:lnTo>
                  <a:pt x="2563178" y="14098"/>
                </a:lnTo>
                <a:lnTo>
                  <a:pt x="2564130" y="14193"/>
                </a:lnTo>
                <a:lnTo>
                  <a:pt x="2564130" y="14859"/>
                </a:lnTo>
                <a:lnTo>
                  <a:pt x="2564130" y="14859"/>
                </a:lnTo>
                <a:cubicBezTo>
                  <a:pt x="2573369" y="21813"/>
                  <a:pt x="2580322" y="34195"/>
                  <a:pt x="2569750" y="37052"/>
                </a:cubicBezTo>
                <a:cubicBezTo>
                  <a:pt x="2558986" y="32957"/>
                  <a:pt x="2546413" y="36481"/>
                  <a:pt x="2545651" y="40291"/>
                </a:cubicBezTo>
                <a:cubicBezTo>
                  <a:pt x="2542127" y="39243"/>
                  <a:pt x="2546699" y="37624"/>
                  <a:pt x="2546318" y="36481"/>
                </a:cubicBezTo>
                <a:close/>
                <a:moveTo>
                  <a:pt x="2533436" y="11959"/>
                </a:moveTo>
                <a:lnTo>
                  <a:pt x="2539532" y="9673"/>
                </a:lnTo>
                <a:lnTo>
                  <a:pt x="2538675" y="13388"/>
                </a:lnTo>
                <a:close/>
                <a:moveTo>
                  <a:pt x="2505742" y="24004"/>
                </a:moveTo>
                <a:cubicBezTo>
                  <a:pt x="2513647" y="22194"/>
                  <a:pt x="2521553" y="20384"/>
                  <a:pt x="2519458" y="25813"/>
                </a:cubicBezTo>
                <a:lnTo>
                  <a:pt x="2520696" y="25813"/>
                </a:lnTo>
                <a:cubicBezTo>
                  <a:pt x="2513266" y="26576"/>
                  <a:pt x="2506599" y="27813"/>
                  <a:pt x="2505742" y="24004"/>
                </a:cubicBezTo>
                <a:close/>
                <a:moveTo>
                  <a:pt x="2505527" y="36628"/>
                </a:moveTo>
                <a:lnTo>
                  <a:pt x="2509623" y="32723"/>
                </a:lnTo>
                <a:lnTo>
                  <a:pt x="2512290" y="37581"/>
                </a:lnTo>
                <a:close/>
                <a:moveTo>
                  <a:pt x="2485263" y="10192"/>
                </a:moveTo>
                <a:lnTo>
                  <a:pt x="2495931" y="9049"/>
                </a:lnTo>
                <a:cubicBezTo>
                  <a:pt x="2492597" y="9049"/>
                  <a:pt x="2494597" y="10383"/>
                  <a:pt x="2494788" y="11716"/>
                </a:cubicBezTo>
                <a:cubicBezTo>
                  <a:pt x="2491759" y="10544"/>
                  <a:pt x="2488511" y="10020"/>
                  <a:pt x="2485263" y="10192"/>
                </a:cubicBezTo>
                <a:close/>
                <a:moveTo>
                  <a:pt x="2484191" y="37677"/>
                </a:moveTo>
                <a:lnTo>
                  <a:pt x="2492573" y="37963"/>
                </a:lnTo>
                <a:lnTo>
                  <a:pt x="2496097" y="39011"/>
                </a:lnTo>
                <a:close/>
                <a:moveTo>
                  <a:pt x="2452783" y="33243"/>
                </a:moveTo>
                <a:cubicBezTo>
                  <a:pt x="2452783" y="31814"/>
                  <a:pt x="2460784" y="32767"/>
                  <a:pt x="2467832" y="32957"/>
                </a:cubicBezTo>
                <a:cubicBezTo>
                  <a:pt x="2466022" y="33243"/>
                  <a:pt x="2464689" y="33720"/>
                  <a:pt x="2464689" y="34577"/>
                </a:cubicBezTo>
                <a:close/>
                <a:moveTo>
                  <a:pt x="2438400" y="11050"/>
                </a:moveTo>
                <a:lnTo>
                  <a:pt x="2445258" y="10383"/>
                </a:lnTo>
                <a:cubicBezTo>
                  <a:pt x="2444972" y="11050"/>
                  <a:pt x="2445353" y="11050"/>
                  <a:pt x="2446401" y="11050"/>
                </a:cubicBezTo>
                <a:cubicBezTo>
                  <a:pt x="2443733" y="10850"/>
                  <a:pt x="2441067" y="10850"/>
                  <a:pt x="2438400" y="11050"/>
                </a:cubicBezTo>
                <a:close/>
                <a:moveTo>
                  <a:pt x="2425541" y="11431"/>
                </a:moveTo>
                <a:cubicBezTo>
                  <a:pt x="2429494" y="9645"/>
                  <a:pt x="2435352" y="8144"/>
                  <a:pt x="2433352" y="10573"/>
                </a:cubicBezTo>
                <a:cubicBezTo>
                  <a:pt x="2431351" y="9049"/>
                  <a:pt x="2432685" y="14955"/>
                  <a:pt x="2429161" y="14002"/>
                </a:cubicBezTo>
                <a:cubicBezTo>
                  <a:pt x="2419541" y="15288"/>
                  <a:pt x="2421588" y="13216"/>
                  <a:pt x="2425541" y="11431"/>
                </a:cubicBezTo>
                <a:close/>
                <a:moveTo>
                  <a:pt x="2399730" y="15527"/>
                </a:moveTo>
                <a:lnTo>
                  <a:pt x="2408025" y="16552"/>
                </a:lnTo>
                <a:lnTo>
                  <a:pt x="2408016" y="16575"/>
                </a:lnTo>
                <a:lnTo>
                  <a:pt x="2408207" y="16575"/>
                </a:lnTo>
                <a:lnTo>
                  <a:pt x="2408025" y="16552"/>
                </a:lnTo>
                <a:lnTo>
                  <a:pt x="2408778" y="14575"/>
                </a:lnTo>
                <a:cubicBezTo>
                  <a:pt x="2407636" y="15814"/>
                  <a:pt x="2403921" y="15814"/>
                  <a:pt x="2399730" y="15527"/>
                </a:cubicBezTo>
                <a:close/>
                <a:moveTo>
                  <a:pt x="2358962" y="47626"/>
                </a:moveTo>
                <a:lnTo>
                  <a:pt x="2358962" y="41721"/>
                </a:lnTo>
                <a:cubicBezTo>
                  <a:pt x="2360428" y="43512"/>
                  <a:pt x="2362428" y="44778"/>
                  <a:pt x="2364676" y="45340"/>
                </a:cubicBezTo>
                <a:close/>
                <a:moveTo>
                  <a:pt x="2312480" y="33624"/>
                </a:moveTo>
                <a:lnTo>
                  <a:pt x="2325434" y="32290"/>
                </a:lnTo>
                <a:cubicBezTo>
                  <a:pt x="2327434" y="33909"/>
                  <a:pt x="2322672" y="34481"/>
                  <a:pt x="2319528" y="35623"/>
                </a:cubicBezTo>
                <a:cubicBezTo>
                  <a:pt x="2314766" y="36290"/>
                  <a:pt x="2311146" y="35338"/>
                  <a:pt x="2312480" y="33624"/>
                </a:cubicBezTo>
                <a:close/>
                <a:moveTo>
                  <a:pt x="2285429" y="11621"/>
                </a:moveTo>
                <a:cubicBezTo>
                  <a:pt x="2290925" y="11878"/>
                  <a:pt x="2296392" y="12716"/>
                  <a:pt x="2301716" y="14098"/>
                </a:cubicBezTo>
                <a:cubicBezTo>
                  <a:pt x="2299716" y="17526"/>
                  <a:pt x="2293334" y="14002"/>
                  <a:pt x="2285429" y="11621"/>
                </a:cubicBezTo>
                <a:close/>
                <a:moveTo>
                  <a:pt x="2266474" y="11621"/>
                </a:moveTo>
                <a:cubicBezTo>
                  <a:pt x="2272588" y="9335"/>
                  <a:pt x="2279313" y="9335"/>
                  <a:pt x="2285428" y="11621"/>
                </a:cubicBezTo>
                <a:cubicBezTo>
                  <a:pt x="2280237" y="11431"/>
                  <a:pt x="2275036" y="11745"/>
                  <a:pt x="2269902" y="12574"/>
                </a:cubicBezTo>
                <a:cubicBezTo>
                  <a:pt x="2268740" y="12345"/>
                  <a:pt x="2267588" y="12031"/>
                  <a:pt x="2266474" y="11621"/>
                </a:cubicBezTo>
                <a:close/>
                <a:moveTo>
                  <a:pt x="2132243" y="40059"/>
                </a:moveTo>
                <a:lnTo>
                  <a:pt x="2135005" y="30342"/>
                </a:lnTo>
                <a:lnTo>
                  <a:pt x="2135481" y="40059"/>
                </a:lnTo>
                <a:close/>
                <a:moveTo>
                  <a:pt x="1959424" y="57270"/>
                </a:moveTo>
                <a:cubicBezTo>
                  <a:pt x="1961269" y="56508"/>
                  <a:pt x="1964817" y="56246"/>
                  <a:pt x="1969485" y="55056"/>
                </a:cubicBezTo>
                <a:cubicBezTo>
                  <a:pt x="1965770" y="57056"/>
                  <a:pt x="1980724" y="57056"/>
                  <a:pt x="1977105" y="59437"/>
                </a:cubicBezTo>
                <a:cubicBezTo>
                  <a:pt x="1963198" y="56484"/>
                  <a:pt x="1974914" y="64771"/>
                  <a:pt x="1959578" y="62485"/>
                </a:cubicBezTo>
                <a:cubicBezTo>
                  <a:pt x="1957435" y="59294"/>
                  <a:pt x="1957578" y="58032"/>
                  <a:pt x="1959424" y="57270"/>
                </a:cubicBezTo>
                <a:close/>
                <a:moveTo>
                  <a:pt x="1956150" y="8287"/>
                </a:moveTo>
                <a:cubicBezTo>
                  <a:pt x="1955293" y="4001"/>
                  <a:pt x="1963769" y="9526"/>
                  <a:pt x="1971390" y="13050"/>
                </a:cubicBezTo>
                <a:cubicBezTo>
                  <a:pt x="1967189" y="11964"/>
                  <a:pt x="1962817" y="11735"/>
                  <a:pt x="1958531" y="12383"/>
                </a:cubicBezTo>
                <a:close/>
                <a:moveTo>
                  <a:pt x="1826419" y="59056"/>
                </a:moveTo>
                <a:lnTo>
                  <a:pt x="1838039" y="43721"/>
                </a:lnTo>
                <a:lnTo>
                  <a:pt x="1843849" y="55627"/>
                </a:lnTo>
                <a:cubicBezTo>
                  <a:pt x="1837829" y="53827"/>
                  <a:pt x="1831305" y="55113"/>
                  <a:pt x="1826419" y="59056"/>
                </a:cubicBezTo>
                <a:close/>
                <a:moveTo>
                  <a:pt x="1749077" y="52580"/>
                </a:moveTo>
                <a:lnTo>
                  <a:pt x="1752319" y="52535"/>
                </a:lnTo>
                <a:lnTo>
                  <a:pt x="1752410" y="52580"/>
                </a:lnTo>
                <a:close/>
                <a:moveTo>
                  <a:pt x="1583246" y="37625"/>
                </a:moveTo>
                <a:lnTo>
                  <a:pt x="1590579" y="34862"/>
                </a:lnTo>
                <a:lnTo>
                  <a:pt x="1585436" y="38863"/>
                </a:lnTo>
                <a:close/>
                <a:moveTo>
                  <a:pt x="1349693" y="66580"/>
                </a:moveTo>
                <a:cubicBezTo>
                  <a:pt x="1354360" y="66866"/>
                  <a:pt x="1356646" y="66961"/>
                  <a:pt x="1358170" y="68580"/>
                </a:cubicBezTo>
                <a:lnTo>
                  <a:pt x="1357408" y="70009"/>
                </a:lnTo>
                <a:close/>
                <a:moveTo>
                  <a:pt x="1316642" y="58866"/>
                </a:moveTo>
                <a:cubicBezTo>
                  <a:pt x="1319214" y="61533"/>
                  <a:pt x="1326357" y="58581"/>
                  <a:pt x="1329881" y="57628"/>
                </a:cubicBezTo>
                <a:cubicBezTo>
                  <a:pt x="1323785" y="56104"/>
                  <a:pt x="1320642" y="53532"/>
                  <a:pt x="1316642" y="58866"/>
                </a:cubicBezTo>
                <a:close/>
                <a:moveTo>
                  <a:pt x="1222034" y="60727"/>
                </a:moveTo>
                <a:lnTo>
                  <a:pt x="1226320" y="66347"/>
                </a:lnTo>
                <a:lnTo>
                  <a:pt x="1224034" y="66251"/>
                </a:lnTo>
                <a:close/>
                <a:moveTo>
                  <a:pt x="1111091" y="72580"/>
                </a:moveTo>
                <a:cubicBezTo>
                  <a:pt x="1109758" y="65532"/>
                  <a:pt x="1115663" y="72771"/>
                  <a:pt x="1125664" y="71819"/>
                </a:cubicBezTo>
                <a:cubicBezTo>
                  <a:pt x="1121092" y="71533"/>
                  <a:pt x="1115663" y="72580"/>
                  <a:pt x="1111091" y="72580"/>
                </a:cubicBezTo>
                <a:close/>
                <a:moveTo>
                  <a:pt x="864848" y="30546"/>
                </a:moveTo>
                <a:lnTo>
                  <a:pt x="864871" y="30482"/>
                </a:lnTo>
                <a:lnTo>
                  <a:pt x="866776" y="31339"/>
                </a:lnTo>
                <a:close/>
                <a:moveTo>
                  <a:pt x="17884" y="12245"/>
                </a:moveTo>
                <a:lnTo>
                  <a:pt x="27790" y="14245"/>
                </a:lnTo>
                <a:lnTo>
                  <a:pt x="24266" y="15483"/>
                </a:lnTo>
                <a:close/>
                <a:moveTo>
                  <a:pt x="11717" y="26005"/>
                </a:moveTo>
                <a:cubicBezTo>
                  <a:pt x="14574" y="19528"/>
                  <a:pt x="39054" y="25815"/>
                  <a:pt x="44102" y="19528"/>
                </a:cubicBezTo>
                <a:lnTo>
                  <a:pt x="71534" y="25910"/>
                </a:lnTo>
                <a:cubicBezTo>
                  <a:pt x="70772" y="23624"/>
                  <a:pt x="75153" y="20195"/>
                  <a:pt x="70772" y="19433"/>
                </a:cubicBezTo>
                <a:cubicBezTo>
                  <a:pt x="77535" y="19338"/>
                  <a:pt x="83535" y="19052"/>
                  <a:pt x="74582" y="15814"/>
                </a:cubicBezTo>
                <a:cubicBezTo>
                  <a:pt x="140304" y="31149"/>
                  <a:pt x="207741" y="16290"/>
                  <a:pt x="272416" y="24386"/>
                </a:cubicBezTo>
                <a:cubicBezTo>
                  <a:pt x="276607" y="23910"/>
                  <a:pt x="274035" y="21719"/>
                  <a:pt x="272416" y="20385"/>
                </a:cubicBezTo>
                <a:cubicBezTo>
                  <a:pt x="284323" y="26005"/>
                  <a:pt x="283751" y="17337"/>
                  <a:pt x="290323" y="16480"/>
                </a:cubicBezTo>
                <a:lnTo>
                  <a:pt x="307754" y="24862"/>
                </a:lnTo>
                <a:cubicBezTo>
                  <a:pt x="314802" y="22386"/>
                  <a:pt x="309278" y="19814"/>
                  <a:pt x="309754" y="18099"/>
                </a:cubicBezTo>
                <a:cubicBezTo>
                  <a:pt x="342806" y="16480"/>
                  <a:pt x="374905" y="24672"/>
                  <a:pt x="401670" y="19719"/>
                </a:cubicBezTo>
                <a:cubicBezTo>
                  <a:pt x="410529" y="22671"/>
                  <a:pt x="399956" y="26386"/>
                  <a:pt x="411195" y="27434"/>
                </a:cubicBezTo>
                <a:cubicBezTo>
                  <a:pt x="396051" y="18862"/>
                  <a:pt x="443676" y="23433"/>
                  <a:pt x="434151" y="17337"/>
                </a:cubicBezTo>
                <a:cubicBezTo>
                  <a:pt x="445009" y="26481"/>
                  <a:pt x="474537" y="19242"/>
                  <a:pt x="469679" y="32006"/>
                </a:cubicBezTo>
                <a:cubicBezTo>
                  <a:pt x="483109" y="32768"/>
                  <a:pt x="480823" y="26577"/>
                  <a:pt x="476918" y="25433"/>
                </a:cubicBezTo>
                <a:cubicBezTo>
                  <a:pt x="490662" y="26643"/>
                  <a:pt x="504521" y="25481"/>
                  <a:pt x="517875" y="22004"/>
                </a:cubicBezTo>
                <a:cubicBezTo>
                  <a:pt x="526733" y="24957"/>
                  <a:pt x="589027" y="18956"/>
                  <a:pt x="602933" y="28481"/>
                </a:cubicBezTo>
                <a:cubicBezTo>
                  <a:pt x="593408" y="22481"/>
                  <a:pt x="602933" y="25243"/>
                  <a:pt x="612458" y="22481"/>
                </a:cubicBezTo>
                <a:lnTo>
                  <a:pt x="604267" y="16956"/>
                </a:lnTo>
                <a:lnTo>
                  <a:pt x="624746" y="17623"/>
                </a:lnTo>
                <a:cubicBezTo>
                  <a:pt x="628937" y="16861"/>
                  <a:pt x="630080" y="17623"/>
                  <a:pt x="630080" y="17623"/>
                </a:cubicBezTo>
                <a:cubicBezTo>
                  <a:pt x="633604" y="17909"/>
                  <a:pt x="629222" y="20766"/>
                  <a:pt x="638081" y="22195"/>
                </a:cubicBezTo>
                <a:cubicBezTo>
                  <a:pt x="645930" y="22681"/>
                  <a:pt x="653740" y="20748"/>
                  <a:pt x="660465" y="16670"/>
                </a:cubicBezTo>
                <a:lnTo>
                  <a:pt x="658274" y="15814"/>
                </a:lnTo>
                <a:lnTo>
                  <a:pt x="667799" y="15337"/>
                </a:lnTo>
                <a:cubicBezTo>
                  <a:pt x="674752" y="15432"/>
                  <a:pt x="643129" y="20766"/>
                  <a:pt x="665894" y="23624"/>
                </a:cubicBezTo>
                <a:cubicBezTo>
                  <a:pt x="666656" y="22100"/>
                  <a:pt x="679610" y="14861"/>
                  <a:pt x="685706" y="18766"/>
                </a:cubicBezTo>
                <a:cubicBezTo>
                  <a:pt x="674085" y="18480"/>
                  <a:pt x="675514" y="22290"/>
                  <a:pt x="679800" y="23910"/>
                </a:cubicBezTo>
                <a:lnTo>
                  <a:pt x="696183" y="23910"/>
                </a:lnTo>
                <a:lnTo>
                  <a:pt x="690754" y="16861"/>
                </a:lnTo>
                <a:cubicBezTo>
                  <a:pt x="737522" y="17242"/>
                  <a:pt x="786100" y="22290"/>
                  <a:pt x="836010" y="21814"/>
                </a:cubicBezTo>
                <a:cubicBezTo>
                  <a:pt x="835677" y="25005"/>
                  <a:pt x="844512" y="25148"/>
                  <a:pt x="852858" y="25612"/>
                </a:cubicBezTo>
                <a:lnTo>
                  <a:pt x="864848" y="30546"/>
                </a:lnTo>
                <a:lnTo>
                  <a:pt x="863490" y="34280"/>
                </a:lnTo>
                <a:cubicBezTo>
                  <a:pt x="867205" y="35816"/>
                  <a:pt x="873635" y="37102"/>
                  <a:pt x="878397" y="36578"/>
                </a:cubicBezTo>
                <a:cubicBezTo>
                  <a:pt x="868014" y="33721"/>
                  <a:pt x="897065" y="27624"/>
                  <a:pt x="871729" y="26291"/>
                </a:cubicBezTo>
                <a:lnTo>
                  <a:pt x="891351" y="22004"/>
                </a:lnTo>
                <a:cubicBezTo>
                  <a:pt x="902209" y="4860"/>
                  <a:pt x="943643" y="23433"/>
                  <a:pt x="973361" y="17909"/>
                </a:cubicBezTo>
                <a:cubicBezTo>
                  <a:pt x="972132" y="18176"/>
                  <a:pt x="971066" y="18928"/>
                  <a:pt x="970408" y="20005"/>
                </a:cubicBezTo>
                <a:cubicBezTo>
                  <a:pt x="996792" y="14575"/>
                  <a:pt x="1029558" y="24672"/>
                  <a:pt x="1035749" y="21909"/>
                </a:cubicBezTo>
                <a:lnTo>
                  <a:pt x="1038035" y="26672"/>
                </a:lnTo>
                <a:cubicBezTo>
                  <a:pt x="1054533" y="19795"/>
                  <a:pt x="1072735" y="18061"/>
                  <a:pt x="1090233" y="21719"/>
                </a:cubicBezTo>
                <a:cubicBezTo>
                  <a:pt x="1089851" y="22481"/>
                  <a:pt x="1086709" y="23814"/>
                  <a:pt x="1090995" y="24862"/>
                </a:cubicBezTo>
                <a:cubicBezTo>
                  <a:pt x="1100501" y="19385"/>
                  <a:pt x="1111569" y="17270"/>
                  <a:pt x="1122427" y="18862"/>
                </a:cubicBezTo>
                <a:lnTo>
                  <a:pt x="1121665" y="20290"/>
                </a:lnTo>
                <a:lnTo>
                  <a:pt x="1150240" y="19528"/>
                </a:lnTo>
                <a:cubicBezTo>
                  <a:pt x="1150049" y="34101"/>
                  <a:pt x="1199675" y="10670"/>
                  <a:pt x="1208342" y="26386"/>
                </a:cubicBezTo>
                <a:cubicBezTo>
                  <a:pt x="1213962" y="22195"/>
                  <a:pt x="1234822" y="20861"/>
                  <a:pt x="1244347" y="18766"/>
                </a:cubicBezTo>
                <a:cubicBezTo>
                  <a:pt x="1244442" y="19433"/>
                  <a:pt x="1245014" y="20099"/>
                  <a:pt x="1246633" y="20766"/>
                </a:cubicBezTo>
                <a:cubicBezTo>
                  <a:pt x="1257682" y="12765"/>
                  <a:pt x="1278542" y="23147"/>
                  <a:pt x="1290829" y="22290"/>
                </a:cubicBezTo>
                <a:cubicBezTo>
                  <a:pt x="1298830" y="20385"/>
                  <a:pt x="1295306" y="17909"/>
                  <a:pt x="1291877" y="15432"/>
                </a:cubicBezTo>
                <a:cubicBezTo>
                  <a:pt x="1307689" y="21624"/>
                  <a:pt x="1335501" y="8574"/>
                  <a:pt x="1341216" y="11146"/>
                </a:cubicBezTo>
                <a:cubicBezTo>
                  <a:pt x="1352837" y="11813"/>
                  <a:pt x="1345598" y="16766"/>
                  <a:pt x="1348741" y="20005"/>
                </a:cubicBezTo>
                <a:cubicBezTo>
                  <a:pt x="1365982" y="18576"/>
                  <a:pt x="1345883" y="6765"/>
                  <a:pt x="1368934" y="12575"/>
                </a:cubicBezTo>
                <a:cubicBezTo>
                  <a:pt x="1366267" y="13242"/>
                  <a:pt x="1361314" y="13718"/>
                  <a:pt x="1363219" y="14575"/>
                </a:cubicBezTo>
                <a:cubicBezTo>
                  <a:pt x="1372077" y="15814"/>
                  <a:pt x="1387794" y="32577"/>
                  <a:pt x="1396556" y="29244"/>
                </a:cubicBezTo>
                <a:lnTo>
                  <a:pt x="1390842" y="26577"/>
                </a:lnTo>
                <a:cubicBezTo>
                  <a:pt x="1406844" y="22862"/>
                  <a:pt x="1428846" y="38197"/>
                  <a:pt x="1431418" y="28672"/>
                </a:cubicBezTo>
                <a:lnTo>
                  <a:pt x="1429894" y="24100"/>
                </a:lnTo>
                <a:cubicBezTo>
                  <a:pt x="1457612" y="30101"/>
                  <a:pt x="1441229" y="22290"/>
                  <a:pt x="1469804" y="27529"/>
                </a:cubicBezTo>
                <a:lnTo>
                  <a:pt x="1469804" y="28291"/>
                </a:lnTo>
                <a:cubicBezTo>
                  <a:pt x="1482091" y="27434"/>
                  <a:pt x="1488664" y="33149"/>
                  <a:pt x="1494664" y="25815"/>
                </a:cubicBezTo>
                <a:lnTo>
                  <a:pt x="1490473" y="24767"/>
                </a:lnTo>
                <a:cubicBezTo>
                  <a:pt x="1505713" y="23814"/>
                  <a:pt x="1507047" y="24767"/>
                  <a:pt x="1522477" y="24767"/>
                </a:cubicBezTo>
                <a:cubicBezTo>
                  <a:pt x="1526239" y="23671"/>
                  <a:pt x="1530240" y="23671"/>
                  <a:pt x="1534002" y="24767"/>
                </a:cubicBezTo>
                <a:cubicBezTo>
                  <a:pt x="1534669" y="18671"/>
                  <a:pt x="1569912" y="22386"/>
                  <a:pt x="1576770" y="22386"/>
                </a:cubicBezTo>
                <a:cubicBezTo>
                  <a:pt x="1564292" y="23243"/>
                  <a:pt x="1570388" y="25815"/>
                  <a:pt x="1573817" y="28291"/>
                </a:cubicBezTo>
                <a:cubicBezTo>
                  <a:pt x="1580199" y="23357"/>
                  <a:pt x="1588876" y="22614"/>
                  <a:pt x="1596010" y="26386"/>
                </a:cubicBezTo>
                <a:cubicBezTo>
                  <a:pt x="1597439" y="18862"/>
                  <a:pt x="1599439" y="10765"/>
                  <a:pt x="1619156" y="10289"/>
                </a:cubicBezTo>
                <a:cubicBezTo>
                  <a:pt x="1616108" y="11432"/>
                  <a:pt x="1611345" y="12003"/>
                  <a:pt x="1613346" y="13622"/>
                </a:cubicBezTo>
                <a:cubicBezTo>
                  <a:pt x="1615346" y="15242"/>
                  <a:pt x="1619918" y="13527"/>
                  <a:pt x="1621442" y="12956"/>
                </a:cubicBezTo>
                <a:cubicBezTo>
                  <a:pt x="1623442" y="14480"/>
                  <a:pt x="1617060" y="15718"/>
                  <a:pt x="1619251" y="18385"/>
                </a:cubicBezTo>
                <a:cubicBezTo>
                  <a:pt x="1632586" y="11051"/>
                  <a:pt x="1642587" y="17813"/>
                  <a:pt x="1661637" y="15242"/>
                </a:cubicBezTo>
                <a:cubicBezTo>
                  <a:pt x="1655541" y="17528"/>
                  <a:pt x="1660780" y="19052"/>
                  <a:pt x="1662971" y="21624"/>
                </a:cubicBezTo>
                <a:cubicBezTo>
                  <a:pt x="1664399" y="13051"/>
                  <a:pt x="1689355" y="29148"/>
                  <a:pt x="1682021" y="18004"/>
                </a:cubicBezTo>
                <a:cubicBezTo>
                  <a:pt x="1719835" y="24672"/>
                  <a:pt x="1778033" y="18480"/>
                  <a:pt x="1792797" y="25624"/>
                </a:cubicBezTo>
                <a:cubicBezTo>
                  <a:pt x="1796797" y="28767"/>
                  <a:pt x="1807274" y="23624"/>
                  <a:pt x="1813942" y="23624"/>
                </a:cubicBezTo>
                <a:lnTo>
                  <a:pt x="1812990" y="27338"/>
                </a:lnTo>
                <a:cubicBezTo>
                  <a:pt x="1831468" y="20385"/>
                  <a:pt x="1827373" y="24767"/>
                  <a:pt x="1848994" y="17813"/>
                </a:cubicBezTo>
                <a:cubicBezTo>
                  <a:pt x="1840040" y="22290"/>
                  <a:pt x="1843755" y="24386"/>
                  <a:pt x="1852804" y="27910"/>
                </a:cubicBezTo>
                <a:lnTo>
                  <a:pt x="1867759" y="20099"/>
                </a:lnTo>
                <a:lnTo>
                  <a:pt x="1870616" y="25910"/>
                </a:lnTo>
                <a:cubicBezTo>
                  <a:pt x="1877055" y="24176"/>
                  <a:pt x="1883817" y="24014"/>
                  <a:pt x="1890333" y="25433"/>
                </a:cubicBezTo>
                <a:cubicBezTo>
                  <a:pt x="1887094" y="25529"/>
                  <a:pt x="1889094" y="26005"/>
                  <a:pt x="1889094" y="27148"/>
                </a:cubicBezTo>
                <a:cubicBezTo>
                  <a:pt x="1892333" y="18956"/>
                  <a:pt x="1918908" y="19909"/>
                  <a:pt x="1923099" y="16099"/>
                </a:cubicBezTo>
                <a:cubicBezTo>
                  <a:pt x="1929766" y="24005"/>
                  <a:pt x="1940910" y="14099"/>
                  <a:pt x="1945768" y="21528"/>
                </a:cubicBezTo>
                <a:cubicBezTo>
                  <a:pt x="1948359" y="20309"/>
                  <a:pt x="1951074" y="19376"/>
                  <a:pt x="1953864" y="18766"/>
                </a:cubicBezTo>
                <a:cubicBezTo>
                  <a:pt x="1950626" y="15242"/>
                  <a:pt x="1949483" y="11432"/>
                  <a:pt x="1955483" y="13146"/>
                </a:cubicBezTo>
                <a:lnTo>
                  <a:pt x="1956912" y="13146"/>
                </a:lnTo>
                <a:lnTo>
                  <a:pt x="1959484" y="17718"/>
                </a:lnTo>
                <a:cubicBezTo>
                  <a:pt x="1964932" y="16804"/>
                  <a:pt x="1970438" y="16261"/>
                  <a:pt x="1975962" y="16099"/>
                </a:cubicBezTo>
                <a:cubicBezTo>
                  <a:pt x="1973819" y="15575"/>
                  <a:pt x="1971743" y="14804"/>
                  <a:pt x="1969771" y="13813"/>
                </a:cubicBezTo>
                <a:cubicBezTo>
                  <a:pt x="1972343" y="14480"/>
                  <a:pt x="1974819" y="15337"/>
                  <a:pt x="1977105" y="16099"/>
                </a:cubicBezTo>
                <a:lnTo>
                  <a:pt x="1978058" y="16099"/>
                </a:lnTo>
                <a:lnTo>
                  <a:pt x="1979296" y="16099"/>
                </a:lnTo>
                <a:lnTo>
                  <a:pt x="1990917" y="16099"/>
                </a:lnTo>
                <a:cubicBezTo>
                  <a:pt x="2012348" y="23147"/>
                  <a:pt x="2038542" y="6574"/>
                  <a:pt x="2062164" y="16099"/>
                </a:cubicBezTo>
                <a:cubicBezTo>
                  <a:pt x="2059020" y="14956"/>
                  <a:pt x="2053972" y="14480"/>
                  <a:pt x="2052639" y="16099"/>
                </a:cubicBezTo>
                <a:cubicBezTo>
                  <a:pt x="2072355" y="15718"/>
                  <a:pt x="2091977" y="22290"/>
                  <a:pt x="2104455" y="18766"/>
                </a:cubicBezTo>
                <a:lnTo>
                  <a:pt x="2103598" y="14480"/>
                </a:lnTo>
                <a:cubicBezTo>
                  <a:pt x="2115942" y="12489"/>
                  <a:pt x="2128429" y="11470"/>
                  <a:pt x="2140936" y="11432"/>
                </a:cubicBezTo>
                <a:lnTo>
                  <a:pt x="2141602" y="6574"/>
                </a:lnTo>
                <a:cubicBezTo>
                  <a:pt x="2158557" y="8384"/>
                  <a:pt x="2194942" y="1049"/>
                  <a:pt x="2205325" y="10574"/>
                </a:cubicBezTo>
                <a:cubicBezTo>
                  <a:pt x="2209801" y="6860"/>
                  <a:pt x="2228851" y="11908"/>
                  <a:pt x="2238376" y="10574"/>
                </a:cubicBezTo>
                <a:lnTo>
                  <a:pt x="2240853" y="14289"/>
                </a:lnTo>
                <a:cubicBezTo>
                  <a:pt x="2250139" y="15204"/>
                  <a:pt x="2259503" y="14785"/>
                  <a:pt x="2268666" y="13051"/>
                </a:cubicBezTo>
                <a:cubicBezTo>
                  <a:pt x="2294192" y="20766"/>
                  <a:pt x="2317815" y="13146"/>
                  <a:pt x="2340103" y="13718"/>
                </a:cubicBezTo>
                <a:lnTo>
                  <a:pt x="2340103" y="14765"/>
                </a:lnTo>
                <a:lnTo>
                  <a:pt x="2362677" y="12194"/>
                </a:lnTo>
                <a:cubicBezTo>
                  <a:pt x="2356772" y="15527"/>
                  <a:pt x="2367154" y="9813"/>
                  <a:pt x="2373917" y="10765"/>
                </a:cubicBezTo>
                <a:cubicBezTo>
                  <a:pt x="2383061" y="9213"/>
                  <a:pt x="2392434" y="9737"/>
                  <a:pt x="2401349" y="12289"/>
                </a:cubicBezTo>
                <a:lnTo>
                  <a:pt x="2415732" y="12289"/>
                </a:lnTo>
                <a:cubicBezTo>
                  <a:pt x="2399730" y="14765"/>
                  <a:pt x="2416874" y="17528"/>
                  <a:pt x="2417732" y="21814"/>
                </a:cubicBezTo>
                <a:lnTo>
                  <a:pt x="2427257" y="18385"/>
                </a:lnTo>
                <a:cubicBezTo>
                  <a:pt x="2430972" y="20481"/>
                  <a:pt x="2421352" y="21719"/>
                  <a:pt x="2428114" y="22671"/>
                </a:cubicBezTo>
                <a:cubicBezTo>
                  <a:pt x="2434305" y="20385"/>
                  <a:pt x="2452498" y="20481"/>
                  <a:pt x="2458213" y="16099"/>
                </a:cubicBezTo>
                <a:cubicBezTo>
                  <a:pt x="2456499" y="14680"/>
                  <a:pt x="2454479" y="13670"/>
                  <a:pt x="2452308" y="13146"/>
                </a:cubicBezTo>
                <a:lnTo>
                  <a:pt x="2452403" y="13146"/>
                </a:lnTo>
                <a:cubicBezTo>
                  <a:pt x="2453327" y="12679"/>
                  <a:pt x="2454184" y="12099"/>
                  <a:pt x="2454974" y="11432"/>
                </a:cubicBezTo>
                <a:cubicBezTo>
                  <a:pt x="2466405" y="12384"/>
                  <a:pt x="2461833" y="10574"/>
                  <a:pt x="2461833" y="8670"/>
                </a:cubicBezTo>
                <a:cubicBezTo>
                  <a:pt x="2474787" y="15337"/>
                  <a:pt x="2482502" y="10860"/>
                  <a:pt x="2492027" y="18671"/>
                </a:cubicBezTo>
                <a:cubicBezTo>
                  <a:pt x="2478502" y="10194"/>
                  <a:pt x="2521840" y="18576"/>
                  <a:pt x="2513458" y="10194"/>
                </a:cubicBezTo>
                <a:cubicBezTo>
                  <a:pt x="2523174" y="16956"/>
                  <a:pt x="2520030" y="10480"/>
                  <a:pt x="2526317" y="16290"/>
                </a:cubicBezTo>
                <a:cubicBezTo>
                  <a:pt x="2513258" y="16185"/>
                  <a:pt x="2500304" y="18680"/>
                  <a:pt x="2488217" y="23624"/>
                </a:cubicBezTo>
                <a:lnTo>
                  <a:pt x="2499075" y="27624"/>
                </a:lnTo>
                <a:cubicBezTo>
                  <a:pt x="2492027" y="35530"/>
                  <a:pt x="2474882" y="25052"/>
                  <a:pt x="2468405" y="27624"/>
                </a:cubicBezTo>
                <a:cubicBezTo>
                  <a:pt x="2472786" y="25910"/>
                  <a:pt x="2482788" y="27624"/>
                  <a:pt x="2482788" y="29339"/>
                </a:cubicBezTo>
                <a:lnTo>
                  <a:pt x="2479930" y="23529"/>
                </a:lnTo>
                <a:cubicBezTo>
                  <a:pt x="2467005" y="22357"/>
                  <a:pt x="2453984" y="24110"/>
                  <a:pt x="2441830" y="28672"/>
                </a:cubicBezTo>
                <a:cubicBezTo>
                  <a:pt x="2452117" y="30577"/>
                  <a:pt x="2429257" y="32196"/>
                  <a:pt x="2436782" y="36292"/>
                </a:cubicBezTo>
                <a:lnTo>
                  <a:pt x="2444973" y="35530"/>
                </a:lnTo>
                <a:cubicBezTo>
                  <a:pt x="2448688" y="37626"/>
                  <a:pt x="2440782" y="39435"/>
                  <a:pt x="2436211" y="41150"/>
                </a:cubicBezTo>
                <a:cubicBezTo>
                  <a:pt x="2410398" y="36863"/>
                  <a:pt x="2363535" y="40578"/>
                  <a:pt x="2354010" y="36006"/>
                </a:cubicBezTo>
                <a:cubicBezTo>
                  <a:pt x="2360544" y="37092"/>
                  <a:pt x="2367250" y="36568"/>
                  <a:pt x="2373536" y="34482"/>
                </a:cubicBezTo>
                <a:lnTo>
                  <a:pt x="2361439" y="32101"/>
                </a:lnTo>
                <a:cubicBezTo>
                  <a:pt x="2371250" y="31815"/>
                  <a:pt x="2379061" y="37054"/>
                  <a:pt x="2393539" y="35149"/>
                </a:cubicBezTo>
                <a:cubicBezTo>
                  <a:pt x="2390585" y="31434"/>
                  <a:pt x="2401539" y="26386"/>
                  <a:pt x="2390585" y="21243"/>
                </a:cubicBezTo>
                <a:cubicBezTo>
                  <a:pt x="2362963" y="15432"/>
                  <a:pt x="2367821" y="30863"/>
                  <a:pt x="2334388" y="29434"/>
                </a:cubicBezTo>
                <a:cubicBezTo>
                  <a:pt x="2331340" y="30577"/>
                  <a:pt x="2341341" y="23433"/>
                  <a:pt x="2323625" y="25433"/>
                </a:cubicBezTo>
                <a:cubicBezTo>
                  <a:pt x="2301241" y="29148"/>
                  <a:pt x="2284858" y="37530"/>
                  <a:pt x="2284858" y="45627"/>
                </a:cubicBezTo>
                <a:cubicBezTo>
                  <a:pt x="2294288" y="43246"/>
                  <a:pt x="2313148" y="38483"/>
                  <a:pt x="2316005" y="44389"/>
                </a:cubicBezTo>
                <a:cubicBezTo>
                  <a:pt x="2306575" y="46674"/>
                  <a:pt x="2290383" y="48103"/>
                  <a:pt x="2289525" y="51913"/>
                </a:cubicBezTo>
                <a:cubicBezTo>
                  <a:pt x="2279810" y="45150"/>
                  <a:pt x="2307242" y="49913"/>
                  <a:pt x="2294478" y="44293"/>
                </a:cubicBezTo>
                <a:cubicBezTo>
                  <a:pt x="2290107" y="44522"/>
                  <a:pt x="2285849" y="45722"/>
                  <a:pt x="2282001" y="47817"/>
                </a:cubicBezTo>
                <a:cubicBezTo>
                  <a:pt x="2286382" y="44960"/>
                  <a:pt x="2276095" y="43055"/>
                  <a:pt x="2274095" y="41531"/>
                </a:cubicBezTo>
                <a:cubicBezTo>
                  <a:pt x="2252664" y="41436"/>
                  <a:pt x="2240377" y="38483"/>
                  <a:pt x="2217421" y="37912"/>
                </a:cubicBezTo>
                <a:cubicBezTo>
                  <a:pt x="2216183" y="36959"/>
                  <a:pt x="2213707" y="34768"/>
                  <a:pt x="2214373" y="33149"/>
                </a:cubicBezTo>
                <a:cubicBezTo>
                  <a:pt x="2203133" y="34958"/>
                  <a:pt x="2187132" y="45055"/>
                  <a:pt x="2191323" y="49246"/>
                </a:cubicBezTo>
                <a:cubicBezTo>
                  <a:pt x="2178178" y="49532"/>
                  <a:pt x="2177416" y="46388"/>
                  <a:pt x="2166272" y="48198"/>
                </a:cubicBezTo>
                <a:cubicBezTo>
                  <a:pt x="2184179" y="54294"/>
                  <a:pt x="2162748" y="47246"/>
                  <a:pt x="2160842" y="53723"/>
                </a:cubicBezTo>
                <a:cubicBezTo>
                  <a:pt x="2149127" y="54485"/>
                  <a:pt x="2156557" y="50579"/>
                  <a:pt x="2151317" y="49056"/>
                </a:cubicBezTo>
                <a:lnTo>
                  <a:pt x="2145296" y="53212"/>
                </a:lnTo>
                <a:lnTo>
                  <a:pt x="2144555" y="53723"/>
                </a:lnTo>
                <a:cubicBezTo>
                  <a:pt x="2137507" y="48294"/>
                  <a:pt x="2158176" y="40388"/>
                  <a:pt x="2149889" y="34673"/>
                </a:cubicBezTo>
                <a:cubicBezTo>
                  <a:pt x="2139469" y="30329"/>
                  <a:pt x="2128743" y="26758"/>
                  <a:pt x="2117790" y="24005"/>
                </a:cubicBezTo>
                <a:cubicBezTo>
                  <a:pt x="2112646" y="29530"/>
                  <a:pt x="2113980" y="52104"/>
                  <a:pt x="2122171" y="59438"/>
                </a:cubicBezTo>
                <a:cubicBezTo>
                  <a:pt x="2121314" y="63248"/>
                  <a:pt x="2111313" y="55437"/>
                  <a:pt x="2106264" y="54961"/>
                </a:cubicBezTo>
                <a:cubicBezTo>
                  <a:pt x="2091786" y="48865"/>
                  <a:pt x="2084166" y="59819"/>
                  <a:pt x="2072070" y="57342"/>
                </a:cubicBezTo>
                <a:lnTo>
                  <a:pt x="2081595" y="53914"/>
                </a:lnTo>
                <a:cubicBezTo>
                  <a:pt x="2073965" y="53008"/>
                  <a:pt x="2066231" y="53923"/>
                  <a:pt x="2059020" y="56580"/>
                </a:cubicBezTo>
                <a:cubicBezTo>
                  <a:pt x="2058544" y="54485"/>
                  <a:pt x="2068260" y="45627"/>
                  <a:pt x="2062735" y="43055"/>
                </a:cubicBezTo>
                <a:cubicBezTo>
                  <a:pt x="2040732" y="41912"/>
                  <a:pt x="2020349" y="53723"/>
                  <a:pt x="2021682" y="60104"/>
                </a:cubicBezTo>
                <a:lnTo>
                  <a:pt x="2055020" y="53437"/>
                </a:lnTo>
                <a:cubicBezTo>
                  <a:pt x="2056163" y="58771"/>
                  <a:pt x="2031398" y="58771"/>
                  <a:pt x="2032732" y="65248"/>
                </a:cubicBezTo>
                <a:lnTo>
                  <a:pt x="2002061" y="63343"/>
                </a:lnTo>
                <a:cubicBezTo>
                  <a:pt x="2005966" y="63152"/>
                  <a:pt x="2017777" y="61629"/>
                  <a:pt x="2013110" y="58676"/>
                </a:cubicBezTo>
                <a:cubicBezTo>
                  <a:pt x="1999966" y="58961"/>
                  <a:pt x="2006347" y="57723"/>
                  <a:pt x="1997489" y="55247"/>
                </a:cubicBezTo>
                <a:cubicBezTo>
                  <a:pt x="2016063" y="46208"/>
                  <a:pt x="2033703" y="35359"/>
                  <a:pt x="2050162" y="22862"/>
                </a:cubicBezTo>
                <a:lnTo>
                  <a:pt x="2034255" y="26481"/>
                </a:lnTo>
                <a:lnTo>
                  <a:pt x="2030350" y="23338"/>
                </a:lnTo>
                <a:cubicBezTo>
                  <a:pt x="2009681" y="27529"/>
                  <a:pt x="1991107" y="48484"/>
                  <a:pt x="1985678" y="53914"/>
                </a:cubicBezTo>
                <a:cubicBezTo>
                  <a:pt x="1973772" y="52580"/>
                  <a:pt x="1977963" y="41150"/>
                  <a:pt x="1980725" y="38959"/>
                </a:cubicBezTo>
                <a:cubicBezTo>
                  <a:pt x="1957484" y="38388"/>
                  <a:pt x="1957770" y="55056"/>
                  <a:pt x="1934243" y="53437"/>
                </a:cubicBezTo>
                <a:lnTo>
                  <a:pt x="1943101" y="55913"/>
                </a:lnTo>
                <a:cubicBezTo>
                  <a:pt x="1937482" y="56866"/>
                  <a:pt x="1917383" y="54770"/>
                  <a:pt x="1919479" y="56866"/>
                </a:cubicBezTo>
                <a:cubicBezTo>
                  <a:pt x="1914812" y="54199"/>
                  <a:pt x="1910621" y="46674"/>
                  <a:pt x="1915764" y="44674"/>
                </a:cubicBezTo>
                <a:lnTo>
                  <a:pt x="1895000" y="55437"/>
                </a:lnTo>
                <a:cubicBezTo>
                  <a:pt x="1898048" y="54294"/>
                  <a:pt x="1896047" y="45150"/>
                  <a:pt x="1897286" y="43531"/>
                </a:cubicBezTo>
                <a:cubicBezTo>
                  <a:pt x="1888999" y="43150"/>
                  <a:pt x="1883094" y="54104"/>
                  <a:pt x="1888332" y="55533"/>
                </a:cubicBezTo>
                <a:cubicBezTo>
                  <a:pt x="1879455" y="53028"/>
                  <a:pt x="1870911" y="49446"/>
                  <a:pt x="1862901" y="44865"/>
                </a:cubicBezTo>
                <a:cubicBezTo>
                  <a:pt x="1858043" y="45436"/>
                  <a:pt x="1863281" y="54580"/>
                  <a:pt x="1866806" y="55533"/>
                </a:cubicBezTo>
                <a:cubicBezTo>
                  <a:pt x="1859424" y="57323"/>
                  <a:pt x="1851709" y="57323"/>
                  <a:pt x="1844327" y="55533"/>
                </a:cubicBezTo>
                <a:cubicBezTo>
                  <a:pt x="1862234" y="51627"/>
                  <a:pt x="1849280" y="35054"/>
                  <a:pt x="1852709" y="28101"/>
                </a:cubicBezTo>
                <a:lnTo>
                  <a:pt x="1814323" y="55913"/>
                </a:lnTo>
                <a:cubicBezTo>
                  <a:pt x="1816295" y="52342"/>
                  <a:pt x="1817705" y="48484"/>
                  <a:pt x="1818514" y="44483"/>
                </a:cubicBezTo>
                <a:cubicBezTo>
                  <a:pt x="1816895" y="48532"/>
                  <a:pt x="1804989" y="50842"/>
                  <a:pt x="1790761" y="51997"/>
                </a:cubicBezTo>
                <a:lnTo>
                  <a:pt x="1752319" y="52535"/>
                </a:lnTo>
                <a:lnTo>
                  <a:pt x="1745946" y="49377"/>
                </a:lnTo>
                <a:cubicBezTo>
                  <a:pt x="1740862" y="48817"/>
                  <a:pt x="1734266" y="48960"/>
                  <a:pt x="1730408" y="50389"/>
                </a:cubicBezTo>
                <a:cubicBezTo>
                  <a:pt x="1731741" y="49151"/>
                  <a:pt x="1733456" y="49151"/>
                  <a:pt x="1736790" y="49151"/>
                </a:cubicBezTo>
                <a:cubicBezTo>
                  <a:pt x="1722216" y="43055"/>
                  <a:pt x="1717930" y="61438"/>
                  <a:pt x="1703166" y="54294"/>
                </a:cubicBezTo>
                <a:cubicBezTo>
                  <a:pt x="1716501" y="55056"/>
                  <a:pt x="1719168" y="51722"/>
                  <a:pt x="1718501" y="48580"/>
                </a:cubicBezTo>
                <a:cubicBezTo>
                  <a:pt x="1707548" y="51818"/>
                  <a:pt x="1682021" y="48580"/>
                  <a:pt x="1687355" y="58105"/>
                </a:cubicBezTo>
                <a:cubicBezTo>
                  <a:pt x="1680307" y="56104"/>
                  <a:pt x="1674020" y="57342"/>
                  <a:pt x="1674591" y="52485"/>
                </a:cubicBezTo>
                <a:lnTo>
                  <a:pt x="1647541" y="58199"/>
                </a:lnTo>
                <a:cubicBezTo>
                  <a:pt x="1649540" y="57247"/>
                  <a:pt x="1651350" y="54390"/>
                  <a:pt x="1643445" y="53723"/>
                </a:cubicBezTo>
                <a:cubicBezTo>
                  <a:pt x="1658970" y="55056"/>
                  <a:pt x="1673639" y="46103"/>
                  <a:pt x="1681545" y="52389"/>
                </a:cubicBezTo>
                <a:cubicBezTo>
                  <a:pt x="1682021" y="46484"/>
                  <a:pt x="1676306" y="43340"/>
                  <a:pt x="1683545" y="38292"/>
                </a:cubicBezTo>
                <a:cubicBezTo>
                  <a:pt x="1654303" y="41150"/>
                  <a:pt x="1638301" y="51151"/>
                  <a:pt x="1619918" y="58009"/>
                </a:cubicBezTo>
                <a:lnTo>
                  <a:pt x="1594200" y="53818"/>
                </a:lnTo>
                <a:lnTo>
                  <a:pt x="1593057" y="56485"/>
                </a:lnTo>
                <a:lnTo>
                  <a:pt x="1588581" y="49723"/>
                </a:lnTo>
                <a:cubicBezTo>
                  <a:pt x="1585342" y="51246"/>
                  <a:pt x="1583247" y="52485"/>
                  <a:pt x="1582675" y="51913"/>
                </a:cubicBezTo>
                <a:cubicBezTo>
                  <a:pt x="1582104" y="51342"/>
                  <a:pt x="1582865" y="50484"/>
                  <a:pt x="1584199" y="49436"/>
                </a:cubicBezTo>
                <a:cubicBezTo>
                  <a:pt x="1581970" y="49646"/>
                  <a:pt x="1579789" y="50199"/>
                  <a:pt x="1577722" y="51056"/>
                </a:cubicBezTo>
                <a:cubicBezTo>
                  <a:pt x="1576579" y="47531"/>
                  <a:pt x="1581246" y="43436"/>
                  <a:pt x="1586104" y="39721"/>
                </a:cubicBezTo>
                <a:cubicBezTo>
                  <a:pt x="1588390" y="40959"/>
                  <a:pt x="1590771" y="42293"/>
                  <a:pt x="1593153" y="43436"/>
                </a:cubicBezTo>
                <a:cubicBezTo>
                  <a:pt x="1598201" y="39721"/>
                  <a:pt x="1601915" y="36197"/>
                  <a:pt x="1594867" y="33911"/>
                </a:cubicBezTo>
                <a:lnTo>
                  <a:pt x="1591247" y="35340"/>
                </a:lnTo>
                <a:cubicBezTo>
                  <a:pt x="1594105" y="32863"/>
                  <a:pt x="1596391" y="30768"/>
                  <a:pt x="1594105" y="29720"/>
                </a:cubicBezTo>
                <a:lnTo>
                  <a:pt x="1574389" y="33054"/>
                </a:lnTo>
                <a:cubicBezTo>
                  <a:pt x="1577665" y="34549"/>
                  <a:pt x="1580846" y="36235"/>
                  <a:pt x="1583914" y="38102"/>
                </a:cubicBezTo>
                <a:cubicBezTo>
                  <a:pt x="1571531" y="42960"/>
                  <a:pt x="1557529" y="47913"/>
                  <a:pt x="1568483" y="52485"/>
                </a:cubicBezTo>
                <a:lnTo>
                  <a:pt x="1553529" y="48484"/>
                </a:lnTo>
                <a:cubicBezTo>
                  <a:pt x="1541956" y="53284"/>
                  <a:pt x="1529878" y="56761"/>
                  <a:pt x="1517524" y="58866"/>
                </a:cubicBezTo>
                <a:cubicBezTo>
                  <a:pt x="1516381" y="56485"/>
                  <a:pt x="1522096" y="54485"/>
                  <a:pt x="1518191" y="52771"/>
                </a:cubicBezTo>
                <a:cubicBezTo>
                  <a:pt x="1502570" y="60104"/>
                  <a:pt x="1480091" y="43912"/>
                  <a:pt x="1476662" y="50579"/>
                </a:cubicBezTo>
                <a:cubicBezTo>
                  <a:pt x="1464089" y="52294"/>
                  <a:pt x="1471423" y="56485"/>
                  <a:pt x="1463422" y="58390"/>
                </a:cubicBezTo>
                <a:cubicBezTo>
                  <a:pt x="1463803" y="57628"/>
                  <a:pt x="1464565" y="56009"/>
                  <a:pt x="1462184" y="56009"/>
                </a:cubicBezTo>
                <a:lnTo>
                  <a:pt x="1452659" y="60867"/>
                </a:lnTo>
                <a:cubicBezTo>
                  <a:pt x="1448849" y="59057"/>
                  <a:pt x="1461517" y="57438"/>
                  <a:pt x="1450754" y="55342"/>
                </a:cubicBezTo>
                <a:cubicBezTo>
                  <a:pt x="1436314" y="59504"/>
                  <a:pt x="1421207" y="60800"/>
                  <a:pt x="1406272" y="59152"/>
                </a:cubicBezTo>
                <a:cubicBezTo>
                  <a:pt x="1383983" y="60295"/>
                  <a:pt x="1415226" y="68868"/>
                  <a:pt x="1396747" y="67915"/>
                </a:cubicBezTo>
                <a:cubicBezTo>
                  <a:pt x="1393632" y="61657"/>
                  <a:pt x="1387051" y="57895"/>
                  <a:pt x="1380078" y="58390"/>
                </a:cubicBezTo>
                <a:cubicBezTo>
                  <a:pt x="1373982" y="61152"/>
                  <a:pt x="1374840" y="64295"/>
                  <a:pt x="1364457" y="66010"/>
                </a:cubicBezTo>
                <a:lnTo>
                  <a:pt x="1365124" y="59914"/>
                </a:lnTo>
                <a:cubicBezTo>
                  <a:pt x="1355599" y="60200"/>
                  <a:pt x="1347884" y="61343"/>
                  <a:pt x="1347884" y="56676"/>
                </a:cubicBezTo>
                <a:cubicBezTo>
                  <a:pt x="1342302" y="58838"/>
                  <a:pt x="1336187" y="59266"/>
                  <a:pt x="1330358" y="57914"/>
                </a:cubicBezTo>
                <a:cubicBezTo>
                  <a:pt x="1315880" y="61057"/>
                  <a:pt x="1341026" y="70201"/>
                  <a:pt x="1344455" y="72582"/>
                </a:cubicBezTo>
                <a:cubicBezTo>
                  <a:pt x="1330167" y="67724"/>
                  <a:pt x="1320261" y="70392"/>
                  <a:pt x="1312165" y="63057"/>
                </a:cubicBezTo>
                <a:lnTo>
                  <a:pt x="1324834" y="61438"/>
                </a:lnTo>
                <a:cubicBezTo>
                  <a:pt x="1297878" y="53914"/>
                  <a:pt x="1299211" y="70106"/>
                  <a:pt x="1286734" y="57152"/>
                </a:cubicBezTo>
                <a:cubicBezTo>
                  <a:pt x="1295972" y="57628"/>
                  <a:pt x="1307022" y="54390"/>
                  <a:pt x="1301592" y="51056"/>
                </a:cubicBezTo>
                <a:lnTo>
                  <a:pt x="1288257" y="54199"/>
                </a:lnTo>
                <a:cubicBezTo>
                  <a:pt x="1286638" y="52580"/>
                  <a:pt x="1295877" y="53056"/>
                  <a:pt x="1289782" y="51151"/>
                </a:cubicBezTo>
                <a:cubicBezTo>
                  <a:pt x="1284619" y="52961"/>
                  <a:pt x="1279590" y="55123"/>
                  <a:pt x="1274732" y="57628"/>
                </a:cubicBezTo>
                <a:lnTo>
                  <a:pt x="1250633" y="58676"/>
                </a:lnTo>
                <a:cubicBezTo>
                  <a:pt x="1255206" y="58961"/>
                  <a:pt x="1256349" y="56485"/>
                  <a:pt x="1251682" y="56485"/>
                </a:cubicBezTo>
                <a:lnTo>
                  <a:pt x="1235870" y="59628"/>
                </a:lnTo>
                <a:cubicBezTo>
                  <a:pt x="1240728" y="58105"/>
                  <a:pt x="1235774" y="56199"/>
                  <a:pt x="1228631" y="55247"/>
                </a:cubicBezTo>
                <a:cubicBezTo>
                  <a:pt x="1208248" y="53247"/>
                  <a:pt x="1212343" y="68963"/>
                  <a:pt x="1196531" y="62772"/>
                </a:cubicBezTo>
                <a:cubicBezTo>
                  <a:pt x="1198817" y="62867"/>
                  <a:pt x="1199199" y="62296"/>
                  <a:pt x="1201485" y="62296"/>
                </a:cubicBezTo>
                <a:lnTo>
                  <a:pt x="1193389" y="59533"/>
                </a:lnTo>
                <a:cubicBezTo>
                  <a:pt x="1191293" y="72487"/>
                  <a:pt x="1145478" y="60867"/>
                  <a:pt x="1143668" y="73820"/>
                </a:cubicBezTo>
                <a:cubicBezTo>
                  <a:pt x="1132142" y="68296"/>
                  <a:pt x="1142906" y="70392"/>
                  <a:pt x="1157765" y="64295"/>
                </a:cubicBezTo>
                <a:lnTo>
                  <a:pt x="1149934" y="61928"/>
                </a:lnTo>
                <a:lnTo>
                  <a:pt x="1158908" y="60867"/>
                </a:lnTo>
                <a:cubicBezTo>
                  <a:pt x="1154431" y="61086"/>
                  <a:pt x="1149945" y="60990"/>
                  <a:pt x="1145478" y="60581"/>
                </a:cubicBezTo>
                <a:lnTo>
                  <a:pt x="1149934" y="61928"/>
                </a:lnTo>
                <a:lnTo>
                  <a:pt x="1118617" y="65629"/>
                </a:lnTo>
                <a:cubicBezTo>
                  <a:pt x="1112426" y="63819"/>
                  <a:pt x="1123475" y="55913"/>
                  <a:pt x="1105854" y="58105"/>
                </a:cubicBezTo>
                <a:cubicBezTo>
                  <a:pt x="1080993" y="60581"/>
                  <a:pt x="1110616" y="67534"/>
                  <a:pt x="1095662" y="69058"/>
                </a:cubicBezTo>
                <a:lnTo>
                  <a:pt x="1084803" y="62296"/>
                </a:lnTo>
                <a:cubicBezTo>
                  <a:pt x="1065753" y="67724"/>
                  <a:pt x="1051466" y="63152"/>
                  <a:pt x="1035369" y="62296"/>
                </a:cubicBezTo>
                <a:cubicBezTo>
                  <a:pt x="1033102" y="62410"/>
                  <a:pt x="1030911" y="63096"/>
                  <a:pt x="1028987" y="64295"/>
                </a:cubicBezTo>
                <a:cubicBezTo>
                  <a:pt x="1011842" y="61343"/>
                  <a:pt x="993078" y="70772"/>
                  <a:pt x="980124" y="68582"/>
                </a:cubicBezTo>
                <a:cubicBezTo>
                  <a:pt x="983172" y="67248"/>
                  <a:pt x="972694" y="64391"/>
                  <a:pt x="971170" y="62772"/>
                </a:cubicBezTo>
                <a:lnTo>
                  <a:pt x="947834" y="66867"/>
                </a:lnTo>
                <a:cubicBezTo>
                  <a:pt x="958216" y="64962"/>
                  <a:pt x="957740" y="61152"/>
                  <a:pt x="959645" y="57342"/>
                </a:cubicBezTo>
                <a:cubicBezTo>
                  <a:pt x="954358" y="58085"/>
                  <a:pt x="949110" y="59104"/>
                  <a:pt x="943929" y="60390"/>
                </a:cubicBezTo>
                <a:cubicBezTo>
                  <a:pt x="946976" y="59057"/>
                  <a:pt x="950024" y="57628"/>
                  <a:pt x="946119" y="55913"/>
                </a:cubicBezTo>
                <a:lnTo>
                  <a:pt x="921640" y="62296"/>
                </a:lnTo>
                <a:cubicBezTo>
                  <a:pt x="923802" y="62943"/>
                  <a:pt x="926050" y="63296"/>
                  <a:pt x="928308" y="63343"/>
                </a:cubicBezTo>
                <a:cubicBezTo>
                  <a:pt x="918811" y="64772"/>
                  <a:pt x="909143" y="64543"/>
                  <a:pt x="899733" y="62676"/>
                </a:cubicBezTo>
                <a:cubicBezTo>
                  <a:pt x="900495" y="61152"/>
                  <a:pt x="903448" y="59819"/>
                  <a:pt x="904209" y="58295"/>
                </a:cubicBezTo>
                <a:cubicBezTo>
                  <a:pt x="909162" y="61447"/>
                  <a:pt x="915668" y="60514"/>
                  <a:pt x="919545" y="56104"/>
                </a:cubicBezTo>
                <a:cubicBezTo>
                  <a:pt x="902685" y="56676"/>
                  <a:pt x="915354" y="55056"/>
                  <a:pt x="907257" y="52389"/>
                </a:cubicBezTo>
                <a:cubicBezTo>
                  <a:pt x="895351" y="52485"/>
                  <a:pt x="890398" y="57628"/>
                  <a:pt x="893541" y="60867"/>
                </a:cubicBezTo>
                <a:cubicBezTo>
                  <a:pt x="883121" y="58647"/>
                  <a:pt x="872301" y="59104"/>
                  <a:pt x="862109" y="62200"/>
                </a:cubicBezTo>
                <a:lnTo>
                  <a:pt x="864681" y="57056"/>
                </a:lnTo>
                <a:lnTo>
                  <a:pt x="852108" y="58676"/>
                </a:lnTo>
                <a:lnTo>
                  <a:pt x="862300" y="52294"/>
                </a:lnTo>
                <a:cubicBezTo>
                  <a:pt x="838106" y="48770"/>
                  <a:pt x="857822" y="61247"/>
                  <a:pt x="830962" y="58295"/>
                </a:cubicBezTo>
                <a:lnTo>
                  <a:pt x="830962" y="53723"/>
                </a:lnTo>
                <a:cubicBezTo>
                  <a:pt x="820675" y="55437"/>
                  <a:pt x="817056" y="63248"/>
                  <a:pt x="809055" y="57723"/>
                </a:cubicBezTo>
                <a:cubicBezTo>
                  <a:pt x="798958" y="60486"/>
                  <a:pt x="826199" y="64200"/>
                  <a:pt x="802578" y="65153"/>
                </a:cubicBezTo>
                <a:cubicBezTo>
                  <a:pt x="796234" y="62476"/>
                  <a:pt x="789519" y="60771"/>
                  <a:pt x="782670" y="60104"/>
                </a:cubicBezTo>
                <a:cubicBezTo>
                  <a:pt x="775146" y="62200"/>
                  <a:pt x="788481" y="65534"/>
                  <a:pt x="793243" y="64867"/>
                </a:cubicBezTo>
                <a:cubicBezTo>
                  <a:pt x="757620" y="67153"/>
                  <a:pt x="771145" y="49341"/>
                  <a:pt x="739331" y="55342"/>
                </a:cubicBezTo>
                <a:cubicBezTo>
                  <a:pt x="750285" y="58676"/>
                  <a:pt x="730283" y="64105"/>
                  <a:pt x="756000" y="64105"/>
                </a:cubicBezTo>
                <a:cubicBezTo>
                  <a:pt x="743713" y="66772"/>
                  <a:pt x="731807" y="57438"/>
                  <a:pt x="718948" y="62486"/>
                </a:cubicBezTo>
                <a:lnTo>
                  <a:pt x="727330" y="56580"/>
                </a:lnTo>
                <a:cubicBezTo>
                  <a:pt x="723082" y="56856"/>
                  <a:pt x="718910" y="57790"/>
                  <a:pt x="714947" y="59343"/>
                </a:cubicBezTo>
                <a:lnTo>
                  <a:pt x="715995" y="54770"/>
                </a:lnTo>
                <a:cubicBezTo>
                  <a:pt x="700184" y="62772"/>
                  <a:pt x="686563" y="51056"/>
                  <a:pt x="677038" y="61438"/>
                </a:cubicBezTo>
                <a:cubicBezTo>
                  <a:pt x="683610" y="53247"/>
                  <a:pt x="665227" y="61914"/>
                  <a:pt x="658940" y="58676"/>
                </a:cubicBezTo>
                <a:cubicBezTo>
                  <a:pt x="671990" y="52961"/>
                  <a:pt x="696374" y="58866"/>
                  <a:pt x="698089" y="51342"/>
                </a:cubicBezTo>
                <a:cubicBezTo>
                  <a:pt x="691992" y="49056"/>
                  <a:pt x="686563" y="52771"/>
                  <a:pt x="680753" y="50484"/>
                </a:cubicBezTo>
                <a:cubicBezTo>
                  <a:pt x="684849" y="49608"/>
                  <a:pt x="688773" y="48065"/>
                  <a:pt x="692373" y="45912"/>
                </a:cubicBezTo>
                <a:cubicBezTo>
                  <a:pt x="672276" y="41626"/>
                  <a:pt x="660846" y="50389"/>
                  <a:pt x="648654" y="52389"/>
                </a:cubicBezTo>
                <a:lnTo>
                  <a:pt x="670180" y="50675"/>
                </a:lnTo>
                <a:cubicBezTo>
                  <a:pt x="668465" y="57819"/>
                  <a:pt x="660465" y="51913"/>
                  <a:pt x="654464" y="57819"/>
                </a:cubicBezTo>
                <a:cubicBezTo>
                  <a:pt x="643701" y="53818"/>
                  <a:pt x="635319" y="59628"/>
                  <a:pt x="626556" y="57152"/>
                </a:cubicBezTo>
                <a:cubicBezTo>
                  <a:pt x="628842" y="57247"/>
                  <a:pt x="629032" y="56485"/>
                  <a:pt x="631318" y="56485"/>
                </a:cubicBezTo>
                <a:cubicBezTo>
                  <a:pt x="607887" y="56676"/>
                  <a:pt x="601219" y="45150"/>
                  <a:pt x="592075" y="44198"/>
                </a:cubicBezTo>
                <a:cubicBezTo>
                  <a:pt x="582931" y="43246"/>
                  <a:pt x="565596" y="47341"/>
                  <a:pt x="571882" y="50484"/>
                </a:cubicBezTo>
                <a:cubicBezTo>
                  <a:pt x="564357" y="52580"/>
                  <a:pt x="603029" y="48484"/>
                  <a:pt x="589599" y="58009"/>
                </a:cubicBezTo>
                <a:cubicBezTo>
                  <a:pt x="576263" y="46770"/>
                  <a:pt x="562071" y="62296"/>
                  <a:pt x="532925" y="54580"/>
                </a:cubicBezTo>
                <a:cubicBezTo>
                  <a:pt x="545689" y="50484"/>
                  <a:pt x="525400" y="48103"/>
                  <a:pt x="536830" y="45055"/>
                </a:cubicBezTo>
                <a:cubicBezTo>
                  <a:pt x="529524" y="44741"/>
                  <a:pt x="522314" y="46770"/>
                  <a:pt x="516256" y="50865"/>
                </a:cubicBezTo>
                <a:lnTo>
                  <a:pt x="512065" y="47341"/>
                </a:lnTo>
                <a:cubicBezTo>
                  <a:pt x="493873" y="55247"/>
                  <a:pt x="507779" y="54294"/>
                  <a:pt x="480251" y="58581"/>
                </a:cubicBezTo>
                <a:cubicBezTo>
                  <a:pt x="489491" y="55818"/>
                  <a:pt x="469203" y="53437"/>
                  <a:pt x="476251" y="50961"/>
                </a:cubicBezTo>
                <a:cubicBezTo>
                  <a:pt x="469269" y="50618"/>
                  <a:pt x="462278" y="51618"/>
                  <a:pt x="455677" y="53914"/>
                </a:cubicBezTo>
                <a:lnTo>
                  <a:pt x="456629" y="53437"/>
                </a:lnTo>
                <a:cubicBezTo>
                  <a:pt x="428817" y="55247"/>
                  <a:pt x="433865" y="48960"/>
                  <a:pt x="408528" y="52865"/>
                </a:cubicBezTo>
                <a:lnTo>
                  <a:pt x="411100" y="54961"/>
                </a:lnTo>
                <a:cubicBezTo>
                  <a:pt x="377763" y="60771"/>
                  <a:pt x="335948" y="57056"/>
                  <a:pt x="301563" y="59724"/>
                </a:cubicBezTo>
                <a:lnTo>
                  <a:pt x="313659" y="61438"/>
                </a:lnTo>
                <a:cubicBezTo>
                  <a:pt x="309945" y="60295"/>
                  <a:pt x="290513" y="64772"/>
                  <a:pt x="279846" y="61438"/>
                </a:cubicBezTo>
                <a:cubicBezTo>
                  <a:pt x="282417" y="60924"/>
                  <a:pt x="285036" y="60638"/>
                  <a:pt x="287656" y="60581"/>
                </a:cubicBezTo>
                <a:cubicBezTo>
                  <a:pt x="287370" y="58199"/>
                  <a:pt x="283179" y="54675"/>
                  <a:pt x="274892" y="54104"/>
                </a:cubicBezTo>
                <a:lnTo>
                  <a:pt x="271749" y="57723"/>
                </a:lnTo>
                <a:lnTo>
                  <a:pt x="268415" y="54866"/>
                </a:lnTo>
                <a:cubicBezTo>
                  <a:pt x="255842" y="54866"/>
                  <a:pt x="272130" y="60009"/>
                  <a:pt x="259557" y="60009"/>
                </a:cubicBezTo>
                <a:cubicBezTo>
                  <a:pt x="252223" y="49436"/>
                  <a:pt x="205360" y="58961"/>
                  <a:pt x="194501" y="49436"/>
                </a:cubicBezTo>
                <a:cubicBezTo>
                  <a:pt x="185929" y="57438"/>
                  <a:pt x="218409" y="50579"/>
                  <a:pt x="208884" y="57438"/>
                </a:cubicBezTo>
                <a:cubicBezTo>
                  <a:pt x="204522" y="55609"/>
                  <a:pt x="199883" y="54551"/>
                  <a:pt x="195168" y="54294"/>
                </a:cubicBezTo>
                <a:lnTo>
                  <a:pt x="198026" y="58771"/>
                </a:lnTo>
                <a:cubicBezTo>
                  <a:pt x="159926" y="56199"/>
                  <a:pt x="145353" y="52389"/>
                  <a:pt x="111444" y="53342"/>
                </a:cubicBezTo>
                <a:lnTo>
                  <a:pt x="112873" y="52294"/>
                </a:lnTo>
                <a:cubicBezTo>
                  <a:pt x="104795" y="49979"/>
                  <a:pt x="96118" y="51075"/>
                  <a:pt x="88869" y="55342"/>
                </a:cubicBezTo>
                <a:cubicBezTo>
                  <a:pt x="86393" y="53151"/>
                  <a:pt x="95060" y="52104"/>
                  <a:pt x="90393" y="50294"/>
                </a:cubicBezTo>
                <a:cubicBezTo>
                  <a:pt x="69153" y="61819"/>
                  <a:pt x="47912" y="41817"/>
                  <a:pt x="34958" y="49818"/>
                </a:cubicBezTo>
                <a:cubicBezTo>
                  <a:pt x="36577" y="40769"/>
                  <a:pt x="8859" y="32006"/>
                  <a:pt x="20385" y="24957"/>
                </a:cubicBezTo>
                <a:close/>
                <a:moveTo>
                  <a:pt x="0" y="20004"/>
                </a:moveTo>
                <a:lnTo>
                  <a:pt x="5906" y="14479"/>
                </a:lnTo>
                <a:lnTo>
                  <a:pt x="8192" y="20575"/>
                </a:lnTo>
                <a:cubicBezTo>
                  <a:pt x="6573" y="19241"/>
                  <a:pt x="2191" y="19718"/>
                  <a:pt x="0" y="20004"/>
                </a:cubicBezTo>
                <a:close/>
              </a:path>
            </a:pathLst>
          </a:custGeom>
          <a:gradFill flip="none" rotWithShape="1">
            <a:gsLst>
              <a:gs pos="0">
                <a:srgbClr val="BA1011"/>
              </a:gs>
              <a:gs pos="100000">
                <a:srgbClr val="690D0E">
                  <a:alpha val="0"/>
                </a:srgbClr>
              </a:gs>
              <a:gs pos="44000">
                <a:srgbClr val="690D0E"/>
              </a:gs>
            </a:gsLst>
            <a:lin ang="0" scaled="1"/>
            <a:tileRect/>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Roboto Regular"/>
              <a:ea typeface="思源黑体 CN Regular"/>
              <a:cs typeface="+mn-cs"/>
            </a:endParaRPr>
          </a:p>
        </p:txBody>
      </p:sp>
      <p:sp>
        <p:nvSpPr>
          <p:cNvPr id="53" name="任意多边形: 形状 10">
            <a:extLst>
              <a:ext uri="{FF2B5EF4-FFF2-40B4-BE49-F238E27FC236}">
                <a16:creationId xmlns:a16="http://schemas.microsoft.com/office/drawing/2014/main" id="{9958C45B-61AC-C35A-0BD7-4B6D5CCE5441}"/>
              </a:ext>
            </a:extLst>
          </p:cNvPr>
          <p:cNvSpPr/>
          <p:nvPr/>
        </p:nvSpPr>
        <p:spPr>
          <a:xfrm rot="16200000" flipV="1">
            <a:off x="7134441" y="4965060"/>
            <a:ext cx="2050702" cy="45719"/>
          </a:xfrm>
          <a:custGeom>
            <a:avLst/>
            <a:gdLst>
              <a:gd name="connsiteX0" fmla="*/ 2974276 w 2978753"/>
              <a:gd name="connsiteY0" fmla="*/ 12098 h 73820"/>
              <a:gd name="connsiteX1" fmla="*/ 2978753 w 2978753"/>
              <a:gd name="connsiteY1" fmla="*/ 9240 h 73820"/>
              <a:gd name="connsiteX2" fmla="*/ 2975229 w 2978753"/>
              <a:gd name="connsiteY2" fmla="*/ 13526 h 73820"/>
              <a:gd name="connsiteX3" fmla="*/ 2974276 w 2978753"/>
              <a:gd name="connsiteY3" fmla="*/ 12098 h 73820"/>
              <a:gd name="connsiteX4" fmla="*/ 2893766 w 2978753"/>
              <a:gd name="connsiteY4" fmla="*/ 25770 h 73820"/>
              <a:gd name="connsiteX5" fmla="*/ 2904529 w 2978753"/>
              <a:gd name="connsiteY5" fmla="*/ 21770 h 73820"/>
              <a:gd name="connsiteX6" fmla="*/ 2903196 w 2978753"/>
              <a:gd name="connsiteY6" fmla="*/ 23485 h 73820"/>
              <a:gd name="connsiteX7" fmla="*/ 2834736 w 2978753"/>
              <a:gd name="connsiteY7" fmla="*/ 22575 h 73820"/>
              <a:gd name="connsiteX8" fmla="*/ 2878932 w 2978753"/>
              <a:gd name="connsiteY8" fmla="*/ 19908 h 73820"/>
              <a:gd name="connsiteX9" fmla="*/ 2873407 w 2978753"/>
              <a:gd name="connsiteY9" fmla="*/ 25432 h 73820"/>
              <a:gd name="connsiteX10" fmla="*/ 2871407 w 2978753"/>
              <a:gd name="connsiteY10" fmla="*/ 23908 h 73820"/>
              <a:gd name="connsiteX11" fmla="*/ 2834736 w 2978753"/>
              <a:gd name="connsiteY11" fmla="*/ 22575 h 73820"/>
              <a:gd name="connsiteX12" fmla="*/ 2831306 w 2978753"/>
              <a:gd name="connsiteY12" fmla="*/ 29622 h 73820"/>
              <a:gd name="connsiteX13" fmla="*/ 2844451 w 2978753"/>
              <a:gd name="connsiteY13" fmla="*/ 29242 h 73820"/>
              <a:gd name="connsiteX14" fmla="*/ 2838354 w 2978753"/>
              <a:gd name="connsiteY14" fmla="*/ 31528 h 73820"/>
              <a:gd name="connsiteX15" fmla="*/ 2798540 w 2978753"/>
              <a:gd name="connsiteY15" fmla="*/ 7811 h 73820"/>
              <a:gd name="connsiteX16" fmla="*/ 2805494 w 2978753"/>
              <a:gd name="connsiteY16" fmla="*/ 8002 h 73820"/>
              <a:gd name="connsiteX17" fmla="*/ 2807018 w 2978753"/>
              <a:gd name="connsiteY17" fmla="*/ 8668 h 73820"/>
              <a:gd name="connsiteX18" fmla="*/ 2798540 w 2978753"/>
              <a:gd name="connsiteY18" fmla="*/ 7811 h 73820"/>
              <a:gd name="connsiteX19" fmla="*/ 2784635 w 2978753"/>
              <a:gd name="connsiteY19" fmla="*/ 12383 h 73820"/>
              <a:gd name="connsiteX20" fmla="*/ 2787301 w 2978753"/>
              <a:gd name="connsiteY20" fmla="*/ 17146 h 73820"/>
              <a:gd name="connsiteX21" fmla="*/ 2784635 w 2978753"/>
              <a:gd name="connsiteY21" fmla="*/ 12383 h 73820"/>
              <a:gd name="connsiteX22" fmla="*/ 2772442 w 2978753"/>
              <a:gd name="connsiteY22" fmla="*/ 9525 h 73820"/>
              <a:gd name="connsiteX23" fmla="*/ 2774728 w 2978753"/>
              <a:gd name="connsiteY23" fmla="*/ 4096 h 73820"/>
              <a:gd name="connsiteX24" fmla="*/ 2781967 w 2978753"/>
              <a:gd name="connsiteY24" fmla="*/ 7144 h 73820"/>
              <a:gd name="connsiteX25" fmla="*/ 2768442 w 2978753"/>
              <a:gd name="connsiteY25" fmla="*/ 13431 h 73820"/>
              <a:gd name="connsiteX26" fmla="*/ 2778728 w 2978753"/>
              <a:gd name="connsiteY26" fmla="*/ 11335 h 73820"/>
              <a:gd name="connsiteX27" fmla="*/ 2773109 w 2978753"/>
              <a:gd name="connsiteY27" fmla="*/ 12669 h 73820"/>
              <a:gd name="connsiteX28" fmla="*/ 2768442 w 2978753"/>
              <a:gd name="connsiteY28" fmla="*/ 13431 h 73820"/>
              <a:gd name="connsiteX29" fmla="*/ 2759083 w 2978753"/>
              <a:gd name="connsiteY29" fmla="*/ 22912 h 73820"/>
              <a:gd name="connsiteX30" fmla="*/ 2779467 w 2978753"/>
              <a:gd name="connsiteY30" fmla="*/ 17578 h 73820"/>
              <a:gd name="connsiteX31" fmla="*/ 2762417 w 2978753"/>
              <a:gd name="connsiteY31" fmla="*/ 22817 h 73820"/>
              <a:gd name="connsiteX32" fmla="*/ 2713768 w 2978753"/>
              <a:gd name="connsiteY32" fmla="*/ 6001 h 73820"/>
              <a:gd name="connsiteX33" fmla="*/ 2724626 w 2978753"/>
              <a:gd name="connsiteY33" fmla="*/ 10001 h 73820"/>
              <a:gd name="connsiteX34" fmla="*/ 2717673 w 2978753"/>
              <a:gd name="connsiteY34" fmla="*/ 11716 h 73820"/>
              <a:gd name="connsiteX35" fmla="*/ 2713768 w 2978753"/>
              <a:gd name="connsiteY35" fmla="*/ 6001 h 73820"/>
              <a:gd name="connsiteX36" fmla="*/ 2697290 w 2978753"/>
              <a:gd name="connsiteY36" fmla="*/ 22956 h 73820"/>
              <a:gd name="connsiteX37" fmla="*/ 2715387 w 2978753"/>
              <a:gd name="connsiteY37" fmla="*/ 30004 h 73820"/>
              <a:gd name="connsiteX38" fmla="*/ 2716911 w 2978753"/>
              <a:gd name="connsiteY38" fmla="*/ 29433 h 73820"/>
              <a:gd name="connsiteX39" fmla="*/ 2715768 w 2978753"/>
              <a:gd name="connsiteY39" fmla="*/ 34385 h 73820"/>
              <a:gd name="connsiteX40" fmla="*/ 2715768 w 2978753"/>
              <a:gd name="connsiteY40" fmla="*/ 31052 h 73820"/>
              <a:gd name="connsiteX41" fmla="*/ 2707863 w 2978753"/>
              <a:gd name="connsiteY41" fmla="*/ 32862 h 73820"/>
              <a:gd name="connsiteX42" fmla="*/ 2697290 w 2978753"/>
              <a:gd name="connsiteY42" fmla="*/ 22956 h 73820"/>
              <a:gd name="connsiteX43" fmla="*/ 2695671 w 2978753"/>
              <a:gd name="connsiteY43" fmla="*/ 18574 h 73820"/>
              <a:gd name="connsiteX44" fmla="*/ 2707481 w 2978753"/>
              <a:gd name="connsiteY44" fmla="*/ 15717 h 73820"/>
              <a:gd name="connsiteX45" fmla="*/ 2706719 w 2978753"/>
              <a:gd name="connsiteY45" fmla="*/ 19527 h 73820"/>
              <a:gd name="connsiteX46" fmla="*/ 2690789 w 2978753"/>
              <a:gd name="connsiteY46" fmla="*/ 20721 h 73820"/>
              <a:gd name="connsiteX47" fmla="*/ 2692122 w 2978753"/>
              <a:gd name="connsiteY47" fmla="*/ 19007 h 73820"/>
              <a:gd name="connsiteX48" fmla="*/ 2696218 w 2978753"/>
              <a:gd name="connsiteY48" fmla="*/ 19388 h 73820"/>
              <a:gd name="connsiteX49" fmla="*/ 2681383 w 2978753"/>
              <a:gd name="connsiteY49" fmla="*/ 9049 h 73820"/>
              <a:gd name="connsiteX50" fmla="*/ 2689479 w 2978753"/>
              <a:gd name="connsiteY50" fmla="*/ 13431 h 73820"/>
              <a:gd name="connsiteX51" fmla="*/ 2685478 w 2978753"/>
              <a:gd name="connsiteY51" fmla="*/ 13145 h 73820"/>
              <a:gd name="connsiteX52" fmla="*/ 2670024 w 2978753"/>
              <a:gd name="connsiteY52" fmla="*/ 8339 h 73820"/>
              <a:gd name="connsiteX53" fmla="*/ 2680501 w 2978753"/>
              <a:gd name="connsiteY53" fmla="*/ 3291 h 73820"/>
              <a:gd name="connsiteX54" fmla="*/ 2674596 w 2978753"/>
              <a:gd name="connsiteY54" fmla="*/ 6625 h 73820"/>
              <a:gd name="connsiteX55" fmla="*/ 2651761 w 2978753"/>
              <a:gd name="connsiteY55" fmla="*/ 14670 h 73820"/>
              <a:gd name="connsiteX56" fmla="*/ 2658047 w 2978753"/>
              <a:gd name="connsiteY56" fmla="*/ 12193 h 73820"/>
              <a:gd name="connsiteX57" fmla="*/ 2659666 w 2978753"/>
              <a:gd name="connsiteY57" fmla="*/ 13336 h 73820"/>
              <a:gd name="connsiteX58" fmla="*/ 2651761 w 2978753"/>
              <a:gd name="connsiteY58" fmla="*/ 14670 h 73820"/>
              <a:gd name="connsiteX59" fmla="*/ 2640426 w 2978753"/>
              <a:gd name="connsiteY59" fmla="*/ 26860 h 73820"/>
              <a:gd name="connsiteX60" fmla="*/ 2658142 w 2978753"/>
              <a:gd name="connsiteY60" fmla="*/ 24860 h 73820"/>
              <a:gd name="connsiteX61" fmla="*/ 2649474 w 2978753"/>
              <a:gd name="connsiteY61" fmla="*/ 28289 h 73820"/>
              <a:gd name="connsiteX62" fmla="*/ 2649474 w 2978753"/>
              <a:gd name="connsiteY62" fmla="*/ 30385 h 73820"/>
              <a:gd name="connsiteX63" fmla="*/ 2627281 w 2978753"/>
              <a:gd name="connsiteY63" fmla="*/ 5048 h 73820"/>
              <a:gd name="connsiteX64" fmla="*/ 2646331 w 2978753"/>
              <a:gd name="connsiteY64" fmla="*/ 0 h 73820"/>
              <a:gd name="connsiteX65" fmla="*/ 2647664 w 2978753"/>
              <a:gd name="connsiteY65" fmla="*/ 6382 h 73820"/>
              <a:gd name="connsiteX66" fmla="*/ 2627678 w 2978753"/>
              <a:gd name="connsiteY66" fmla="*/ 5075 h 73820"/>
              <a:gd name="connsiteX67" fmla="*/ 2621281 w 2978753"/>
              <a:gd name="connsiteY67" fmla="*/ 14193 h 73820"/>
              <a:gd name="connsiteX68" fmla="*/ 2637187 w 2978753"/>
              <a:gd name="connsiteY68" fmla="*/ 11907 h 73820"/>
              <a:gd name="connsiteX69" fmla="*/ 2640330 w 2978753"/>
              <a:gd name="connsiteY69" fmla="*/ 15335 h 73820"/>
              <a:gd name="connsiteX70" fmla="*/ 2651760 w 2978753"/>
              <a:gd name="connsiteY70" fmla="*/ 14669 h 73820"/>
              <a:gd name="connsiteX71" fmla="*/ 2641473 w 2978753"/>
              <a:gd name="connsiteY71" fmla="*/ 16097 h 73820"/>
              <a:gd name="connsiteX72" fmla="*/ 2640330 w 2978753"/>
              <a:gd name="connsiteY72" fmla="*/ 15336 h 73820"/>
              <a:gd name="connsiteX73" fmla="*/ 2640331 w 2978753"/>
              <a:gd name="connsiteY73" fmla="*/ 15336 h 73820"/>
              <a:gd name="connsiteX74" fmla="*/ 2621281 w 2978753"/>
              <a:gd name="connsiteY74" fmla="*/ 14193 h 73820"/>
              <a:gd name="connsiteX75" fmla="*/ 2610136 w 2978753"/>
              <a:gd name="connsiteY75" fmla="*/ 12288 h 73820"/>
              <a:gd name="connsiteX76" fmla="*/ 2610612 w 2978753"/>
              <a:gd name="connsiteY76" fmla="*/ 12288 h 73820"/>
              <a:gd name="connsiteX77" fmla="*/ 2610313 w 2978753"/>
              <a:gd name="connsiteY77" fmla="*/ 12319 h 73820"/>
              <a:gd name="connsiteX78" fmla="*/ 2589277 w 2978753"/>
              <a:gd name="connsiteY78" fmla="*/ 14479 h 73820"/>
              <a:gd name="connsiteX79" fmla="*/ 2610313 w 2978753"/>
              <a:gd name="connsiteY79" fmla="*/ 12319 h 73820"/>
              <a:gd name="connsiteX80" fmla="*/ 2610612 w 2978753"/>
              <a:gd name="connsiteY80" fmla="*/ 12371 h 73820"/>
              <a:gd name="connsiteX81" fmla="*/ 2621090 w 2978753"/>
              <a:gd name="connsiteY81" fmla="*/ 14192 h 73820"/>
              <a:gd name="connsiteX82" fmla="*/ 2609565 w 2978753"/>
              <a:gd name="connsiteY82" fmla="*/ 15241 h 73820"/>
              <a:gd name="connsiteX83" fmla="*/ 2619090 w 2978753"/>
              <a:gd name="connsiteY83" fmla="*/ 19812 h 73820"/>
              <a:gd name="connsiteX84" fmla="*/ 2601944 w 2978753"/>
              <a:gd name="connsiteY84" fmla="*/ 25051 h 73820"/>
              <a:gd name="connsiteX85" fmla="*/ 2609660 w 2978753"/>
              <a:gd name="connsiteY85" fmla="*/ 14764 h 73820"/>
              <a:gd name="connsiteX86" fmla="*/ 2589277 w 2978753"/>
              <a:gd name="connsiteY86" fmla="*/ 14479 h 73820"/>
              <a:gd name="connsiteX87" fmla="*/ 2587942 w 2978753"/>
              <a:gd name="connsiteY87" fmla="*/ 37626 h 73820"/>
              <a:gd name="connsiteX88" fmla="*/ 2592324 w 2978753"/>
              <a:gd name="connsiteY88" fmla="*/ 34863 h 73820"/>
              <a:gd name="connsiteX89" fmla="*/ 2592800 w 2978753"/>
              <a:gd name="connsiteY89" fmla="*/ 36958 h 73820"/>
              <a:gd name="connsiteX90" fmla="*/ 2587942 w 2978753"/>
              <a:gd name="connsiteY90" fmla="*/ 37626 h 73820"/>
              <a:gd name="connsiteX91" fmla="*/ 2564416 w 2978753"/>
              <a:gd name="connsiteY91" fmla="*/ 14669 h 73820"/>
              <a:gd name="connsiteX92" fmla="*/ 2573941 w 2978753"/>
              <a:gd name="connsiteY92" fmla="*/ 10097 h 73820"/>
              <a:gd name="connsiteX93" fmla="*/ 2589466 w 2978753"/>
              <a:gd name="connsiteY93" fmla="*/ 15241 h 73820"/>
              <a:gd name="connsiteX94" fmla="*/ 2584990 w 2978753"/>
              <a:gd name="connsiteY94" fmla="*/ 15241 h 73820"/>
              <a:gd name="connsiteX95" fmla="*/ 2586609 w 2978753"/>
              <a:gd name="connsiteY95" fmla="*/ 15145 h 73820"/>
              <a:gd name="connsiteX96" fmla="*/ 2553819 w 2978753"/>
              <a:gd name="connsiteY96" fmla="*/ 14721 h 73820"/>
              <a:gd name="connsiteX97" fmla="*/ 2564106 w 2978753"/>
              <a:gd name="connsiteY97" fmla="*/ 8530 h 73820"/>
              <a:gd name="connsiteX98" fmla="*/ 2561725 w 2978753"/>
              <a:gd name="connsiteY98" fmla="*/ 12912 h 73820"/>
              <a:gd name="connsiteX99" fmla="*/ 2533650 w 2978753"/>
              <a:gd name="connsiteY99" fmla="*/ 38957 h 73820"/>
              <a:gd name="connsiteX100" fmla="*/ 2548890 w 2978753"/>
              <a:gd name="connsiteY100" fmla="*/ 25146 h 73820"/>
              <a:gd name="connsiteX101" fmla="*/ 2567940 w 2978753"/>
              <a:gd name="connsiteY101" fmla="*/ 28480 h 73820"/>
              <a:gd name="connsiteX102" fmla="*/ 2552890 w 2978753"/>
              <a:gd name="connsiteY102" fmla="*/ 20288 h 73820"/>
              <a:gd name="connsiteX103" fmla="*/ 2564129 w 2978753"/>
              <a:gd name="connsiteY103" fmla="*/ 14860 h 73820"/>
              <a:gd name="connsiteX104" fmla="*/ 2563178 w 2978753"/>
              <a:gd name="connsiteY104" fmla="*/ 14098 h 73820"/>
              <a:gd name="connsiteX105" fmla="*/ 2564130 w 2978753"/>
              <a:gd name="connsiteY105" fmla="*/ 14193 h 73820"/>
              <a:gd name="connsiteX106" fmla="*/ 2564130 w 2978753"/>
              <a:gd name="connsiteY106" fmla="*/ 14859 h 73820"/>
              <a:gd name="connsiteX107" fmla="*/ 2564130 w 2978753"/>
              <a:gd name="connsiteY107" fmla="*/ 14859 h 73820"/>
              <a:gd name="connsiteX108" fmla="*/ 2569750 w 2978753"/>
              <a:gd name="connsiteY108" fmla="*/ 37052 h 73820"/>
              <a:gd name="connsiteX109" fmla="*/ 2545651 w 2978753"/>
              <a:gd name="connsiteY109" fmla="*/ 40291 h 73820"/>
              <a:gd name="connsiteX110" fmla="*/ 2546318 w 2978753"/>
              <a:gd name="connsiteY110" fmla="*/ 36481 h 73820"/>
              <a:gd name="connsiteX111" fmla="*/ 2533436 w 2978753"/>
              <a:gd name="connsiteY111" fmla="*/ 11959 h 73820"/>
              <a:gd name="connsiteX112" fmla="*/ 2539532 w 2978753"/>
              <a:gd name="connsiteY112" fmla="*/ 9673 h 73820"/>
              <a:gd name="connsiteX113" fmla="*/ 2538675 w 2978753"/>
              <a:gd name="connsiteY113" fmla="*/ 13388 h 73820"/>
              <a:gd name="connsiteX114" fmla="*/ 2505742 w 2978753"/>
              <a:gd name="connsiteY114" fmla="*/ 24004 h 73820"/>
              <a:gd name="connsiteX115" fmla="*/ 2519458 w 2978753"/>
              <a:gd name="connsiteY115" fmla="*/ 25813 h 73820"/>
              <a:gd name="connsiteX116" fmla="*/ 2520696 w 2978753"/>
              <a:gd name="connsiteY116" fmla="*/ 25813 h 73820"/>
              <a:gd name="connsiteX117" fmla="*/ 2505742 w 2978753"/>
              <a:gd name="connsiteY117" fmla="*/ 24004 h 73820"/>
              <a:gd name="connsiteX118" fmla="*/ 2505527 w 2978753"/>
              <a:gd name="connsiteY118" fmla="*/ 36628 h 73820"/>
              <a:gd name="connsiteX119" fmla="*/ 2509623 w 2978753"/>
              <a:gd name="connsiteY119" fmla="*/ 32723 h 73820"/>
              <a:gd name="connsiteX120" fmla="*/ 2512290 w 2978753"/>
              <a:gd name="connsiteY120" fmla="*/ 37581 h 73820"/>
              <a:gd name="connsiteX121" fmla="*/ 2485263 w 2978753"/>
              <a:gd name="connsiteY121" fmla="*/ 10192 h 73820"/>
              <a:gd name="connsiteX122" fmla="*/ 2495931 w 2978753"/>
              <a:gd name="connsiteY122" fmla="*/ 9049 h 73820"/>
              <a:gd name="connsiteX123" fmla="*/ 2494788 w 2978753"/>
              <a:gd name="connsiteY123" fmla="*/ 11716 h 73820"/>
              <a:gd name="connsiteX124" fmla="*/ 2485263 w 2978753"/>
              <a:gd name="connsiteY124" fmla="*/ 10192 h 73820"/>
              <a:gd name="connsiteX125" fmla="*/ 2484191 w 2978753"/>
              <a:gd name="connsiteY125" fmla="*/ 37677 h 73820"/>
              <a:gd name="connsiteX126" fmla="*/ 2492573 w 2978753"/>
              <a:gd name="connsiteY126" fmla="*/ 37963 h 73820"/>
              <a:gd name="connsiteX127" fmla="*/ 2496097 w 2978753"/>
              <a:gd name="connsiteY127" fmla="*/ 39011 h 73820"/>
              <a:gd name="connsiteX128" fmla="*/ 2452783 w 2978753"/>
              <a:gd name="connsiteY128" fmla="*/ 33243 h 73820"/>
              <a:gd name="connsiteX129" fmla="*/ 2467832 w 2978753"/>
              <a:gd name="connsiteY129" fmla="*/ 32957 h 73820"/>
              <a:gd name="connsiteX130" fmla="*/ 2464689 w 2978753"/>
              <a:gd name="connsiteY130" fmla="*/ 34577 h 73820"/>
              <a:gd name="connsiteX131" fmla="*/ 2438400 w 2978753"/>
              <a:gd name="connsiteY131" fmla="*/ 11050 h 73820"/>
              <a:gd name="connsiteX132" fmla="*/ 2445258 w 2978753"/>
              <a:gd name="connsiteY132" fmla="*/ 10383 h 73820"/>
              <a:gd name="connsiteX133" fmla="*/ 2446401 w 2978753"/>
              <a:gd name="connsiteY133" fmla="*/ 11050 h 73820"/>
              <a:gd name="connsiteX134" fmla="*/ 2438400 w 2978753"/>
              <a:gd name="connsiteY134" fmla="*/ 11050 h 73820"/>
              <a:gd name="connsiteX135" fmla="*/ 2425541 w 2978753"/>
              <a:gd name="connsiteY135" fmla="*/ 11431 h 73820"/>
              <a:gd name="connsiteX136" fmla="*/ 2433352 w 2978753"/>
              <a:gd name="connsiteY136" fmla="*/ 10573 h 73820"/>
              <a:gd name="connsiteX137" fmla="*/ 2429161 w 2978753"/>
              <a:gd name="connsiteY137" fmla="*/ 14002 h 73820"/>
              <a:gd name="connsiteX138" fmla="*/ 2425541 w 2978753"/>
              <a:gd name="connsiteY138" fmla="*/ 11431 h 73820"/>
              <a:gd name="connsiteX139" fmla="*/ 2399730 w 2978753"/>
              <a:gd name="connsiteY139" fmla="*/ 15527 h 73820"/>
              <a:gd name="connsiteX140" fmla="*/ 2408025 w 2978753"/>
              <a:gd name="connsiteY140" fmla="*/ 16552 h 73820"/>
              <a:gd name="connsiteX141" fmla="*/ 2408016 w 2978753"/>
              <a:gd name="connsiteY141" fmla="*/ 16575 h 73820"/>
              <a:gd name="connsiteX142" fmla="*/ 2408207 w 2978753"/>
              <a:gd name="connsiteY142" fmla="*/ 16575 h 73820"/>
              <a:gd name="connsiteX143" fmla="*/ 2408025 w 2978753"/>
              <a:gd name="connsiteY143" fmla="*/ 16552 h 73820"/>
              <a:gd name="connsiteX144" fmla="*/ 2408778 w 2978753"/>
              <a:gd name="connsiteY144" fmla="*/ 14575 h 73820"/>
              <a:gd name="connsiteX145" fmla="*/ 2399730 w 2978753"/>
              <a:gd name="connsiteY145" fmla="*/ 15527 h 73820"/>
              <a:gd name="connsiteX146" fmla="*/ 2358962 w 2978753"/>
              <a:gd name="connsiteY146" fmla="*/ 47626 h 73820"/>
              <a:gd name="connsiteX147" fmla="*/ 2358962 w 2978753"/>
              <a:gd name="connsiteY147" fmla="*/ 41721 h 73820"/>
              <a:gd name="connsiteX148" fmla="*/ 2364676 w 2978753"/>
              <a:gd name="connsiteY148" fmla="*/ 45340 h 73820"/>
              <a:gd name="connsiteX149" fmla="*/ 2312480 w 2978753"/>
              <a:gd name="connsiteY149" fmla="*/ 33624 h 73820"/>
              <a:gd name="connsiteX150" fmla="*/ 2325434 w 2978753"/>
              <a:gd name="connsiteY150" fmla="*/ 32290 h 73820"/>
              <a:gd name="connsiteX151" fmla="*/ 2319528 w 2978753"/>
              <a:gd name="connsiteY151" fmla="*/ 35623 h 73820"/>
              <a:gd name="connsiteX152" fmla="*/ 2312480 w 2978753"/>
              <a:gd name="connsiteY152" fmla="*/ 33624 h 73820"/>
              <a:gd name="connsiteX153" fmla="*/ 2285429 w 2978753"/>
              <a:gd name="connsiteY153" fmla="*/ 11621 h 73820"/>
              <a:gd name="connsiteX154" fmla="*/ 2301716 w 2978753"/>
              <a:gd name="connsiteY154" fmla="*/ 14098 h 73820"/>
              <a:gd name="connsiteX155" fmla="*/ 2285429 w 2978753"/>
              <a:gd name="connsiteY155" fmla="*/ 11621 h 73820"/>
              <a:gd name="connsiteX156" fmla="*/ 2266474 w 2978753"/>
              <a:gd name="connsiteY156" fmla="*/ 11621 h 73820"/>
              <a:gd name="connsiteX157" fmla="*/ 2285428 w 2978753"/>
              <a:gd name="connsiteY157" fmla="*/ 11621 h 73820"/>
              <a:gd name="connsiteX158" fmla="*/ 2269902 w 2978753"/>
              <a:gd name="connsiteY158" fmla="*/ 12574 h 73820"/>
              <a:gd name="connsiteX159" fmla="*/ 2266474 w 2978753"/>
              <a:gd name="connsiteY159" fmla="*/ 11621 h 73820"/>
              <a:gd name="connsiteX160" fmla="*/ 2132243 w 2978753"/>
              <a:gd name="connsiteY160" fmla="*/ 40059 h 73820"/>
              <a:gd name="connsiteX161" fmla="*/ 2135005 w 2978753"/>
              <a:gd name="connsiteY161" fmla="*/ 30342 h 73820"/>
              <a:gd name="connsiteX162" fmla="*/ 2135481 w 2978753"/>
              <a:gd name="connsiteY162" fmla="*/ 40059 h 73820"/>
              <a:gd name="connsiteX163" fmla="*/ 1959424 w 2978753"/>
              <a:gd name="connsiteY163" fmla="*/ 57270 h 73820"/>
              <a:gd name="connsiteX164" fmla="*/ 1969485 w 2978753"/>
              <a:gd name="connsiteY164" fmla="*/ 55056 h 73820"/>
              <a:gd name="connsiteX165" fmla="*/ 1977105 w 2978753"/>
              <a:gd name="connsiteY165" fmla="*/ 59437 h 73820"/>
              <a:gd name="connsiteX166" fmla="*/ 1959578 w 2978753"/>
              <a:gd name="connsiteY166" fmla="*/ 62485 h 73820"/>
              <a:gd name="connsiteX167" fmla="*/ 1959424 w 2978753"/>
              <a:gd name="connsiteY167" fmla="*/ 57270 h 73820"/>
              <a:gd name="connsiteX168" fmla="*/ 1956150 w 2978753"/>
              <a:gd name="connsiteY168" fmla="*/ 8287 h 73820"/>
              <a:gd name="connsiteX169" fmla="*/ 1971390 w 2978753"/>
              <a:gd name="connsiteY169" fmla="*/ 13050 h 73820"/>
              <a:gd name="connsiteX170" fmla="*/ 1958531 w 2978753"/>
              <a:gd name="connsiteY170" fmla="*/ 12383 h 73820"/>
              <a:gd name="connsiteX171" fmla="*/ 1826419 w 2978753"/>
              <a:gd name="connsiteY171" fmla="*/ 59056 h 73820"/>
              <a:gd name="connsiteX172" fmla="*/ 1838039 w 2978753"/>
              <a:gd name="connsiteY172" fmla="*/ 43721 h 73820"/>
              <a:gd name="connsiteX173" fmla="*/ 1843849 w 2978753"/>
              <a:gd name="connsiteY173" fmla="*/ 55627 h 73820"/>
              <a:gd name="connsiteX174" fmla="*/ 1826419 w 2978753"/>
              <a:gd name="connsiteY174" fmla="*/ 59056 h 73820"/>
              <a:gd name="connsiteX175" fmla="*/ 1749077 w 2978753"/>
              <a:gd name="connsiteY175" fmla="*/ 52580 h 73820"/>
              <a:gd name="connsiteX176" fmla="*/ 1752319 w 2978753"/>
              <a:gd name="connsiteY176" fmla="*/ 52535 h 73820"/>
              <a:gd name="connsiteX177" fmla="*/ 1752410 w 2978753"/>
              <a:gd name="connsiteY177" fmla="*/ 52580 h 73820"/>
              <a:gd name="connsiteX178" fmla="*/ 1583246 w 2978753"/>
              <a:gd name="connsiteY178" fmla="*/ 37625 h 73820"/>
              <a:gd name="connsiteX179" fmla="*/ 1590579 w 2978753"/>
              <a:gd name="connsiteY179" fmla="*/ 34862 h 73820"/>
              <a:gd name="connsiteX180" fmla="*/ 1585436 w 2978753"/>
              <a:gd name="connsiteY180" fmla="*/ 38863 h 73820"/>
              <a:gd name="connsiteX181" fmla="*/ 1349693 w 2978753"/>
              <a:gd name="connsiteY181" fmla="*/ 66580 h 73820"/>
              <a:gd name="connsiteX182" fmla="*/ 1358170 w 2978753"/>
              <a:gd name="connsiteY182" fmla="*/ 68580 h 73820"/>
              <a:gd name="connsiteX183" fmla="*/ 1357408 w 2978753"/>
              <a:gd name="connsiteY183" fmla="*/ 70009 h 73820"/>
              <a:gd name="connsiteX184" fmla="*/ 1316642 w 2978753"/>
              <a:gd name="connsiteY184" fmla="*/ 58866 h 73820"/>
              <a:gd name="connsiteX185" fmla="*/ 1329881 w 2978753"/>
              <a:gd name="connsiteY185" fmla="*/ 57628 h 73820"/>
              <a:gd name="connsiteX186" fmla="*/ 1316642 w 2978753"/>
              <a:gd name="connsiteY186" fmla="*/ 58866 h 73820"/>
              <a:gd name="connsiteX187" fmla="*/ 1222034 w 2978753"/>
              <a:gd name="connsiteY187" fmla="*/ 60727 h 73820"/>
              <a:gd name="connsiteX188" fmla="*/ 1226320 w 2978753"/>
              <a:gd name="connsiteY188" fmla="*/ 66347 h 73820"/>
              <a:gd name="connsiteX189" fmla="*/ 1224034 w 2978753"/>
              <a:gd name="connsiteY189" fmla="*/ 66251 h 73820"/>
              <a:gd name="connsiteX190" fmla="*/ 1111091 w 2978753"/>
              <a:gd name="connsiteY190" fmla="*/ 72580 h 73820"/>
              <a:gd name="connsiteX191" fmla="*/ 1125664 w 2978753"/>
              <a:gd name="connsiteY191" fmla="*/ 71819 h 73820"/>
              <a:gd name="connsiteX192" fmla="*/ 1111091 w 2978753"/>
              <a:gd name="connsiteY192" fmla="*/ 72580 h 73820"/>
              <a:gd name="connsiteX193" fmla="*/ 864848 w 2978753"/>
              <a:gd name="connsiteY193" fmla="*/ 30546 h 73820"/>
              <a:gd name="connsiteX194" fmla="*/ 864871 w 2978753"/>
              <a:gd name="connsiteY194" fmla="*/ 30482 h 73820"/>
              <a:gd name="connsiteX195" fmla="*/ 866776 w 2978753"/>
              <a:gd name="connsiteY195" fmla="*/ 31339 h 73820"/>
              <a:gd name="connsiteX196" fmla="*/ 17884 w 2978753"/>
              <a:gd name="connsiteY196" fmla="*/ 12245 h 73820"/>
              <a:gd name="connsiteX197" fmla="*/ 27790 w 2978753"/>
              <a:gd name="connsiteY197" fmla="*/ 14245 h 73820"/>
              <a:gd name="connsiteX198" fmla="*/ 24266 w 2978753"/>
              <a:gd name="connsiteY198" fmla="*/ 15483 h 73820"/>
              <a:gd name="connsiteX199" fmla="*/ 11717 w 2978753"/>
              <a:gd name="connsiteY199" fmla="*/ 26005 h 73820"/>
              <a:gd name="connsiteX200" fmla="*/ 44102 w 2978753"/>
              <a:gd name="connsiteY200" fmla="*/ 19528 h 73820"/>
              <a:gd name="connsiteX201" fmla="*/ 71534 w 2978753"/>
              <a:gd name="connsiteY201" fmla="*/ 25910 h 73820"/>
              <a:gd name="connsiteX202" fmla="*/ 70772 w 2978753"/>
              <a:gd name="connsiteY202" fmla="*/ 19433 h 73820"/>
              <a:gd name="connsiteX203" fmla="*/ 74582 w 2978753"/>
              <a:gd name="connsiteY203" fmla="*/ 15814 h 73820"/>
              <a:gd name="connsiteX204" fmla="*/ 272416 w 2978753"/>
              <a:gd name="connsiteY204" fmla="*/ 24386 h 73820"/>
              <a:gd name="connsiteX205" fmla="*/ 272416 w 2978753"/>
              <a:gd name="connsiteY205" fmla="*/ 20385 h 73820"/>
              <a:gd name="connsiteX206" fmla="*/ 290323 w 2978753"/>
              <a:gd name="connsiteY206" fmla="*/ 16480 h 73820"/>
              <a:gd name="connsiteX207" fmla="*/ 307754 w 2978753"/>
              <a:gd name="connsiteY207" fmla="*/ 24862 h 73820"/>
              <a:gd name="connsiteX208" fmla="*/ 309754 w 2978753"/>
              <a:gd name="connsiteY208" fmla="*/ 18099 h 73820"/>
              <a:gd name="connsiteX209" fmla="*/ 401670 w 2978753"/>
              <a:gd name="connsiteY209" fmla="*/ 19719 h 73820"/>
              <a:gd name="connsiteX210" fmla="*/ 411195 w 2978753"/>
              <a:gd name="connsiteY210" fmla="*/ 27434 h 73820"/>
              <a:gd name="connsiteX211" fmla="*/ 434151 w 2978753"/>
              <a:gd name="connsiteY211" fmla="*/ 17337 h 73820"/>
              <a:gd name="connsiteX212" fmla="*/ 469679 w 2978753"/>
              <a:gd name="connsiteY212" fmla="*/ 32006 h 73820"/>
              <a:gd name="connsiteX213" fmla="*/ 476918 w 2978753"/>
              <a:gd name="connsiteY213" fmla="*/ 25433 h 73820"/>
              <a:gd name="connsiteX214" fmla="*/ 517875 w 2978753"/>
              <a:gd name="connsiteY214" fmla="*/ 22004 h 73820"/>
              <a:gd name="connsiteX215" fmla="*/ 602933 w 2978753"/>
              <a:gd name="connsiteY215" fmla="*/ 28481 h 73820"/>
              <a:gd name="connsiteX216" fmla="*/ 612458 w 2978753"/>
              <a:gd name="connsiteY216" fmla="*/ 22481 h 73820"/>
              <a:gd name="connsiteX217" fmla="*/ 604267 w 2978753"/>
              <a:gd name="connsiteY217" fmla="*/ 16956 h 73820"/>
              <a:gd name="connsiteX218" fmla="*/ 624746 w 2978753"/>
              <a:gd name="connsiteY218" fmla="*/ 17623 h 73820"/>
              <a:gd name="connsiteX219" fmla="*/ 630080 w 2978753"/>
              <a:gd name="connsiteY219" fmla="*/ 17623 h 73820"/>
              <a:gd name="connsiteX220" fmla="*/ 638081 w 2978753"/>
              <a:gd name="connsiteY220" fmla="*/ 22195 h 73820"/>
              <a:gd name="connsiteX221" fmla="*/ 660465 w 2978753"/>
              <a:gd name="connsiteY221" fmla="*/ 16670 h 73820"/>
              <a:gd name="connsiteX222" fmla="*/ 658274 w 2978753"/>
              <a:gd name="connsiteY222" fmla="*/ 15814 h 73820"/>
              <a:gd name="connsiteX223" fmla="*/ 667799 w 2978753"/>
              <a:gd name="connsiteY223" fmla="*/ 15337 h 73820"/>
              <a:gd name="connsiteX224" fmla="*/ 665894 w 2978753"/>
              <a:gd name="connsiteY224" fmla="*/ 23624 h 73820"/>
              <a:gd name="connsiteX225" fmla="*/ 685706 w 2978753"/>
              <a:gd name="connsiteY225" fmla="*/ 18766 h 73820"/>
              <a:gd name="connsiteX226" fmla="*/ 679800 w 2978753"/>
              <a:gd name="connsiteY226" fmla="*/ 23910 h 73820"/>
              <a:gd name="connsiteX227" fmla="*/ 696183 w 2978753"/>
              <a:gd name="connsiteY227" fmla="*/ 23910 h 73820"/>
              <a:gd name="connsiteX228" fmla="*/ 690754 w 2978753"/>
              <a:gd name="connsiteY228" fmla="*/ 16861 h 73820"/>
              <a:gd name="connsiteX229" fmla="*/ 836010 w 2978753"/>
              <a:gd name="connsiteY229" fmla="*/ 21814 h 73820"/>
              <a:gd name="connsiteX230" fmla="*/ 852858 w 2978753"/>
              <a:gd name="connsiteY230" fmla="*/ 25612 h 73820"/>
              <a:gd name="connsiteX231" fmla="*/ 864848 w 2978753"/>
              <a:gd name="connsiteY231" fmla="*/ 30546 h 73820"/>
              <a:gd name="connsiteX232" fmla="*/ 863490 w 2978753"/>
              <a:gd name="connsiteY232" fmla="*/ 34280 h 73820"/>
              <a:gd name="connsiteX233" fmla="*/ 878397 w 2978753"/>
              <a:gd name="connsiteY233" fmla="*/ 36578 h 73820"/>
              <a:gd name="connsiteX234" fmla="*/ 871729 w 2978753"/>
              <a:gd name="connsiteY234" fmla="*/ 26291 h 73820"/>
              <a:gd name="connsiteX235" fmla="*/ 891351 w 2978753"/>
              <a:gd name="connsiteY235" fmla="*/ 22004 h 73820"/>
              <a:gd name="connsiteX236" fmla="*/ 973361 w 2978753"/>
              <a:gd name="connsiteY236" fmla="*/ 17909 h 73820"/>
              <a:gd name="connsiteX237" fmla="*/ 970408 w 2978753"/>
              <a:gd name="connsiteY237" fmla="*/ 20005 h 73820"/>
              <a:gd name="connsiteX238" fmla="*/ 1035749 w 2978753"/>
              <a:gd name="connsiteY238" fmla="*/ 21909 h 73820"/>
              <a:gd name="connsiteX239" fmla="*/ 1038035 w 2978753"/>
              <a:gd name="connsiteY239" fmla="*/ 26672 h 73820"/>
              <a:gd name="connsiteX240" fmla="*/ 1090233 w 2978753"/>
              <a:gd name="connsiteY240" fmla="*/ 21719 h 73820"/>
              <a:gd name="connsiteX241" fmla="*/ 1090995 w 2978753"/>
              <a:gd name="connsiteY241" fmla="*/ 24862 h 73820"/>
              <a:gd name="connsiteX242" fmla="*/ 1122427 w 2978753"/>
              <a:gd name="connsiteY242" fmla="*/ 18862 h 73820"/>
              <a:gd name="connsiteX243" fmla="*/ 1121665 w 2978753"/>
              <a:gd name="connsiteY243" fmla="*/ 20290 h 73820"/>
              <a:gd name="connsiteX244" fmla="*/ 1150240 w 2978753"/>
              <a:gd name="connsiteY244" fmla="*/ 19528 h 73820"/>
              <a:gd name="connsiteX245" fmla="*/ 1208342 w 2978753"/>
              <a:gd name="connsiteY245" fmla="*/ 26386 h 73820"/>
              <a:gd name="connsiteX246" fmla="*/ 1244347 w 2978753"/>
              <a:gd name="connsiteY246" fmla="*/ 18766 h 73820"/>
              <a:gd name="connsiteX247" fmla="*/ 1246633 w 2978753"/>
              <a:gd name="connsiteY247" fmla="*/ 20766 h 73820"/>
              <a:gd name="connsiteX248" fmla="*/ 1290829 w 2978753"/>
              <a:gd name="connsiteY248" fmla="*/ 22290 h 73820"/>
              <a:gd name="connsiteX249" fmla="*/ 1291877 w 2978753"/>
              <a:gd name="connsiteY249" fmla="*/ 15432 h 73820"/>
              <a:gd name="connsiteX250" fmla="*/ 1341216 w 2978753"/>
              <a:gd name="connsiteY250" fmla="*/ 11146 h 73820"/>
              <a:gd name="connsiteX251" fmla="*/ 1348741 w 2978753"/>
              <a:gd name="connsiteY251" fmla="*/ 20005 h 73820"/>
              <a:gd name="connsiteX252" fmla="*/ 1368934 w 2978753"/>
              <a:gd name="connsiteY252" fmla="*/ 12575 h 73820"/>
              <a:gd name="connsiteX253" fmla="*/ 1363219 w 2978753"/>
              <a:gd name="connsiteY253" fmla="*/ 14575 h 73820"/>
              <a:gd name="connsiteX254" fmla="*/ 1396556 w 2978753"/>
              <a:gd name="connsiteY254" fmla="*/ 29244 h 73820"/>
              <a:gd name="connsiteX255" fmla="*/ 1390842 w 2978753"/>
              <a:gd name="connsiteY255" fmla="*/ 26577 h 73820"/>
              <a:gd name="connsiteX256" fmla="*/ 1431418 w 2978753"/>
              <a:gd name="connsiteY256" fmla="*/ 28672 h 73820"/>
              <a:gd name="connsiteX257" fmla="*/ 1429894 w 2978753"/>
              <a:gd name="connsiteY257" fmla="*/ 24100 h 73820"/>
              <a:gd name="connsiteX258" fmla="*/ 1469804 w 2978753"/>
              <a:gd name="connsiteY258" fmla="*/ 27529 h 73820"/>
              <a:gd name="connsiteX259" fmla="*/ 1469804 w 2978753"/>
              <a:gd name="connsiteY259" fmla="*/ 28291 h 73820"/>
              <a:gd name="connsiteX260" fmla="*/ 1494664 w 2978753"/>
              <a:gd name="connsiteY260" fmla="*/ 25815 h 73820"/>
              <a:gd name="connsiteX261" fmla="*/ 1490473 w 2978753"/>
              <a:gd name="connsiteY261" fmla="*/ 24767 h 73820"/>
              <a:gd name="connsiteX262" fmla="*/ 1522477 w 2978753"/>
              <a:gd name="connsiteY262" fmla="*/ 24767 h 73820"/>
              <a:gd name="connsiteX263" fmla="*/ 1534002 w 2978753"/>
              <a:gd name="connsiteY263" fmla="*/ 24767 h 73820"/>
              <a:gd name="connsiteX264" fmla="*/ 1576770 w 2978753"/>
              <a:gd name="connsiteY264" fmla="*/ 22386 h 73820"/>
              <a:gd name="connsiteX265" fmla="*/ 1573817 w 2978753"/>
              <a:gd name="connsiteY265" fmla="*/ 28291 h 73820"/>
              <a:gd name="connsiteX266" fmla="*/ 1596010 w 2978753"/>
              <a:gd name="connsiteY266" fmla="*/ 26386 h 73820"/>
              <a:gd name="connsiteX267" fmla="*/ 1619156 w 2978753"/>
              <a:gd name="connsiteY267" fmla="*/ 10289 h 73820"/>
              <a:gd name="connsiteX268" fmla="*/ 1613346 w 2978753"/>
              <a:gd name="connsiteY268" fmla="*/ 13622 h 73820"/>
              <a:gd name="connsiteX269" fmla="*/ 1621442 w 2978753"/>
              <a:gd name="connsiteY269" fmla="*/ 12956 h 73820"/>
              <a:gd name="connsiteX270" fmla="*/ 1619251 w 2978753"/>
              <a:gd name="connsiteY270" fmla="*/ 18385 h 73820"/>
              <a:gd name="connsiteX271" fmla="*/ 1661637 w 2978753"/>
              <a:gd name="connsiteY271" fmla="*/ 15242 h 73820"/>
              <a:gd name="connsiteX272" fmla="*/ 1662971 w 2978753"/>
              <a:gd name="connsiteY272" fmla="*/ 21624 h 73820"/>
              <a:gd name="connsiteX273" fmla="*/ 1682021 w 2978753"/>
              <a:gd name="connsiteY273" fmla="*/ 18004 h 73820"/>
              <a:gd name="connsiteX274" fmla="*/ 1792797 w 2978753"/>
              <a:gd name="connsiteY274" fmla="*/ 25624 h 73820"/>
              <a:gd name="connsiteX275" fmla="*/ 1813942 w 2978753"/>
              <a:gd name="connsiteY275" fmla="*/ 23624 h 73820"/>
              <a:gd name="connsiteX276" fmla="*/ 1812990 w 2978753"/>
              <a:gd name="connsiteY276" fmla="*/ 27338 h 73820"/>
              <a:gd name="connsiteX277" fmla="*/ 1848994 w 2978753"/>
              <a:gd name="connsiteY277" fmla="*/ 17813 h 73820"/>
              <a:gd name="connsiteX278" fmla="*/ 1852804 w 2978753"/>
              <a:gd name="connsiteY278" fmla="*/ 27910 h 73820"/>
              <a:gd name="connsiteX279" fmla="*/ 1867759 w 2978753"/>
              <a:gd name="connsiteY279" fmla="*/ 20099 h 73820"/>
              <a:gd name="connsiteX280" fmla="*/ 1870616 w 2978753"/>
              <a:gd name="connsiteY280" fmla="*/ 25910 h 73820"/>
              <a:gd name="connsiteX281" fmla="*/ 1890333 w 2978753"/>
              <a:gd name="connsiteY281" fmla="*/ 25433 h 73820"/>
              <a:gd name="connsiteX282" fmla="*/ 1889094 w 2978753"/>
              <a:gd name="connsiteY282" fmla="*/ 27148 h 73820"/>
              <a:gd name="connsiteX283" fmla="*/ 1923099 w 2978753"/>
              <a:gd name="connsiteY283" fmla="*/ 16099 h 73820"/>
              <a:gd name="connsiteX284" fmla="*/ 1945768 w 2978753"/>
              <a:gd name="connsiteY284" fmla="*/ 21528 h 73820"/>
              <a:gd name="connsiteX285" fmla="*/ 1953864 w 2978753"/>
              <a:gd name="connsiteY285" fmla="*/ 18766 h 73820"/>
              <a:gd name="connsiteX286" fmla="*/ 1955483 w 2978753"/>
              <a:gd name="connsiteY286" fmla="*/ 13146 h 73820"/>
              <a:gd name="connsiteX287" fmla="*/ 1956912 w 2978753"/>
              <a:gd name="connsiteY287" fmla="*/ 13146 h 73820"/>
              <a:gd name="connsiteX288" fmla="*/ 1959484 w 2978753"/>
              <a:gd name="connsiteY288" fmla="*/ 17718 h 73820"/>
              <a:gd name="connsiteX289" fmla="*/ 1975962 w 2978753"/>
              <a:gd name="connsiteY289" fmla="*/ 16099 h 73820"/>
              <a:gd name="connsiteX290" fmla="*/ 1969771 w 2978753"/>
              <a:gd name="connsiteY290" fmla="*/ 13813 h 73820"/>
              <a:gd name="connsiteX291" fmla="*/ 1977105 w 2978753"/>
              <a:gd name="connsiteY291" fmla="*/ 16099 h 73820"/>
              <a:gd name="connsiteX292" fmla="*/ 1978058 w 2978753"/>
              <a:gd name="connsiteY292" fmla="*/ 16099 h 73820"/>
              <a:gd name="connsiteX293" fmla="*/ 1979296 w 2978753"/>
              <a:gd name="connsiteY293" fmla="*/ 16099 h 73820"/>
              <a:gd name="connsiteX294" fmla="*/ 1990917 w 2978753"/>
              <a:gd name="connsiteY294" fmla="*/ 16099 h 73820"/>
              <a:gd name="connsiteX295" fmla="*/ 2062164 w 2978753"/>
              <a:gd name="connsiteY295" fmla="*/ 16099 h 73820"/>
              <a:gd name="connsiteX296" fmla="*/ 2052639 w 2978753"/>
              <a:gd name="connsiteY296" fmla="*/ 16099 h 73820"/>
              <a:gd name="connsiteX297" fmla="*/ 2104455 w 2978753"/>
              <a:gd name="connsiteY297" fmla="*/ 18766 h 73820"/>
              <a:gd name="connsiteX298" fmla="*/ 2103598 w 2978753"/>
              <a:gd name="connsiteY298" fmla="*/ 14480 h 73820"/>
              <a:gd name="connsiteX299" fmla="*/ 2140936 w 2978753"/>
              <a:gd name="connsiteY299" fmla="*/ 11432 h 73820"/>
              <a:gd name="connsiteX300" fmla="*/ 2141602 w 2978753"/>
              <a:gd name="connsiteY300" fmla="*/ 6574 h 73820"/>
              <a:gd name="connsiteX301" fmla="*/ 2205325 w 2978753"/>
              <a:gd name="connsiteY301" fmla="*/ 10574 h 73820"/>
              <a:gd name="connsiteX302" fmla="*/ 2238376 w 2978753"/>
              <a:gd name="connsiteY302" fmla="*/ 10574 h 73820"/>
              <a:gd name="connsiteX303" fmla="*/ 2240853 w 2978753"/>
              <a:gd name="connsiteY303" fmla="*/ 14289 h 73820"/>
              <a:gd name="connsiteX304" fmla="*/ 2268666 w 2978753"/>
              <a:gd name="connsiteY304" fmla="*/ 13051 h 73820"/>
              <a:gd name="connsiteX305" fmla="*/ 2340103 w 2978753"/>
              <a:gd name="connsiteY305" fmla="*/ 13718 h 73820"/>
              <a:gd name="connsiteX306" fmla="*/ 2340103 w 2978753"/>
              <a:gd name="connsiteY306" fmla="*/ 14765 h 73820"/>
              <a:gd name="connsiteX307" fmla="*/ 2362677 w 2978753"/>
              <a:gd name="connsiteY307" fmla="*/ 12194 h 73820"/>
              <a:gd name="connsiteX308" fmla="*/ 2373917 w 2978753"/>
              <a:gd name="connsiteY308" fmla="*/ 10765 h 73820"/>
              <a:gd name="connsiteX309" fmla="*/ 2401349 w 2978753"/>
              <a:gd name="connsiteY309" fmla="*/ 12289 h 73820"/>
              <a:gd name="connsiteX310" fmla="*/ 2415732 w 2978753"/>
              <a:gd name="connsiteY310" fmla="*/ 12289 h 73820"/>
              <a:gd name="connsiteX311" fmla="*/ 2417732 w 2978753"/>
              <a:gd name="connsiteY311" fmla="*/ 21814 h 73820"/>
              <a:gd name="connsiteX312" fmla="*/ 2427257 w 2978753"/>
              <a:gd name="connsiteY312" fmla="*/ 18385 h 73820"/>
              <a:gd name="connsiteX313" fmla="*/ 2428114 w 2978753"/>
              <a:gd name="connsiteY313" fmla="*/ 22671 h 73820"/>
              <a:gd name="connsiteX314" fmla="*/ 2458213 w 2978753"/>
              <a:gd name="connsiteY314" fmla="*/ 16099 h 73820"/>
              <a:gd name="connsiteX315" fmla="*/ 2452308 w 2978753"/>
              <a:gd name="connsiteY315" fmla="*/ 13146 h 73820"/>
              <a:gd name="connsiteX316" fmla="*/ 2452403 w 2978753"/>
              <a:gd name="connsiteY316" fmla="*/ 13146 h 73820"/>
              <a:gd name="connsiteX317" fmla="*/ 2454974 w 2978753"/>
              <a:gd name="connsiteY317" fmla="*/ 11432 h 73820"/>
              <a:gd name="connsiteX318" fmla="*/ 2461833 w 2978753"/>
              <a:gd name="connsiteY318" fmla="*/ 8670 h 73820"/>
              <a:gd name="connsiteX319" fmla="*/ 2492027 w 2978753"/>
              <a:gd name="connsiteY319" fmla="*/ 18671 h 73820"/>
              <a:gd name="connsiteX320" fmla="*/ 2513458 w 2978753"/>
              <a:gd name="connsiteY320" fmla="*/ 10194 h 73820"/>
              <a:gd name="connsiteX321" fmla="*/ 2526317 w 2978753"/>
              <a:gd name="connsiteY321" fmla="*/ 16290 h 73820"/>
              <a:gd name="connsiteX322" fmla="*/ 2488217 w 2978753"/>
              <a:gd name="connsiteY322" fmla="*/ 23624 h 73820"/>
              <a:gd name="connsiteX323" fmla="*/ 2499075 w 2978753"/>
              <a:gd name="connsiteY323" fmla="*/ 27624 h 73820"/>
              <a:gd name="connsiteX324" fmla="*/ 2468405 w 2978753"/>
              <a:gd name="connsiteY324" fmla="*/ 27624 h 73820"/>
              <a:gd name="connsiteX325" fmla="*/ 2482788 w 2978753"/>
              <a:gd name="connsiteY325" fmla="*/ 29339 h 73820"/>
              <a:gd name="connsiteX326" fmla="*/ 2479930 w 2978753"/>
              <a:gd name="connsiteY326" fmla="*/ 23529 h 73820"/>
              <a:gd name="connsiteX327" fmla="*/ 2441830 w 2978753"/>
              <a:gd name="connsiteY327" fmla="*/ 28672 h 73820"/>
              <a:gd name="connsiteX328" fmla="*/ 2436782 w 2978753"/>
              <a:gd name="connsiteY328" fmla="*/ 36292 h 73820"/>
              <a:gd name="connsiteX329" fmla="*/ 2444973 w 2978753"/>
              <a:gd name="connsiteY329" fmla="*/ 35530 h 73820"/>
              <a:gd name="connsiteX330" fmla="*/ 2436211 w 2978753"/>
              <a:gd name="connsiteY330" fmla="*/ 41150 h 73820"/>
              <a:gd name="connsiteX331" fmla="*/ 2354010 w 2978753"/>
              <a:gd name="connsiteY331" fmla="*/ 36006 h 73820"/>
              <a:gd name="connsiteX332" fmla="*/ 2373536 w 2978753"/>
              <a:gd name="connsiteY332" fmla="*/ 34482 h 73820"/>
              <a:gd name="connsiteX333" fmla="*/ 2361439 w 2978753"/>
              <a:gd name="connsiteY333" fmla="*/ 32101 h 73820"/>
              <a:gd name="connsiteX334" fmla="*/ 2393539 w 2978753"/>
              <a:gd name="connsiteY334" fmla="*/ 35149 h 73820"/>
              <a:gd name="connsiteX335" fmla="*/ 2390585 w 2978753"/>
              <a:gd name="connsiteY335" fmla="*/ 21243 h 73820"/>
              <a:gd name="connsiteX336" fmla="*/ 2334388 w 2978753"/>
              <a:gd name="connsiteY336" fmla="*/ 29434 h 73820"/>
              <a:gd name="connsiteX337" fmla="*/ 2323625 w 2978753"/>
              <a:gd name="connsiteY337" fmla="*/ 25433 h 73820"/>
              <a:gd name="connsiteX338" fmla="*/ 2284858 w 2978753"/>
              <a:gd name="connsiteY338" fmla="*/ 45627 h 73820"/>
              <a:gd name="connsiteX339" fmla="*/ 2316005 w 2978753"/>
              <a:gd name="connsiteY339" fmla="*/ 44389 h 73820"/>
              <a:gd name="connsiteX340" fmla="*/ 2289525 w 2978753"/>
              <a:gd name="connsiteY340" fmla="*/ 51913 h 73820"/>
              <a:gd name="connsiteX341" fmla="*/ 2294478 w 2978753"/>
              <a:gd name="connsiteY341" fmla="*/ 44293 h 73820"/>
              <a:gd name="connsiteX342" fmla="*/ 2282001 w 2978753"/>
              <a:gd name="connsiteY342" fmla="*/ 47817 h 73820"/>
              <a:gd name="connsiteX343" fmla="*/ 2274095 w 2978753"/>
              <a:gd name="connsiteY343" fmla="*/ 41531 h 73820"/>
              <a:gd name="connsiteX344" fmla="*/ 2217421 w 2978753"/>
              <a:gd name="connsiteY344" fmla="*/ 37912 h 73820"/>
              <a:gd name="connsiteX345" fmla="*/ 2214373 w 2978753"/>
              <a:gd name="connsiteY345" fmla="*/ 33149 h 73820"/>
              <a:gd name="connsiteX346" fmla="*/ 2191323 w 2978753"/>
              <a:gd name="connsiteY346" fmla="*/ 49246 h 73820"/>
              <a:gd name="connsiteX347" fmla="*/ 2166272 w 2978753"/>
              <a:gd name="connsiteY347" fmla="*/ 48198 h 73820"/>
              <a:gd name="connsiteX348" fmla="*/ 2160842 w 2978753"/>
              <a:gd name="connsiteY348" fmla="*/ 53723 h 73820"/>
              <a:gd name="connsiteX349" fmla="*/ 2151317 w 2978753"/>
              <a:gd name="connsiteY349" fmla="*/ 49056 h 73820"/>
              <a:gd name="connsiteX350" fmla="*/ 2145296 w 2978753"/>
              <a:gd name="connsiteY350" fmla="*/ 53212 h 73820"/>
              <a:gd name="connsiteX351" fmla="*/ 2144555 w 2978753"/>
              <a:gd name="connsiteY351" fmla="*/ 53723 h 73820"/>
              <a:gd name="connsiteX352" fmla="*/ 2149889 w 2978753"/>
              <a:gd name="connsiteY352" fmla="*/ 34673 h 73820"/>
              <a:gd name="connsiteX353" fmla="*/ 2117790 w 2978753"/>
              <a:gd name="connsiteY353" fmla="*/ 24005 h 73820"/>
              <a:gd name="connsiteX354" fmla="*/ 2122171 w 2978753"/>
              <a:gd name="connsiteY354" fmla="*/ 59438 h 73820"/>
              <a:gd name="connsiteX355" fmla="*/ 2106264 w 2978753"/>
              <a:gd name="connsiteY355" fmla="*/ 54961 h 73820"/>
              <a:gd name="connsiteX356" fmla="*/ 2072070 w 2978753"/>
              <a:gd name="connsiteY356" fmla="*/ 57342 h 73820"/>
              <a:gd name="connsiteX357" fmla="*/ 2081595 w 2978753"/>
              <a:gd name="connsiteY357" fmla="*/ 53914 h 73820"/>
              <a:gd name="connsiteX358" fmla="*/ 2059020 w 2978753"/>
              <a:gd name="connsiteY358" fmla="*/ 56580 h 73820"/>
              <a:gd name="connsiteX359" fmla="*/ 2062735 w 2978753"/>
              <a:gd name="connsiteY359" fmla="*/ 43055 h 73820"/>
              <a:gd name="connsiteX360" fmla="*/ 2021682 w 2978753"/>
              <a:gd name="connsiteY360" fmla="*/ 60104 h 73820"/>
              <a:gd name="connsiteX361" fmla="*/ 2055020 w 2978753"/>
              <a:gd name="connsiteY361" fmla="*/ 53437 h 73820"/>
              <a:gd name="connsiteX362" fmla="*/ 2032732 w 2978753"/>
              <a:gd name="connsiteY362" fmla="*/ 65248 h 73820"/>
              <a:gd name="connsiteX363" fmla="*/ 2002061 w 2978753"/>
              <a:gd name="connsiteY363" fmla="*/ 63343 h 73820"/>
              <a:gd name="connsiteX364" fmla="*/ 2013110 w 2978753"/>
              <a:gd name="connsiteY364" fmla="*/ 58676 h 73820"/>
              <a:gd name="connsiteX365" fmla="*/ 1997489 w 2978753"/>
              <a:gd name="connsiteY365" fmla="*/ 55247 h 73820"/>
              <a:gd name="connsiteX366" fmla="*/ 2050162 w 2978753"/>
              <a:gd name="connsiteY366" fmla="*/ 22862 h 73820"/>
              <a:gd name="connsiteX367" fmla="*/ 2034255 w 2978753"/>
              <a:gd name="connsiteY367" fmla="*/ 26481 h 73820"/>
              <a:gd name="connsiteX368" fmla="*/ 2030350 w 2978753"/>
              <a:gd name="connsiteY368" fmla="*/ 23338 h 73820"/>
              <a:gd name="connsiteX369" fmla="*/ 1985678 w 2978753"/>
              <a:gd name="connsiteY369" fmla="*/ 53914 h 73820"/>
              <a:gd name="connsiteX370" fmla="*/ 1980725 w 2978753"/>
              <a:gd name="connsiteY370" fmla="*/ 38959 h 73820"/>
              <a:gd name="connsiteX371" fmla="*/ 1934243 w 2978753"/>
              <a:gd name="connsiteY371" fmla="*/ 53437 h 73820"/>
              <a:gd name="connsiteX372" fmla="*/ 1943101 w 2978753"/>
              <a:gd name="connsiteY372" fmla="*/ 55913 h 73820"/>
              <a:gd name="connsiteX373" fmla="*/ 1919479 w 2978753"/>
              <a:gd name="connsiteY373" fmla="*/ 56866 h 73820"/>
              <a:gd name="connsiteX374" fmla="*/ 1915764 w 2978753"/>
              <a:gd name="connsiteY374" fmla="*/ 44674 h 73820"/>
              <a:gd name="connsiteX375" fmla="*/ 1895000 w 2978753"/>
              <a:gd name="connsiteY375" fmla="*/ 55437 h 73820"/>
              <a:gd name="connsiteX376" fmla="*/ 1897286 w 2978753"/>
              <a:gd name="connsiteY376" fmla="*/ 43531 h 73820"/>
              <a:gd name="connsiteX377" fmla="*/ 1888332 w 2978753"/>
              <a:gd name="connsiteY377" fmla="*/ 55533 h 73820"/>
              <a:gd name="connsiteX378" fmla="*/ 1862901 w 2978753"/>
              <a:gd name="connsiteY378" fmla="*/ 44865 h 73820"/>
              <a:gd name="connsiteX379" fmla="*/ 1866806 w 2978753"/>
              <a:gd name="connsiteY379" fmla="*/ 55533 h 73820"/>
              <a:gd name="connsiteX380" fmla="*/ 1844327 w 2978753"/>
              <a:gd name="connsiteY380" fmla="*/ 55533 h 73820"/>
              <a:gd name="connsiteX381" fmla="*/ 1852709 w 2978753"/>
              <a:gd name="connsiteY381" fmla="*/ 28101 h 73820"/>
              <a:gd name="connsiteX382" fmla="*/ 1814323 w 2978753"/>
              <a:gd name="connsiteY382" fmla="*/ 55913 h 73820"/>
              <a:gd name="connsiteX383" fmla="*/ 1818514 w 2978753"/>
              <a:gd name="connsiteY383" fmla="*/ 44483 h 73820"/>
              <a:gd name="connsiteX384" fmla="*/ 1790761 w 2978753"/>
              <a:gd name="connsiteY384" fmla="*/ 51997 h 73820"/>
              <a:gd name="connsiteX385" fmla="*/ 1752319 w 2978753"/>
              <a:gd name="connsiteY385" fmla="*/ 52535 h 73820"/>
              <a:gd name="connsiteX386" fmla="*/ 1745946 w 2978753"/>
              <a:gd name="connsiteY386" fmla="*/ 49377 h 73820"/>
              <a:gd name="connsiteX387" fmla="*/ 1730408 w 2978753"/>
              <a:gd name="connsiteY387" fmla="*/ 50389 h 73820"/>
              <a:gd name="connsiteX388" fmla="*/ 1736790 w 2978753"/>
              <a:gd name="connsiteY388" fmla="*/ 49151 h 73820"/>
              <a:gd name="connsiteX389" fmla="*/ 1703166 w 2978753"/>
              <a:gd name="connsiteY389" fmla="*/ 54294 h 73820"/>
              <a:gd name="connsiteX390" fmla="*/ 1718501 w 2978753"/>
              <a:gd name="connsiteY390" fmla="*/ 48580 h 73820"/>
              <a:gd name="connsiteX391" fmla="*/ 1687355 w 2978753"/>
              <a:gd name="connsiteY391" fmla="*/ 58105 h 73820"/>
              <a:gd name="connsiteX392" fmla="*/ 1674591 w 2978753"/>
              <a:gd name="connsiteY392" fmla="*/ 52485 h 73820"/>
              <a:gd name="connsiteX393" fmla="*/ 1647541 w 2978753"/>
              <a:gd name="connsiteY393" fmla="*/ 58199 h 73820"/>
              <a:gd name="connsiteX394" fmla="*/ 1643445 w 2978753"/>
              <a:gd name="connsiteY394" fmla="*/ 53723 h 73820"/>
              <a:gd name="connsiteX395" fmla="*/ 1681545 w 2978753"/>
              <a:gd name="connsiteY395" fmla="*/ 52389 h 73820"/>
              <a:gd name="connsiteX396" fmla="*/ 1683545 w 2978753"/>
              <a:gd name="connsiteY396" fmla="*/ 38292 h 73820"/>
              <a:gd name="connsiteX397" fmla="*/ 1619918 w 2978753"/>
              <a:gd name="connsiteY397" fmla="*/ 58009 h 73820"/>
              <a:gd name="connsiteX398" fmla="*/ 1594200 w 2978753"/>
              <a:gd name="connsiteY398" fmla="*/ 53818 h 73820"/>
              <a:gd name="connsiteX399" fmla="*/ 1593057 w 2978753"/>
              <a:gd name="connsiteY399" fmla="*/ 56485 h 73820"/>
              <a:gd name="connsiteX400" fmla="*/ 1588581 w 2978753"/>
              <a:gd name="connsiteY400" fmla="*/ 49723 h 73820"/>
              <a:gd name="connsiteX401" fmla="*/ 1582675 w 2978753"/>
              <a:gd name="connsiteY401" fmla="*/ 51913 h 73820"/>
              <a:gd name="connsiteX402" fmla="*/ 1584199 w 2978753"/>
              <a:gd name="connsiteY402" fmla="*/ 49436 h 73820"/>
              <a:gd name="connsiteX403" fmla="*/ 1577722 w 2978753"/>
              <a:gd name="connsiteY403" fmla="*/ 51056 h 73820"/>
              <a:gd name="connsiteX404" fmla="*/ 1586104 w 2978753"/>
              <a:gd name="connsiteY404" fmla="*/ 39721 h 73820"/>
              <a:gd name="connsiteX405" fmla="*/ 1593153 w 2978753"/>
              <a:gd name="connsiteY405" fmla="*/ 43436 h 73820"/>
              <a:gd name="connsiteX406" fmla="*/ 1594867 w 2978753"/>
              <a:gd name="connsiteY406" fmla="*/ 33911 h 73820"/>
              <a:gd name="connsiteX407" fmla="*/ 1591247 w 2978753"/>
              <a:gd name="connsiteY407" fmla="*/ 35340 h 73820"/>
              <a:gd name="connsiteX408" fmla="*/ 1594105 w 2978753"/>
              <a:gd name="connsiteY408" fmla="*/ 29720 h 73820"/>
              <a:gd name="connsiteX409" fmla="*/ 1574389 w 2978753"/>
              <a:gd name="connsiteY409" fmla="*/ 33054 h 73820"/>
              <a:gd name="connsiteX410" fmla="*/ 1583914 w 2978753"/>
              <a:gd name="connsiteY410" fmla="*/ 38102 h 73820"/>
              <a:gd name="connsiteX411" fmla="*/ 1568483 w 2978753"/>
              <a:gd name="connsiteY411" fmla="*/ 52485 h 73820"/>
              <a:gd name="connsiteX412" fmla="*/ 1553529 w 2978753"/>
              <a:gd name="connsiteY412" fmla="*/ 48484 h 73820"/>
              <a:gd name="connsiteX413" fmla="*/ 1517524 w 2978753"/>
              <a:gd name="connsiteY413" fmla="*/ 58866 h 73820"/>
              <a:gd name="connsiteX414" fmla="*/ 1518191 w 2978753"/>
              <a:gd name="connsiteY414" fmla="*/ 52771 h 73820"/>
              <a:gd name="connsiteX415" fmla="*/ 1476662 w 2978753"/>
              <a:gd name="connsiteY415" fmla="*/ 50579 h 73820"/>
              <a:gd name="connsiteX416" fmla="*/ 1463422 w 2978753"/>
              <a:gd name="connsiteY416" fmla="*/ 58390 h 73820"/>
              <a:gd name="connsiteX417" fmla="*/ 1462184 w 2978753"/>
              <a:gd name="connsiteY417" fmla="*/ 56009 h 73820"/>
              <a:gd name="connsiteX418" fmla="*/ 1452659 w 2978753"/>
              <a:gd name="connsiteY418" fmla="*/ 60867 h 73820"/>
              <a:gd name="connsiteX419" fmla="*/ 1450754 w 2978753"/>
              <a:gd name="connsiteY419" fmla="*/ 55342 h 73820"/>
              <a:gd name="connsiteX420" fmla="*/ 1406272 w 2978753"/>
              <a:gd name="connsiteY420" fmla="*/ 59152 h 73820"/>
              <a:gd name="connsiteX421" fmla="*/ 1396747 w 2978753"/>
              <a:gd name="connsiteY421" fmla="*/ 67915 h 73820"/>
              <a:gd name="connsiteX422" fmla="*/ 1380078 w 2978753"/>
              <a:gd name="connsiteY422" fmla="*/ 58390 h 73820"/>
              <a:gd name="connsiteX423" fmla="*/ 1364457 w 2978753"/>
              <a:gd name="connsiteY423" fmla="*/ 66010 h 73820"/>
              <a:gd name="connsiteX424" fmla="*/ 1365124 w 2978753"/>
              <a:gd name="connsiteY424" fmla="*/ 59914 h 73820"/>
              <a:gd name="connsiteX425" fmla="*/ 1347884 w 2978753"/>
              <a:gd name="connsiteY425" fmla="*/ 56676 h 73820"/>
              <a:gd name="connsiteX426" fmla="*/ 1330358 w 2978753"/>
              <a:gd name="connsiteY426" fmla="*/ 57914 h 73820"/>
              <a:gd name="connsiteX427" fmla="*/ 1344455 w 2978753"/>
              <a:gd name="connsiteY427" fmla="*/ 72582 h 73820"/>
              <a:gd name="connsiteX428" fmla="*/ 1312165 w 2978753"/>
              <a:gd name="connsiteY428" fmla="*/ 63057 h 73820"/>
              <a:gd name="connsiteX429" fmla="*/ 1324834 w 2978753"/>
              <a:gd name="connsiteY429" fmla="*/ 61438 h 73820"/>
              <a:gd name="connsiteX430" fmla="*/ 1286734 w 2978753"/>
              <a:gd name="connsiteY430" fmla="*/ 57152 h 73820"/>
              <a:gd name="connsiteX431" fmla="*/ 1301592 w 2978753"/>
              <a:gd name="connsiteY431" fmla="*/ 51056 h 73820"/>
              <a:gd name="connsiteX432" fmla="*/ 1288257 w 2978753"/>
              <a:gd name="connsiteY432" fmla="*/ 54199 h 73820"/>
              <a:gd name="connsiteX433" fmla="*/ 1289782 w 2978753"/>
              <a:gd name="connsiteY433" fmla="*/ 51151 h 73820"/>
              <a:gd name="connsiteX434" fmla="*/ 1274732 w 2978753"/>
              <a:gd name="connsiteY434" fmla="*/ 57628 h 73820"/>
              <a:gd name="connsiteX435" fmla="*/ 1250633 w 2978753"/>
              <a:gd name="connsiteY435" fmla="*/ 58676 h 73820"/>
              <a:gd name="connsiteX436" fmla="*/ 1251682 w 2978753"/>
              <a:gd name="connsiteY436" fmla="*/ 56485 h 73820"/>
              <a:gd name="connsiteX437" fmla="*/ 1235870 w 2978753"/>
              <a:gd name="connsiteY437" fmla="*/ 59628 h 73820"/>
              <a:gd name="connsiteX438" fmla="*/ 1228631 w 2978753"/>
              <a:gd name="connsiteY438" fmla="*/ 55247 h 73820"/>
              <a:gd name="connsiteX439" fmla="*/ 1196531 w 2978753"/>
              <a:gd name="connsiteY439" fmla="*/ 62772 h 73820"/>
              <a:gd name="connsiteX440" fmla="*/ 1201485 w 2978753"/>
              <a:gd name="connsiteY440" fmla="*/ 62296 h 73820"/>
              <a:gd name="connsiteX441" fmla="*/ 1193389 w 2978753"/>
              <a:gd name="connsiteY441" fmla="*/ 59533 h 73820"/>
              <a:gd name="connsiteX442" fmla="*/ 1143668 w 2978753"/>
              <a:gd name="connsiteY442" fmla="*/ 73820 h 73820"/>
              <a:gd name="connsiteX443" fmla="*/ 1157765 w 2978753"/>
              <a:gd name="connsiteY443" fmla="*/ 64295 h 73820"/>
              <a:gd name="connsiteX444" fmla="*/ 1149934 w 2978753"/>
              <a:gd name="connsiteY444" fmla="*/ 61928 h 73820"/>
              <a:gd name="connsiteX445" fmla="*/ 1158908 w 2978753"/>
              <a:gd name="connsiteY445" fmla="*/ 60867 h 73820"/>
              <a:gd name="connsiteX446" fmla="*/ 1145478 w 2978753"/>
              <a:gd name="connsiteY446" fmla="*/ 60581 h 73820"/>
              <a:gd name="connsiteX447" fmla="*/ 1149934 w 2978753"/>
              <a:gd name="connsiteY447" fmla="*/ 61928 h 73820"/>
              <a:gd name="connsiteX448" fmla="*/ 1118617 w 2978753"/>
              <a:gd name="connsiteY448" fmla="*/ 65629 h 73820"/>
              <a:gd name="connsiteX449" fmla="*/ 1105854 w 2978753"/>
              <a:gd name="connsiteY449" fmla="*/ 58105 h 73820"/>
              <a:gd name="connsiteX450" fmla="*/ 1095662 w 2978753"/>
              <a:gd name="connsiteY450" fmla="*/ 69058 h 73820"/>
              <a:gd name="connsiteX451" fmla="*/ 1084803 w 2978753"/>
              <a:gd name="connsiteY451" fmla="*/ 62296 h 73820"/>
              <a:gd name="connsiteX452" fmla="*/ 1035369 w 2978753"/>
              <a:gd name="connsiteY452" fmla="*/ 62296 h 73820"/>
              <a:gd name="connsiteX453" fmla="*/ 1028987 w 2978753"/>
              <a:gd name="connsiteY453" fmla="*/ 64295 h 73820"/>
              <a:gd name="connsiteX454" fmla="*/ 980124 w 2978753"/>
              <a:gd name="connsiteY454" fmla="*/ 68582 h 73820"/>
              <a:gd name="connsiteX455" fmla="*/ 971170 w 2978753"/>
              <a:gd name="connsiteY455" fmla="*/ 62772 h 73820"/>
              <a:gd name="connsiteX456" fmla="*/ 947834 w 2978753"/>
              <a:gd name="connsiteY456" fmla="*/ 66867 h 73820"/>
              <a:gd name="connsiteX457" fmla="*/ 959645 w 2978753"/>
              <a:gd name="connsiteY457" fmla="*/ 57342 h 73820"/>
              <a:gd name="connsiteX458" fmla="*/ 943929 w 2978753"/>
              <a:gd name="connsiteY458" fmla="*/ 60390 h 73820"/>
              <a:gd name="connsiteX459" fmla="*/ 946119 w 2978753"/>
              <a:gd name="connsiteY459" fmla="*/ 55913 h 73820"/>
              <a:gd name="connsiteX460" fmla="*/ 921640 w 2978753"/>
              <a:gd name="connsiteY460" fmla="*/ 62296 h 73820"/>
              <a:gd name="connsiteX461" fmla="*/ 928308 w 2978753"/>
              <a:gd name="connsiteY461" fmla="*/ 63343 h 73820"/>
              <a:gd name="connsiteX462" fmla="*/ 899733 w 2978753"/>
              <a:gd name="connsiteY462" fmla="*/ 62676 h 73820"/>
              <a:gd name="connsiteX463" fmla="*/ 904209 w 2978753"/>
              <a:gd name="connsiteY463" fmla="*/ 58295 h 73820"/>
              <a:gd name="connsiteX464" fmla="*/ 919545 w 2978753"/>
              <a:gd name="connsiteY464" fmla="*/ 56104 h 73820"/>
              <a:gd name="connsiteX465" fmla="*/ 907257 w 2978753"/>
              <a:gd name="connsiteY465" fmla="*/ 52389 h 73820"/>
              <a:gd name="connsiteX466" fmla="*/ 893541 w 2978753"/>
              <a:gd name="connsiteY466" fmla="*/ 60867 h 73820"/>
              <a:gd name="connsiteX467" fmla="*/ 862109 w 2978753"/>
              <a:gd name="connsiteY467" fmla="*/ 62200 h 73820"/>
              <a:gd name="connsiteX468" fmla="*/ 864681 w 2978753"/>
              <a:gd name="connsiteY468" fmla="*/ 57056 h 73820"/>
              <a:gd name="connsiteX469" fmla="*/ 852108 w 2978753"/>
              <a:gd name="connsiteY469" fmla="*/ 58676 h 73820"/>
              <a:gd name="connsiteX470" fmla="*/ 862300 w 2978753"/>
              <a:gd name="connsiteY470" fmla="*/ 52294 h 73820"/>
              <a:gd name="connsiteX471" fmla="*/ 830962 w 2978753"/>
              <a:gd name="connsiteY471" fmla="*/ 58295 h 73820"/>
              <a:gd name="connsiteX472" fmla="*/ 830962 w 2978753"/>
              <a:gd name="connsiteY472" fmla="*/ 53723 h 73820"/>
              <a:gd name="connsiteX473" fmla="*/ 809055 w 2978753"/>
              <a:gd name="connsiteY473" fmla="*/ 57723 h 73820"/>
              <a:gd name="connsiteX474" fmla="*/ 802578 w 2978753"/>
              <a:gd name="connsiteY474" fmla="*/ 65153 h 73820"/>
              <a:gd name="connsiteX475" fmla="*/ 782670 w 2978753"/>
              <a:gd name="connsiteY475" fmla="*/ 60104 h 73820"/>
              <a:gd name="connsiteX476" fmla="*/ 793243 w 2978753"/>
              <a:gd name="connsiteY476" fmla="*/ 64867 h 73820"/>
              <a:gd name="connsiteX477" fmla="*/ 739331 w 2978753"/>
              <a:gd name="connsiteY477" fmla="*/ 55342 h 73820"/>
              <a:gd name="connsiteX478" fmla="*/ 756000 w 2978753"/>
              <a:gd name="connsiteY478" fmla="*/ 64105 h 73820"/>
              <a:gd name="connsiteX479" fmla="*/ 718948 w 2978753"/>
              <a:gd name="connsiteY479" fmla="*/ 62486 h 73820"/>
              <a:gd name="connsiteX480" fmla="*/ 727330 w 2978753"/>
              <a:gd name="connsiteY480" fmla="*/ 56580 h 73820"/>
              <a:gd name="connsiteX481" fmla="*/ 714947 w 2978753"/>
              <a:gd name="connsiteY481" fmla="*/ 59343 h 73820"/>
              <a:gd name="connsiteX482" fmla="*/ 715995 w 2978753"/>
              <a:gd name="connsiteY482" fmla="*/ 54770 h 73820"/>
              <a:gd name="connsiteX483" fmla="*/ 677038 w 2978753"/>
              <a:gd name="connsiteY483" fmla="*/ 61438 h 73820"/>
              <a:gd name="connsiteX484" fmla="*/ 658940 w 2978753"/>
              <a:gd name="connsiteY484" fmla="*/ 58676 h 73820"/>
              <a:gd name="connsiteX485" fmla="*/ 698089 w 2978753"/>
              <a:gd name="connsiteY485" fmla="*/ 51342 h 73820"/>
              <a:gd name="connsiteX486" fmla="*/ 680753 w 2978753"/>
              <a:gd name="connsiteY486" fmla="*/ 50484 h 73820"/>
              <a:gd name="connsiteX487" fmla="*/ 692373 w 2978753"/>
              <a:gd name="connsiteY487" fmla="*/ 45912 h 73820"/>
              <a:gd name="connsiteX488" fmla="*/ 648654 w 2978753"/>
              <a:gd name="connsiteY488" fmla="*/ 52389 h 73820"/>
              <a:gd name="connsiteX489" fmla="*/ 670180 w 2978753"/>
              <a:gd name="connsiteY489" fmla="*/ 50675 h 73820"/>
              <a:gd name="connsiteX490" fmla="*/ 654464 w 2978753"/>
              <a:gd name="connsiteY490" fmla="*/ 57819 h 73820"/>
              <a:gd name="connsiteX491" fmla="*/ 626556 w 2978753"/>
              <a:gd name="connsiteY491" fmla="*/ 57152 h 73820"/>
              <a:gd name="connsiteX492" fmla="*/ 631318 w 2978753"/>
              <a:gd name="connsiteY492" fmla="*/ 56485 h 73820"/>
              <a:gd name="connsiteX493" fmla="*/ 592075 w 2978753"/>
              <a:gd name="connsiteY493" fmla="*/ 44198 h 73820"/>
              <a:gd name="connsiteX494" fmla="*/ 571882 w 2978753"/>
              <a:gd name="connsiteY494" fmla="*/ 50484 h 73820"/>
              <a:gd name="connsiteX495" fmla="*/ 589599 w 2978753"/>
              <a:gd name="connsiteY495" fmla="*/ 58009 h 73820"/>
              <a:gd name="connsiteX496" fmla="*/ 532925 w 2978753"/>
              <a:gd name="connsiteY496" fmla="*/ 54580 h 73820"/>
              <a:gd name="connsiteX497" fmla="*/ 536830 w 2978753"/>
              <a:gd name="connsiteY497" fmla="*/ 45055 h 73820"/>
              <a:gd name="connsiteX498" fmla="*/ 516256 w 2978753"/>
              <a:gd name="connsiteY498" fmla="*/ 50865 h 73820"/>
              <a:gd name="connsiteX499" fmla="*/ 512065 w 2978753"/>
              <a:gd name="connsiteY499" fmla="*/ 47341 h 73820"/>
              <a:gd name="connsiteX500" fmla="*/ 480251 w 2978753"/>
              <a:gd name="connsiteY500" fmla="*/ 58581 h 73820"/>
              <a:gd name="connsiteX501" fmla="*/ 476251 w 2978753"/>
              <a:gd name="connsiteY501" fmla="*/ 50961 h 73820"/>
              <a:gd name="connsiteX502" fmla="*/ 455677 w 2978753"/>
              <a:gd name="connsiteY502" fmla="*/ 53914 h 73820"/>
              <a:gd name="connsiteX503" fmla="*/ 456629 w 2978753"/>
              <a:gd name="connsiteY503" fmla="*/ 53437 h 73820"/>
              <a:gd name="connsiteX504" fmla="*/ 408528 w 2978753"/>
              <a:gd name="connsiteY504" fmla="*/ 52865 h 73820"/>
              <a:gd name="connsiteX505" fmla="*/ 411100 w 2978753"/>
              <a:gd name="connsiteY505" fmla="*/ 54961 h 73820"/>
              <a:gd name="connsiteX506" fmla="*/ 301563 w 2978753"/>
              <a:gd name="connsiteY506" fmla="*/ 59724 h 73820"/>
              <a:gd name="connsiteX507" fmla="*/ 313659 w 2978753"/>
              <a:gd name="connsiteY507" fmla="*/ 61438 h 73820"/>
              <a:gd name="connsiteX508" fmla="*/ 279846 w 2978753"/>
              <a:gd name="connsiteY508" fmla="*/ 61438 h 73820"/>
              <a:gd name="connsiteX509" fmla="*/ 287656 w 2978753"/>
              <a:gd name="connsiteY509" fmla="*/ 60581 h 73820"/>
              <a:gd name="connsiteX510" fmla="*/ 274892 w 2978753"/>
              <a:gd name="connsiteY510" fmla="*/ 54104 h 73820"/>
              <a:gd name="connsiteX511" fmla="*/ 271749 w 2978753"/>
              <a:gd name="connsiteY511" fmla="*/ 57723 h 73820"/>
              <a:gd name="connsiteX512" fmla="*/ 268415 w 2978753"/>
              <a:gd name="connsiteY512" fmla="*/ 54866 h 73820"/>
              <a:gd name="connsiteX513" fmla="*/ 259557 w 2978753"/>
              <a:gd name="connsiteY513" fmla="*/ 60009 h 73820"/>
              <a:gd name="connsiteX514" fmla="*/ 194501 w 2978753"/>
              <a:gd name="connsiteY514" fmla="*/ 49436 h 73820"/>
              <a:gd name="connsiteX515" fmla="*/ 208884 w 2978753"/>
              <a:gd name="connsiteY515" fmla="*/ 57438 h 73820"/>
              <a:gd name="connsiteX516" fmla="*/ 195168 w 2978753"/>
              <a:gd name="connsiteY516" fmla="*/ 54294 h 73820"/>
              <a:gd name="connsiteX517" fmla="*/ 198026 w 2978753"/>
              <a:gd name="connsiteY517" fmla="*/ 58771 h 73820"/>
              <a:gd name="connsiteX518" fmla="*/ 111444 w 2978753"/>
              <a:gd name="connsiteY518" fmla="*/ 53342 h 73820"/>
              <a:gd name="connsiteX519" fmla="*/ 112873 w 2978753"/>
              <a:gd name="connsiteY519" fmla="*/ 52294 h 73820"/>
              <a:gd name="connsiteX520" fmla="*/ 88869 w 2978753"/>
              <a:gd name="connsiteY520" fmla="*/ 55342 h 73820"/>
              <a:gd name="connsiteX521" fmla="*/ 90393 w 2978753"/>
              <a:gd name="connsiteY521" fmla="*/ 50294 h 73820"/>
              <a:gd name="connsiteX522" fmla="*/ 34958 w 2978753"/>
              <a:gd name="connsiteY522" fmla="*/ 49818 h 73820"/>
              <a:gd name="connsiteX523" fmla="*/ 20385 w 2978753"/>
              <a:gd name="connsiteY523" fmla="*/ 24957 h 73820"/>
              <a:gd name="connsiteX524" fmla="*/ 0 w 2978753"/>
              <a:gd name="connsiteY524" fmla="*/ 20004 h 73820"/>
              <a:gd name="connsiteX525" fmla="*/ 5906 w 2978753"/>
              <a:gd name="connsiteY525" fmla="*/ 14479 h 73820"/>
              <a:gd name="connsiteX526" fmla="*/ 8192 w 2978753"/>
              <a:gd name="connsiteY526" fmla="*/ 20575 h 73820"/>
              <a:gd name="connsiteX527" fmla="*/ 0 w 2978753"/>
              <a:gd name="connsiteY527" fmla="*/ 20004 h 73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Lst>
            <a:rect l="l" t="t" r="r" b="b"/>
            <a:pathLst>
              <a:path w="2978753" h="73820">
                <a:moveTo>
                  <a:pt x="2974276" y="12098"/>
                </a:moveTo>
                <a:cubicBezTo>
                  <a:pt x="2974205" y="11002"/>
                  <a:pt x="2975038" y="9669"/>
                  <a:pt x="2978753" y="9240"/>
                </a:cubicBezTo>
                <a:cubicBezTo>
                  <a:pt x="2978087" y="9907"/>
                  <a:pt x="2979611" y="13526"/>
                  <a:pt x="2975229" y="13526"/>
                </a:cubicBezTo>
                <a:cubicBezTo>
                  <a:pt x="2975324" y="14050"/>
                  <a:pt x="2974348" y="13193"/>
                  <a:pt x="2974276" y="12098"/>
                </a:cubicBezTo>
                <a:close/>
                <a:moveTo>
                  <a:pt x="2893766" y="25770"/>
                </a:moveTo>
                <a:lnTo>
                  <a:pt x="2904529" y="21770"/>
                </a:lnTo>
                <a:lnTo>
                  <a:pt x="2903196" y="23485"/>
                </a:lnTo>
                <a:close/>
                <a:moveTo>
                  <a:pt x="2834736" y="22575"/>
                </a:moveTo>
                <a:cubicBezTo>
                  <a:pt x="2849518" y="22937"/>
                  <a:pt x="2864301" y="22051"/>
                  <a:pt x="2878932" y="19908"/>
                </a:cubicBezTo>
                <a:lnTo>
                  <a:pt x="2873407" y="25432"/>
                </a:lnTo>
                <a:lnTo>
                  <a:pt x="2871407" y="23908"/>
                </a:lnTo>
                <a:cubicBezTo>
                  <a:pt x="2859310" y="21432"/>
                  <a:pt x="2841118" y="29338"/>
                  <a:pt x="2834736" y="22575"/>
                </a:cubicBezTo>
                <a:close/>
                <a:moveTo>
                  <a:pt x="2831306" y="29622"/>
                </a:moveTo>
                <a:cubicBezTo>
                  <a:pt x="2830830" y="27432"/>
                  <a:pt x="2841403" y="30385"/>
                  <a:pt x="2844451" y="29242"/>
                </a:cubicBezTo>
                <a:lnTo>
                  <a:pt x="2838354" y="31528"/>
                </a:lnTo>
                <a:close/>
                <a:moveTo>
                  <a:pt x="2798540" y="7811"/>
                </a:moveTo>
                <a:cubicBezTo>
                  <a:pt x="2801969" y="8002"/>
                  <a:pt x="2803970" y="8002"/>
                  <a:pt x="2805494" y="8002"/>
                </a:cubicBezTo>
                <a:lnTo>
                  <a:pt x="2807018" y="8668"/>
                </a:lnTo>
                <a:cubicBezTo>
                  <a:pt x="2790730" y="10097"/>
                  <a:pt x="2800826" y="10478"/>
                  <a:pt x="2798540" y="7811"/>
                </a:cubicBezTo>
                <a:close/>
                <a:moveTo>
                  <a:pt x="2784635" y="12383"/>
                </a:moveTo>
                <a:cubicBezTo>
                  <a:pt x="2802636" y="11431"/>
                  <a:pt x="2805208" y="16193"/>
                  <a:pt x="2787301" y="17146"/>
                </a:cubicBezTo>
                <a:cubicBezTo>
                  <a:pt x="2796731" y="14764"/>
                  <a:pt x="2789873" y="13907"/>
                  <a:pt x="2784635" y="12383"/>
                </a:cubicBezTo>
                <a:close/>
                <a:moveTo>
                  <a:pt x="2772442" y="9525"/>
                </a:moveTo>
                <a:cubicBezTo>
                  <a:pt x="2767108" y="6954"/>
                  <a:pt x="2764917" y="5430"/>
                  <a:pt x="2774728" y="4096"/>
                </a:cubicBezTo>
                <a:cubicBezTo>
                  <a:pt x="2771584" y="5239"/>
                  <a:pt x="2779966" y="5620"/>
                  <a:pt x="2781967" y="7144"/>
                </a:cubicBezTo>
                <a:close/>
                <a:moveTo>
                  <a:pt x="2768442" y="13431"/>
                </a:moveTo>
                <a:lnTo>
                  <a:pt x="2778728" y="11335"/>
                </a:lnTo>
                <a:cubicBezTo>
                  <a:pt x="2774347" y="12764"/>
                  <a:pt x="2772251" y="14764"/>
                  <a:pt x="2773109" y="12669"/>
                </a:cubicBezTo>
                <a:cubicBezTo>
                  <a:pt x="2769870" y="16764"/>
                  <a:pt x="2769775" y="14574"/>
                  <a:pt x="2768442" y="13431"/>
                </a:cubicBezTo>
                <a:close/>
                <a:moveTo>
                  <a:pt x="2759083" y="22912"/>
                </a:moveTo>
                <a:lnTo>
                  <a:pt x="2779467" y="17578"/>
                </a:lnTo>
                <a:lnTo>
                  <a:pt x="2762417" y="22817"/>
                </a:lnTo>
                <a:close/>
                <a:moveTo>
                  <a:pt x="2713768" y="6001"/>
                </a:moveTo>
                <a:cubicBezTo>
                  <a:pt x="2714244" y="8097"/>
                  <a:pt x="2721007" y="9049"/>
                  <a:pt x="2724626" y="10001"/>
                </a:cubicBezTo>
                <a:lnTo>
                  <a:pt x="2717673" y="11716"/>
                </a:lnTo>
                <a:cubicBezTo>
                  <a:pt x="2716911" y="9811"/>
                  <a:pt x="2713197" y="7430"/>
                  <a:pt x="2713768" y="6001"/>
                </a:cubicBezTo>
                <a:close/>
                <a:moveTo>
                  <a:pt x="2697290" y="22956"/>
                </a:moveTo>
                <a:cubicBezTo>
                  <a:pt x="2695766" y="23527"/>
                  <a:pt x="2706815" y="28575"/>
                  <a:pt x="2715387" y="30004"/>
                </a:cubicBezTo>
                <a:lnTo>
                  <a:pt x="2716911" y="29433"/>
                </a:lnTo>
                <a:cubicBezTo>
                  <a:pt x="2726436" y="31433"/>
                  <a:pt x="2718816" y="33338"/>
                  <a:pt x="2715768" y="34385"/>
                </a:cubicBezTo>
                <a:cubicBezTo>
                  <a:pt x="2715768" y="33052"/>
                  <a:pt x="2720150" y="32290"/>
                  <a:pt x="2715768" y="31052"/>
                </a:cubicBezTo>
                <a:cubicBezTo>
                  <a:pt x="2713006" y="30719"/>
                  <a:pt x="2710206" y="31357"/>
                  <a:pt x="2707863" y="32862"/>
                </a:cubicBezTo>
                <a:cubicBezTo>
                  <a:pt x="2703595" y="30452"/>
                  <a:pt x="2699976" y="27052"/>
                  <a:pt x="2697290" y="22956"/>
                </a:cubicBezTo>
                <a:close/>
                <a:moveTo>
                  <a:pt x="2695671" y="18574"/>
                </a:moveTo>
                <a:lnTo>
                  <a:pt x="2707481" y="15717"/>
                </a:lnTo>
                <a:cubicBezTo>
                  <a:pt x="2704433" y="16860"/>
                  <a:pt x="2706719" y="18384"/>
                  <a:pt x="2706719" y="19527"/>
                </a:cubicBezTo>
                <a:close/>
                <a:moveTo>
                  <a:pt x="2690789" y="20721"/>
                </a:moveTo>
                <a:lnTo>
                  <a:pt x="2692122" y="19007"/>
                </a:lnTo>
                <a:lnTo>
                  <a:pt x="2696218" y="19388"/>
                </a:lnTo>
                <a:close/>
                <a:moveTo>
                  <a:pt x="2681383" y="9049"/>
                </a:moveTo>
                <a:cubicBezTo>
                  <a:pt x="2684583" y="9297"/>
                  <a:pt x="2687516" y="10887"/>
                  <a:pt x="2689479" y="13431"/>
                </a:cubicBezTo>
                <a:lnTo>
                  <a:pt x="2685478" y="13145"/>
                </a:lnTo>
                <a:close/>
                <a:moveTo>
                  <a:pt x="2670024" y="8339"/>
                </a:moveTo>
                <a:lnTo>
                  <a:pt x="2680501" y="3291"/>
                </a:lnTo>
                <a:lnTo>
                  <a:pt x="2674596" y="6625"/>
                </a:lnTo>
                <a:close/>
                <a:moveTo>
                  <a:pt x="2651761" y="14670"/>
                </a:moveTo>
                <a:cubicBezTo>
                  <a:pt x="2653760" y="13621"/>
                  <a:pt x="2655865" y="12793"/>
                  <a:pt x="2658047" y="12193"/>
                </a:cubicBezTo>
                <a:cubicBezTo>
                  <a:pt x="2658533" y="12650"/>
                  <a:pt x="2659076" y="13031"/>
                  <a:pt x="2659666" y="13336"/>
                </a:cubicBezTo>
                <a:cubicBezTo>
                  <a:pt x="2657066" y="13955"/>
                  <a:pt x="2654418" y="14403"/>
                  <a:pt x="2651761" y="14670"/>
                </a:cubicBezTo>
                <a:close/>
                <a:moveTo>
                  <a:pt x="2640426" y="26860"/>
                </a:moveTo>
                <a:lnTo>
                  <a:pt x="2658142" y="24860"/>
                </a:lnTo>
                <a:cubicBezTo>
                  <a:pt x="2656904" y="26480"/>
                  <a:pt x="2659094" y="29146"/>
                  <a:pt x="2649474" y="28289"/>
                </a:cubicBezTo>
                <a:lnTo>
                  <a:pt x="2649474" y="30385"/>
                </a:lnTo>
                <a:close/>
                <a:moveTo>
                  <a:pt x="2627281" y="5048"/>
                </a:moveTo>
                <a:cubicBezTo>
                  <a:pt x="2633310" y="2343"/>
                  <a:pt x="2639749" y="638"/>
                  <a:pt x="2646331" y="0"/>
                </a:cubicBezTo>
                <a:cubicBezTo>
                  <a:pt x="2641663" y="1714"/>
                  <a:pt x="2652045" y="3619"/>
                  <a:pt x="2647664" y="6382"/>
                </a:cubicBezTo>
                <a:lnTo>
                  <a:pt x="2627678" y="5075"/>
                </a:lnTo>
                <a:close/>
                <a:moveTo>
                  <a:pt x="2621281" y="14193"/>
                </a:moveTo>
                <a:cubicBezTo>
                  <a:pt x="2626671" y="14260"/>
                  <a:pt x="2632034" y="13488"/>
                  <a:pt x="2637187" y="11907"/>
                </a:cubicBezTo>
                <a:lnTo>
                  <a:pt x="2640330" y="15335"/>
                </a:lnTo>
                <a:lnTo>
                  <a:pt x="2651760" y="14669"/>
                </a:lnTo>
                <a:cubicBezTo>
                  <a:pt x="2648598" y="16307"/>
                  <a:pt x="2644969" y="16812"/>
                  <a:pt x="2641473" y="16097"/>
                </a:cubicBezTo>
                <a:lnTo>
                  <a:pt x="2640330" y="15336"/>
                </a:lnTo>
                <a:lnTo>
                  <a:pt x="2640331" y="15336"/>
                </a:lnTo>
                <a:cubicBezTo>
                  <a:pt x="2633968" y="15326"/>
                  <a:pt x="2627605" y="14946"/>
                  <a:pt x="2621281" y="14193"/>
                </a:cubicBezTo>
                <a:close/>
                <a:moveTo>
                  <a:pt x="2610136" y="12288"/>
                </a:moveTo>
                <a:lnTo>
                  <a:pt x="2610612" y="12288"/>
                </a:lnTo>
                <a:lnTo>
                  <a:pt x="2610313" y="12319"/>
                </a:lnTo>
                <a:close/>
                <a:moveTo>
                  <a:pt x="2589277" y="14479"/>
                </a:moveTo>
                <a:lnTo>
                  <a:pt x="2610313" y="12319"/>
                </a:lnTo>
                <a:lnTo>
                  <a:pt x="2610612" y="12371"/>
                </a:lnTo>
                <a:lnTo>
                  <a:pt x="2621090" y="14192"/>
                </a:lnTo>
                <a:cubicBezTo>
                  <a:pt x="2617232" y="14288"/>
                  <a:pt x="2613374" y="14640"/>
                  <a:pt x="2609565" y="15241"/>
                </a:cubicBezTo>
                <a:cubicBezTo>
                  <a:pt x="2625185" y="17527"/>
                  <a:pt x="2597753" y="20860"/>
                  <a:pt x="2619090" y="19812"/>
                </a:cubicBezTo>
                <a:cubicBezTo>
                  <a:pt x="2611469" y="21622"/>
                  <a:pt x="2615089" y="25051"/>
                  <a:pt x="2601944" y="25051"/>
                </a:cubicBezTo>
                <a:cubicBezTo>
                  <a:pt x="2595372" y="20575"/>
                  <a:pt x="2606135" y="18860"/>
                  <a:pt x="2609660" y="14764"/>
                </a:cubicBezTo>
                <a:cubicBezTo>
                  <a:pt x="2602869" y="15221"/>
                  <a:pt x="2596049" y="15126"/>
                  <a:pt x="2589277" y="14479"/>
                </a:cubicBezTo>
                <a:close/>
                <a:moveTo>
                  <a:pt x="2587942" y="37626"/>
                </a:moveTo>
                <a:cubicBezTo>
                  <a:pt x="2581179" y="36291"/>
                  <a:pt x="2586133" y="34577"/>
                  <a:pt x="2592324" y="34863"/>
                </a:cubicBezTo>
                <a:lnTo>
                  <a:pt x="2592800" y="36958"/>
                </a:lnTo>
                <a:cubicBezTo>
                  <a:pt x="2591276" y="37626"/>
                  <a:pt x="2589561" y="37053"/>
                  <a:pt x="2587942" y="37626"/>
                </a:cubicBezTo>
                <a:close/>
                <a:moveTo>
                  <a:pt x="2564416" y="14669"/>
                </a:moveTo>
                <a:cubicBezTo>
                  <a:pt x="2564416" y="13336"/>
                  <a:pt x="2566416" y="12002"/>
                  <a:pt x="2573941" y="10097"/>
                </a:cubicBezTo>
                <a:cubicBezTo>
                  <a:pt x="2578818" y="12602"/>
                  <a:pt x="2584056" y="14336"/>
                  <a:pt x="2589466" y="15241"/>
                </a:cubicBezTo>
                <a:lnTo>
                  <a:pt x="2584990" y="15241"/>
                </a:lnTo>
                <a:lnTo>
                  <a:pt x="2586609" y="15145"/>
                </a:lnTo>
                <a:close/>
                <a:moveTo>
                  <a:pt x="2553819" y="14721"/>
                </a:moveTo>
                <a:lnTo>
                  <a:pt x="2564106" y="8530"/>
                </a:lnTo>
                <a:lnTo>
                  <a:pt x="2561725" y="12912"/>
                </a:lnTo>
                <a:close/>
                <a:moveTo>
                  <a:pt x="2533650" y="38957"/>
                </a:moveTo>
                <a:cubicBezTo>
                  <a:pt x="2530506" y="32004"/>
                  <a:pt x="2554890" y="29813"/>
                  <a:pt x="2548890" y="25146"/>
                </a:cubicBezTo>
                <a:cubicBezTo>
                  <a:pt x="2556034" y="27147"/>
                  <a:pt x="2553462" y="30385"/>
                  <a:pt x="2567940" y="28480"/>
                </a:cubicBezTo>
                <a:cubicBezTo>
                  <a:pt x="2577084" y="25051"/>
                  <a:pt x="2556700" y="22289"/>
                  <a:pt x="2552890" y="20288"/>
                </a:cubicBezTo>
                <a:lnTo>
                  <a:pt x="2564129" y="14860"/>
                </a:lnTo>
                <a:lnTo>
                  <a:pt x="2563178" y="14098"/>
                </a:lnTo>
                <a:lnTo>
                  <a:pt x="2564130" y="14193"/>
                </a:lnTo>
                <a:lnTo>
                  <a:pt x="2564130" y="14859"/>
                </a:lnTo>
                <a:lnTo>
                  <a:pt x="2564130" y="14859"/>
                </a:lnTo>
                <a:cubicBezTo>
                  <a:pt x="2573369" y="21813"/>
                  <a:pt x="2580322" y="34195"/>
                  <a:pt x="2569750" y="37052"/>
                </a:cubicBezTo>
                <a:cubicBezTo>
                  <a:pt x="2558986" y="32957"/>
                  <a:pt x="2546413" y="36481"/>
                  <a:pt x="2545651" y="40291"/>
                </a:cubicBezTo>
                <a:cubicBezTo>
                  <a:pt x="2542127" y="39243"/>
                  <a:pt x="2546699" y="37624"/>
                  <a:pt x="2546318" y="36481"/>
                </a:cubicBezTo>
                <a:close/>
                <a:moveTo>
                  <a:pt x="2533436" y="11959"/>
                </a:moveTo>
                <a:lnTo>
                  <a:pt x="2539532" y="9673"/>
                </a:lnTo>
                <a:lnTo>
                  <a:pt x="2538675" y="13388"/>
                </a:lnTo>
                <a:close/>
                <a:moveTo>
                  <a:pt x="2505742" y="24004"/>
                </a:moveTo>
                <a:cubicBezTo>
                  <a:pt x="2513647" y="22194"/>
                  <a:pt x="2521553" y="20384"/>
                  <a:pt x="2519458" y="25813"/>
                </a:cubicBezTo>
                <a:lnTo>
                  <a:pt x="2520696" y="25813"/>
                </a:lnTo>
                <a:cubicBezTo>
                  <a:pt x="2513266" y="26576"/>
                  <a:pt x="2506599" y="27813"/>
                  <a:pt x="2505742" y="24004"/>
                </a:cubicBezTo>
                <a:close/>
                <a:moveTo>
                  <a:pt x="2505527" y="36628"/>
                </a:moveTo>
                <a:lnTo>
                  <a:pt x="2509623" y="32723"/>
                </a:lnTo>
                <a:lnTo>
                  <a:pt x="2512290" y="37581"/>
                </a:lnTo>
                <a:close/>
                <a:moveTo>
                  <a:pt x="2485263" y="10192"/>
                </a:moveTo>
                <a:lnTo>
                  <a:pt x="2495931" y="9049"/>
                </a:lnTo>
                <a:cubicBezTo>
                  <a:pt x="2492597" y="9049"/>
                  <a:pt x="2494597" y="10383"/>
                  <a:pt x="2494788" y="11716"/>
                </a:cubicBezTo>
                <a:cubicBezTo>
                  <a:pt x="2491759" y="10544"/>
                  <a:pt x="2488511" y="10020"/>
                  <a:pt x="2485263" y="10192"/>
                </a:cubicBezTo>
                <a:close/>
                <a:moveTo>
                  <a:pt x="2484191" y="37677"/>
                </a:moveTo>
                <a:lnTo>
                  <a:pt x="2492573" y="37963"/>
                </a:lnTo>
                <a:lnTo>
                  <a:pt x="2496097" y="39011"/>
                </a:lnTo>
                <a:close/>
                <a:moveTo>
                  <a:pt x="2452783" y="33243"/>
                </a:moveTo>
                <a:cubicBezTo>
                  <a:pt x="2452783" y="31814"/>
                  <a:pt x="2460784" y="32767"/>
                  <a:pt x="2467832" y="32957"/>
                </a:cubicBezTo>
                <a:cubicBezTo>
                  <a:pt x="2466022" y="33243"/>
                  <a:pt x="2464689" y="33720"/>
                  <a:pt x="2464689" y="34577"/>
                </a:cubicBezTo>
                <a:close/>
                <a:moveTo>
                  <a:pt x="2438400" y="11050"/>
                </a:moveTo>
                <a:lnTo>
                  <a:pt x="2445258" y="10383"/>
                </a:lnTo>
                <a:cubicBezTo>
                  <a:pt x="2444972" y="11050"/>
                  <a:pt x="2445353" y="11050"/>
                  <a:pt x="2446401" y="11050"/>
                </a:cubicBezTo>
                <a:cubicBezTo>
                  <a:pt x="2443733" y="10850"/>
                  <a:pt x="2441067" y="10850"/>
                  <a:pt x="2438400" y="11050"/>
                </a:cubicBezTo>
                <a:close/>
                <a:moveTo>
                  <a:pt x="2425541" y="11431"/>
                </a:moveTo>
                <a:cubicBezTo>
                  <a:pt x="2429494" y="9645"/>
                  <a:pt x="2435352" y="8144"/>
                  <a:pt x="2433352" y="10573"/>
                </a:cubicBezTo>
                <a:cubicBezTo>
                  <a:pt x="2431351" y="9049"/>
                  <a:pt x="2432685" y="14955"/>
                  <a:pt x="2429161" y="14002"/>
                </a:cubicBezTo>
                <a:cubicBezTo>
                  <a:pt x="2419541" y="15288"/>
                  <a:pt x="2421588" y="13216"/>
                  <a:pt x="2425541" y="11431"/>
                </a:cubicBezTo>
                <a:close/>
                <a:moveTo>
                  <a:pt x="2399730" y="15527"/>
                </a:moveTo>
                <a:lnTo>
                  <a:pt x="2408025" y="16552"/>
                </a:lnTo>
                <a:lnTo>
                  <a:pt x="2408016" y="16575"/>
                </a:lnTo>
                <a:lnTo>
                  <a:pt x="2408207" y="16575"/>
                </a:lnTo>
                <a:lnTo>
                  <a:pt x="2408025" y="16552"/>
                </a:lnTo>
                <a:lnTo>
                  <a:pt x="2408778" y="14575"/>
                </a:lnTo>
                <a:cubicBezTo>
                  <a:pt x="2407636" y="15814"/>
                  <a:pt x="2403921" y="15814"/>
                  <a:pt x="2399730" y="15527"/>
                </a:cubicBezTo>
                <a:close/>
                <a:moveTo>
                  <a:pt x="2358962" y="47626"/>
                </a:moveTo>
                <a:lnTo>
                  <a:pt x="2358962" y="41721"/>
                </a:lnTo>
                <a:cubicBezTo>
                  <a:pt x="2360428" y="43512"/>
                  <a:pt x="2362428" y="44778"/>
                  <a:pt x="2364676" y="45340"/>
                </a:cubicBezTo>
                <a:close/>
                <a:moveTo>
                  <a:pt x="2312480" y="33624"/>
                </a:moveTo>
                <a:lnTo>
                  <a:pt x="2325434" y="32290"/>
                </a:lnTo>
                <a:cubicBezTo>
                  <a:pt x="2327434" y="33909"/>
                  <a:pt x="2322672" y="34481"/>
                  <a:pt x="2319528" y="35623"/>
                </a:cubicBezTo>
                <a:cubicBezTo>
                  <a:pt x="2314766" y="36290"/>
                  <a:pt x="2311146" y="35338"/>
                  <a:pt x="2312480" y="33624"/>
                </a:cubicBezTo>
                <a:close/>
                <a:moveTo>
                  <a:pt x="2285429" y="11621"/>
                </a:moveTo>
                <a:cubicBezTo>
                  <a:pt x="2290925" y="11878"/>
                  <a:pt x="2296392" y="12716"/>
                  <a:pt x="2301716" y="14098"/>
                </a:cubicBezTo>
                <a:cubicBezTo>
                  <a:pt x="2299716" y="17526"/>
                  <a:pt x="2293334" y="14002"/>
                  <a:pt x="2285429" y="11621"/>
                </a:cubicBezTo>
                <a:close/>
                <a:moveTo>
                  <a:pt x="2266474" y="11621"/>
                </a:moveTo>
                <a:cubicBezTo>
                  <a:pt x="2272588" y="9335"/>
                  <a:pt x="2279313" y="9335"/>
                  <a:pt x="2285428" y="11621"/>
                </a:cubicBezTo>
                <a:cubicBezTo>
                  <a:pt x="2280237" y="11431"/>
                  <a:pt x="2275036" y="11745"/>
                  <a:pt x="2269902" y="12574"/>
                </a:cubicBezTo>
                <a:cubicBezTo>
                  <a:pt x="2268740" y="12345"/>
                  <a:pt x="2267588" y="12031"/>
                  <a:pt x="2266474" y="11621"/>
                </a:cubicBezTo>
                <a:close/>
                <a:moveTo>
                  <a:pt x="2132243" y="40059"/>
                </a:moveTo>
                <a:lnTo>
                  <a:pt x="2135005" y="30342"/>
                </a:lnTo>
                <a:lnTo>
                  <a:pt x="2135481" y="40059"/>
                </a:lnTo>
                <a:close/>
                <a:moveTo>
                  <a:pt x="1959424" y="57270"/>
                </a:moveTo>
                <a:cubicBezTo>
                  <a:pt x="1961269" y="56508"/>
                  <a:pt x="1964817" y="56246"/>
                  <a:pt x="1969485" y="55056"/>
                </a:cubicBezTo>
                <a:cubicBezTo>
                  <a:pt x="1965770" y="57056"/>
                  <a:pt x="1980724" y="57056"/>
                  <a:pt x="1977105" y="59437"/>
                </a:cubicBezTo>
                <a:cubicBezTo>
                  <a:pt x="1963198" y="56484"/>
                  <a:pt x="1974914" y="64771"/>
                  <a:pt x="1959578" y="62485"/>
                </a:cubicBezTo>
                <a:cubicBezTo>
                  <a:pt x="1957435" y="59294"/>
                  <a:pt x="1957578" y="58032"/>
                  <a:pt x="1959424" y="57270"/>
                </a:cubicBezTo>
                <a:close/>
                <a:moveTo>
                  <a:pt x="1956150" y="8287"/>
                </a:moveTo>
                <a:cubicBezTo>
                  <a:pt x="1955293" y="4001"/>
                  <a:pt x="1963769" y="9526"/>
                  <a:pt x="1971390" y="13050"/>
                </a:cubicBezTo>
                <a:cubicBezTo>
                  <a:pt x="1967189" y="11964"/>
                  <a:pt x="1962817" y="11735"/>
                  <a:pt x="1958531" y="12383"/>
                </a:cubicBezTo>
                <a:close/>
                <a:moveTo>
                  <a:pt x="1826419" y="59056"/>
                </a:moveTo>
                <a:lnTo>
                  <a:pt x="1838039" y="43721"/>
                </a:lnTo>
                <a:lnTo>
                  <a:pt x="1843849" y="55627"/>
                </a:lnTo>
                <a:cubicBezTo>
                  <a:pt x="1837829" y="53827"/>
                  <a:pt x="1831305" y="55113"/>
                  <a:pt x="1826419" y="59056"/>
                </a:cubicBezTo>
                <a:close/>
                <a:moveTo>
                  <a:pt x="1749077" y="52580"/>
                </a:moveTo>
                <a:lnTo>
                  <a:pt x="1752319" y="52535"/>
                </a:lnTo>
                <a:lnTo>
                  <a:pt x="1752410" y="52580"/>
                </a:lnTo>
                <a:close/>
                <a:moveTo>
                  <a:pt x="1583246" y="37625"/>
                </a:moveTo>
                <a:lnTo>
                  <a:pt x="1590579" y="34862"/>
                </a:lnTo>
                <a:lnTo>
                  <a:pt x="1585436" y="38863"/>
                </a:lnTo>
                <a:close/>
                <a:moveTo>
                  <a:pt x="1349693" y="66580"/>
                </a:moveTo>
                <a:cubicBezTo>
                  <a:pt x="1354360" y="66866"/>
                  <a:pt x="1356646" y="66961"/>
                  <a:pt x="1358170" y="68580"/>
                </a:cubicBezTo>
                <a:lnTo>
                  <a:pt x="1357408" y="70009"/>
                </a:lnTo>
                <a:close/>
                <a:moveTo>
                  <a:pt x="1316642" y="58866"/>
                </a:moveTo>
                <a:cubicBezTo>
                  <a:pt x="1319214" y="61533"/>
                  <a:pt x="1326357" y="58581"/>
                  <a:pt x="1329881" y="57628"/>
                </a:cubicBezTo>
                <a:cubicBezTo>
                  <a:pt x="1323785" y="56104"/>
                  <a:pt x="1320642" y="53532"/>
                  <a:pt x="1316642" y="58866"/>
                </a:cubicBezTo>
                <a:close/>
                <a:moveTo>
                  <a:pt x="1222034" y="60727"/>
                </a:moveTo>
                <a:lnTo>
                  <a:pt x="1226320" y="66347"/>
                </a:lnTo>
                <a:lnTo>
                  <a:pt x="1224034" y="66251"/>
                </a:lnTo>
                <a:close/>
                <a:moveTo>
                  <a:pt x="1111091" y="72580"/>
                </a:moveTo>
                <a:cubicBezTo>
                  <a:pt x="1109758" y="65532"/>
                  <a:pt x="1115663" y="72771"/>
                  <a:pt x="1125664" y="71819"/>
                </a:cubicBezTo>
                <a:cubicBezTo>
                  <a:pt x="1121092" y="71533"/>
                  <a:pt x="1115663" y="72580"/>
                  <a:pt x="1111091" y="72580"/>
                </a:cubicBezTo>
                <a:close/>
                <a:moveTo>
                  <a:pt x="864848" y="30546"/>
                </a:moveTo>
                <a:lnTo>
                  <a:pt x="864871" y="30482"/>
                </a:lnTo>
                <a:lnTo>
                  <a:pt x="866776" y="31339"/>
                </a:lnTo>
                <a:close/>
                <a:moveTo>
                  <a:pt x="17884" y="12245"/>
                </a:moveTo>
                <a:lnTo>
                  <a:pt x="27790" y="14245"/>
                </a:lnTo>
                <a:lnTo>
                  <a:pt x="24266" y="15483"/>
                </a:lnTo>
                <a:close/>
                <a:moveTo>
                  <a:pt x="11717" y="26005"/>
                </a:moveTo>
                <a:cubicBezTo>
                  <a:pt x="14574" y="19528"/>
                  <a:pt x="39054" y="25815"/>
                  <a:pt x="44102" y="19528"/>
                </a:cubicBezTo>
                <a:lnTo>
                  <a:pt x="71534" y="25910"/>
                </a:lnTo>
                <a:cubicBezTo>
                  <a:pt x="70772" y="23624"/>
                  <a:pt x="75153" y="20195"/>
                  <a:pt x="70772" y="19433"/>
                </a:cubicBezTo>
                <a:cubicBezTo>
                  <a:pt x="77535" y="19338"/>
                  <a:pt x="83535" y="19052"/>
                  <a:pt x="74582" y="15814"/>
                </a:cubicBezTo>
                <a:cubicBezTo>
                  <a:pt x="140304" y="31149"/>
                  <a:pt x="207741" y="16290"/>
                  <a:pt x="272416" y="24386"/>
                </a:cubicBezTo>
                <a:cubicBezTo>
                  <a:pt x="276607" y="23910"/>
                  <a:pt x="274035" y="21719"/>
                  <a:pt x="272416" y="20385"/>
                </a:cubicBezTo>
                <a:cubicBezTo>
                  <a:pt x="284323" y="26005"/>
                  <a:pt x="283751" y="17337"/>
                  <a:pt x="290323" y="16480"/>
                </a:cubicBezTo>
                <a:lnTo>
                  <a:pt x="307754" y="24862"/>
                </a:lnTo>
                <a:cubicBezTo>
                  <a:pt x="314802" y="22386"/>
                  <a:pt x="309278" y="19814"/>
                  <a:pt x="309754" y="18099"/>
                </a:cubicBezTo>
                <a:cubicBezTo>
                  <a:pt x="342806" y="16480"/>
                  <a:pt x="374905" y="24672"/>
                  <a:pt x="401670" y="19719"/>
                </a:cubicBezTo>
                <a:cubicBezTo>
                  <a:pt x="410529" y="22671"/>
                  <a:pt x="399956" y="26386"/>
                  <a:pt x="411195" y="27434"/>
                </a:cubicBezTo>
                <a:cubicBezTo>
                  <a:pt x="396051" y="18862"/>
                  <a:pt x="443676" y="23433"/>
                  <a:pt x="434151" y="17337"/>
                </a:cubicBezTo>
                <a:cubicBezTo>
                  <a:pt x="445009" y="26481"/>
                  <a:pt x="474537" y="19242"/>
                  <a:pt x="469679" y="32006"/>
                </a:cubicBezTo>
                <a:cubicBezTo>
                  <a:pt x="483109" y="32768"/>
                  <a:pt x="480823" y="26577"/>
                  <a:pt x="476918" y="25433"/>
                </a:cubicBezTo>
                <a:cubicBezTo>
                  <a:pt x="490662" y="26643"/>
                  <a:pt x="504521" y="25481"/>
                  <a:pt x="517875" y="22004"/>
                </a:cubicBezTo>
                <a:cubicBezTo>
                  <a:pt x="526733" y="24957"/>
                  <a:pt x="589027" y="18956"/>
                  <a:pt x="602933" y="28481"/>
                </a:cubicBezTo>
                <a:cubicBezTo>
                  <a:pt x="593408" y="22481"/>
                  <a:pt x="602933" y="25243"/>
                  <a:pt x="612458" y="22481"/>
                </a:cubicBezTo>
                <a:lnTo>
                  <a:pt x="604267" y="16956"/>
                </a:lnTo>
                <a:lnTo>
                  <a:pt x="624746" y="17623"/>
                </a:lnTo>
                <a:cubicBezTo>
                  <a:pt x="628937" y="16861"/>
                  <a:pt x="630080" y="17623"/>
                  <a:pt x="630080" y="17623"/>
                </a:cubicBezTo>
                <a:cubicBezTo>
                  <a:pt x="633604" y="17909"/>
                  <a:pt x="629222" y="20766"/>
                  <a:pt x="638081" y="22195"/>
                </a:cubicBezTo>
                <a:cubicBezTo>
                  <a:pt x="645930" y="22681"/>
                  <a:pt x="653740" y="20748"/>
                  <a:pt x="660465" y="16670"/>
                </a:cubicBezTo>
                <a:lnTo>
                  <a:pt x="658274" y="15814"/>
                </a:lnTo>
                <a:lnTo>
                  <a:pt x="667799" y="15337"/>
                </a:lnTo>
                <a:cubicBezTo>
                  <a:pt x="674752" y="15432"/>
                  <a:pt x="643129" y="20766"/>
                  <a:pt x="665894" y="23624"/>
                </a:cubicBezTo>
                <a:cubicBezTo>
                  <a:pt x="666656" y="22100"/>
                  <a:pt x="679610" y="14861"/>
                  <a:pt x="685706" y="18766"/>
                </a:cubicBezTo>
                <a:cubicBezTo>
                  <a:pt x="674085" y="18480"/>
                  <a:pt x="675514" y="22290"/>
                  <a:pt x="679800" y="23910"/>
                </a:cubicBezTo>
                <a:lnTo>
                  <a:pt x="696183" y="23910"/>
                </a:lnTo>
                <a:lnTo>
                  <a:pt x="690754" y="16861"/>
                </a:lnTo>
                <a:cubicBezTo>
                  <a:pt x="737522" y="17242"/>
                  <a:pt x="786100" y="22290"/>
                  <a:pt x="836010" y="21814"/>
                </a:cubicBezTo>
                <a:cubicBezTo>
                  <a:pt x="835677" y="25005"/>
                  <a:pt x="844512" y="25148"/>
                  <a:pt x="852858" y="25612"/>
                </a:cubicBezTo>
                <a:lnTo>
                  <a:pt x="864848" y="30546"/>
                </a:lnTo>
                <a:lnTo>
                  <a:pt x="863490" y="34280"/>
                </a:lnTo>
                <a:cubicBezTo>
                  <a:pt x="867205" y="35816"/>
                  <a:pt x="873635" y="37102"/>
                  <a:pt x="878397" y="36578"/>
                </a:cubicBezTo>
                <a:cubicBezTo>
                  <a:pt x="868014" y="33721"/>
                  <a:pt x="897065" y="27624"/>
                  <a:pt x="871729" y="26291"/>
                </a:cubicBezTo>
                <a:lnTo>
                  <a:pt x="891351" y="22004"/>
                </a:lnTo>
                <a:cubicBezTo>
                  <a:pt x="902209" y="4860"/>
                  <a:pt x="943643" y="23433"/>
                  <a:pt x="973361" y="17909"/>
                </a:cubicBezTo>
                <a:cubicBezTo>
                  <a:pt x="972132" y="18176"/>
                  <a:pt x="971066" y="18928"/>
                  <a:pt x="970408" y="20005"/>
                </a:cubicBezTo>
                <a:cubicBezTo>
                  <a:pt x="996792" y="14575"/>
                  <a:pt x="1029558" y="24672"/>
                  <a:pt x="1035749" y="21909"/>
                </a:cubicBezTo>
                <a:lnTo>
                  <a:pt x="1038035" y="26672"/>
                </a:lnTo>
                <a:cubicBezTo>
                  <a:pt x="1054533" y="19795"/>
                  <a:pt x="1072735" y="18061"/>
                  <a:pt x="1090233" y="21719"/>
                </a:cubicBezTo>
                <a:cubicBezTo>
                  <a:pt x="1089851" y="22481"/>
                  <a:pt x="1086709" y="23814"/>
                  <a:pt x="1090995" y="24862"/>
                </a:cubicBezTo>
                <a:cubicBezTo>
                  <a:pt x="1100501" y="19385"/>
                  <a:pt x="1111569" y="17270"/>
                  <a:pt x="1122427" y="18862"/>
                </a:cubicBezTo>
                <a:lnTo>
                  <a:pt x="1121665" y="20290"/>
                </a:lnTo>
                <a:lnTo>
                  <a:pt x="1150240" y="19528"/>
                </a:lnTo>
                <a:cubicBezTo>
                  <a:pt x="1150049" y="34101"/>
                  <a:pt x="1199675" y="10670"/>
                  <a:pt x="1208342" y="26386"/>
                </a:cubicBezTo>
                <a:cubicBezTo>
                  <a:pt x="1213962" y="22195"/>
                  <a:pt x="1234822" y="20861"/>
                  <a:pt x="1244347" y="18766"/>
                </a:cubicBezTo>
                <a:cubicBezTo>
                  <a:pt x="1244442" y="19433"/>
                  <a:pt x="1245014" y="20099"/>
                  <a:pt x="1246633" y="20766"/>
                </a:cubicBezTo>
                <a:cubicBezTo>
                  <a:pt x="1257682" y="12765"/>
                  <a:pt x="1278542" y="23147"/>
                  <a:pt x="1290829" y="22290"/>
                </a:cubicBezTo>
                <a:cubicBezTo>
                  <a:pt x="1298830" y="20385"/>
                  <a:pt x="1295306" y="17909"/>
                  <a:pt x="1291877" y="15432"/>
                </a:cubicBezTo>
                <a:cubicBezTo>
                  <a:pt x="1307689" y="21624"/>
                  <a:pt x="1335501" y="8574"/>
                  <a:pt x="1341216" y="11146"/>
                </a:cubicBezTo>
                <a:cubicBezTo>
                  <a:pt x="1352837" y="11813"/>
                  <a:pt x="1345598" y="16766"/>
                  <a:pt x="1348741" y="20005"/>
                </a:cubicBezTo>
                <a:cubicBezTo>
                  <a:pt x="1365982" y="18576"/>
                  <a:pt x="1345883" y="6765"/>
                  <a:pt x="1368934" y="12575"/>
                </a:cubicBezTo>
                <a:cubicBezTo>
                  <a:pt x="1366267" y="13242"/>
                  <a:pt x="1361314" y="13718"/>
                  <a:pt x="1363219" y="14575"/>
                </a:cubicBezTo>
                <a:cubicBezTo>
                  <a:pt x="1372077" y="15814"/>
                  <a:pt x="1387794" y="32577"/>
                  <a:pt x="1396556" y="29244"/>
                </a:cubicBezTo>
                <a:lnTo>
                  <a:pt x="1390842" y="26577"/>
                </a:lnTo>
                <a:cubicBezTo>
                  <a:pt x="1406844" y="22862"/>
                  <a:pt x="1428846" y="38197"/>
                  <a:pt x="1431418" y="28672"/>
                </a:cubicBezTo>
                <a:lnTo>
                  <a:pt x="1429894" y="24100"/>
                </a:lnTo>
                <a:cubicBezTo>
                  <a:pt x="1457612" y="30101"/>
                  <a:pt x="1441229" y="22290"/>
                  <a:pt x="1469804" y="27529"/>
                </a:cubicBezTo>
                <a:lnTo>
                  <a:pt x="1469804" y="28291"/>
                </a:lnTo>
                <a:cubicBezTo>
                  <a:pt x="1482091" y="27434"/>
                  <a:pt x="1488664" y="33149"/>
                  <a:pt x="1494664" y="25815"/>
                </a:cubicBezTo>
                <a:lnTo>
                  <a:pt x="1490473" y="24767"/>
                </a:lnTo>
                <a:cubicBezTo>
                  <a:pt x="1505713" y="23814"/>
                  <a:pt x="1507047" y="24767"/>
                  <a:pt x="1522477" y="24767"/>
                </a:cubicBezTo>
                <a:cubicBezTo>
                  <a:pt x="1526239" y="23671"/>
                  <a:pt x="1530240" y="23671"/>
                  <a:pt x="1534002" y="24767"/>
                </a:cubicBezTo>
                <a:cubicBezTo>
                  <a:pt x="1534669" y="18671"/>
                  <a:pt x="1569912" y="22386"/>
                  <a:pt x="1576770" y="22386"/>
                </a:cubicBezTo>
                <a:cubicBezTo>
                  <a:pt x="1564292" y="23243"/>
                  <a:pt x="1570388" y="25815"/>
                  <a:pt x="1573817" y="28291"/>
                </a:cubicBezTo>
                <a:cubicBezTo>
                  <a:pt x="1580199" y="23357"/>
                  <a:pt x="1588876" y="22614"/>
                  <a:pt x="1596010" y="26386"/>
                </a:cubicBezTo>
                <a:cubicBezTo>
                  <a:pt x="1597439" y="18862"/>
                  <a:pt x="1599439" y="10765"/>
                  <a:pt x="1619156" y="10289"/>
                </a:cubicBezTo>
                <a:cubicBezTo>
                  <a:pt x="1616108" y="11432"/>
                  <a:pt x="1611345" y="12003"/>
                  <a:pt x="1613346" y="13622"/>
                </a:cubicBezTo>
                <a:cubicBezTo>
                  <a:pt x="1615346" y="15242"/>
                  <a:pt x="1619918" y="13527"/>
                  <a:pt x="1621442" y="12956"/>
                </a:cubicBezTo>
                <a:cubicBezTo>
                  <a:pt x="1623442" y="14480"/>
                  <a:pt x="1617060" y="15718"/>
                  <a:pt x="1619251" y="18385"/>
                </a:cubicBezTo>
                <a:cubicBezTo>
                  <a:pt x="1632586" y="11051"/>
                  <a:pt x="1642587" y="17813"/>
                  <a:pt x="1661637" y="15242"/>
                </a:cubicBezTo>
                <a:cubicBezTo>
                  <a:pt x="1655541" y="17528"/>
                  <a:pt x="1660780" y="19052"/>
                  <a:pt x="1662971" y="21624"/>
                </a:cubicBezTo>
                <a:cubicBezTo>
                  <a:pt x="1664399" y="13051"/>
                  <a:pt x="1689355" y="29148"/>
                  <a:pt x="1682021" y="18004"/>
                </a:cubicBezTo>
                <a:cubicBezTo>
                  <a:pt x="1719835" y="24672"/>
                  <a:pt x="1778033" y="18480"/>
                  <a:pt x="1792797" y="25624"/>
                </a:cubicBezTo>
                <a:cubicBezTo>
                  <a:pt x="1796797" y="28767"/>
                  <a:pt x="1807274" y="23624"/>
                  <a:pt x="1813942" y="23624"/>
                </a:cubicBezTo>
                <a:lnTo>
                  <a:pt x="1812990" y="27338"/>
                </a:lnTo>
                <a:cubicBezTo>
                  <a:pt x="1831468" y="20385"/>
                  <a:pt x="1827373" y="24767"/>
                  <a:pt x="1848994" y="17813"/>
                </a:cubicBezTo>
                <a:cubicBezTo>
                  <a:pt x="1840040" y="22290"/>
                  <a:pt x="1843755" y="24386"/>
                  <a:pt x="1852804" y="27910"/>
                </a:cubicBezTo>
                <a:lnTo>
                  <a:pt x="1867759" y="20099"/>
                </a:lnTo>
                <a:lnTo>
                  <a:pt x="1870616" y="25910"/>
                </a:lnTo>
                <a:cubicBezTo>
                  <a:pt x="1877055" y="24176"/>
                  <a:pt x="1883817" y="24014"/>
                  <a:pt x="1890333" y="25433"/>
                </a:cubicBezTo>
                <a:cubicBezTo>
                  <a:pt x="1887094" y="25529"/>
                  <a:pt x="1889094" y="26005"/>
                  <a:pt x="1889094" y="27148"/>
                </a:cubicBezTo>
                <a:cubicBezTo>
                  <a:pt x="1892333" y="18956"/>
                  <a:pt x="1918908" y="19909"/>
                  <a:pt x="1923099" y="16099"/>
                </a:cubicBezTo>
                <a:cubicBezTo>
                  <a:pt x="1929766" y="24005"/>
                  <a:pt x="1940910" y="14099"/>
                  <a:pt x="1945768" y="21528"/>
                </a:cubicBezTo>
                <a:cubicBezTo>
                  <a:pt x="1948359" y="20309"/>
                  <a:pt x="1951074" y="19376"/>
                  <a:pt x="1953864" y="18766"/>
                </a:cubicBezTo>
                <a:cubicBezTo>
                  <a:pt x="1950626" y="15242"/>
                  <a:pt x="1949483" y="11432"/>
                  <a:pt x="1955483" y="13146"/>
                </a:cubicBezTo>
                <a:lnTo>
                  <a:pt x="1956912" y="13146"/>
                </a:lnTo>
                <a:lnTo>
                  <a:pt x="1959484" y="17718"/>
                </a:lnTo>
                <a:cubicBezTo>
                  <a:pt x="1964932" y="16804"/>
                  <a:pt x="1970438" y="16261"/>
                  <a:pt x="1975962" y="16099"/>
                </a:cubicBezTo>
                <a:cubicBezTo>
                  <a:pt x="1973819" y="15575"/>
                  <a:pt x="1971743" y="14804"/>
                  <a:pt x="1969771" y="13813"/>
                </a:cubicBezTo>
                <a:cubicBezTo>
                  <a:pt x="1972343" y="14480"/>
                  <a:pt x="1974819" y="15337"/>
                  <a:pt x="1977105" y="16099"/>
                </a:cubicBezTo>
                <a:lnTo>
                  <a:pt x="1978058" y="16099"/>
                </a:lnTo>
                <a:lnTo>
                  <a:pt x="1979296" y="16099"/>
                </a:lnTo>
                <a:lnTo>
                  <a:pt x="1990917" y="16099"/>
                </a:lnTo>
                <a:cubicBezTo>
                  <a:pt x="2012348" y="23147"/>
                  <a:pt x="2038542" y="6574"/>
                  <a:pt x="2062164" y="16099"/>
                </a:cubicBezTo>
                <a:cubicBezTo>
                  <a:pt x="2059020" y="14956"/>
                  <a:pt x="2053972" y="14480"/>
                  <a:pt x="2052639" y="16099"/>
                </a:cubicBezTo>
                <a:cubicBezTo>
                  <a:pt x="2072355" y="15718"/>
                  <a:pt x="2091977" y="22290"/>
                  <a:pt x="2104455" y="18766"/>
                </a:cubicBezTo>
                <a:lnTo>
                  <a:pt x="2103598" y="14480"/>
                </a:lnTo>
                <a:cubicBezTo>
                  <a:pt x="2115942" y="12489"/>
                  <a:pt x="2128429" y="11470"/>
                  <a:pt x="2140936" y="11432"/>
                </a:cubicBezTo>
                <a:lnTo>
                  <a:pt x="2141602" y="6574"/>
                </a:lnTo>
                <a:cubicBezTo>
                  <a:pt x="2158557" y="8384"/>
                  <a:pt x="2194942" y="1049"/>
                  <a:pt x="2205325" y="10574"/>
                </a:cubicBezTo>
                <a:cubicBezTo>
                  <a:pt x="2209801" y="6860"/>
                  <a:pt x="2228851" y="11908"/>
                  <a:pt x="2238376" y="10574"/>
                </a:cubicBezTo>
                <a:lnTo>
                  <a:pt x="2240853" y="14289"/>
                </a:lnTo>
                <a:cubicBezTo>
                  <a:pt x="2250139" y="15204"/>
                  <a:pt x="2259503" y="14785"/>
                  <a:pt x="2268666" y="13051"/>
                </a:cubicBezTo>
                <a:cubicBezTo>
                  <a:pt x="2294192" y="20766"/>
                  <a:pt x="2317815" y="13146"/>
                  <a:pt x="2340103" y="13718"/>
                </a:cubicBezTo>
                <a:lnTo>
                  <a:pt x="2340103" y="14765"/>
                </a:lnTo>
                <a:lnTo>
                  <a:pt x="2362677" y="12194"/>
                </a:lnTo>
                <a:cubicBezTo>
                  <a:pt x="2356772" y="15527"/>
                  <a:pt x="2367154" y="9813"/>
                  <a:pt x="2373917" y="10765"/>
                </a:cubicBezTo>
                <a:cubicBezTo>
                  <a:pt x="2383061" y="9213"/>
                  <a:pt x="2392434" y="9737"/>
                  <a:pt x="2401349" y="12289"/>
                </a:cubicBezTo>
                <a:lnTo>
                  <a:pt x="2415732" y="12289"/>
                </a:lnTo>
                <a:cubicBezTo>
                  <a:pt x="2399730" y="14765"/>
                  <a:pt x="2416874" y="17528"/>
                  <a:pt x="2417732" y="21814"/>
                </a:cubicBezTo>
                <a:lnTo>
                  <a:pt x="2427257" y="18385"/>
                </a:lnTo>
                <a:cubicBezTo>
                  <a:pt x="2430972" y="20481"/>
                  <a:pt x="2421352" y="21719"/>
                  <a:pt x="2428114" y="22671"/>
                </a:cubicBezTo>
                <a:cubicBezTo>
                  <a:pt x="2434305" y="20385"/>
                  <a:pt x="2452498" y="20481"/>
                  <a:pt x="2458213" y="16099"/>
                </a:cubicBezTo>
                <a:cubicBezTo>
                  <a:pt x="2456499" y="14680"/>
                  <a:pt x="2454479" y="13670"/>
                  <a:pt x="2452308" y="13146"/>
                </a:cubicBezTo>
                <a:lnTo>
                  <a:pt x="2452403" y="13146"/>
                </a:lnTo>
                <a:cubicBezTo>
                  <a:pt x="2453327" y="12679"/>
                  <a:pt x="2454184" y="12099"/>
                  <a:pt x="2454974" y="11432"/>
                </a:cubicBezTo>
                <a:cubicBezTo>
                  <a:pt x="2466405" y="12384"/>
                  <a:pt x="2461833" y="10574"/>
                  <a:pt x="2461833" y="8670"/>
                </a:cubicBezTo>
                <a:cubicBezTo>
                  <a:pt x="2474787" y="15337"/>
                  <a:pt x="2482502" y="10860"/>
                  <a:pt x="2492027" y="18671"/>
                </a:cubicBezTo>
                <a:cubicBezTo>
                  <a:pt x="2478502" y="10194"/>
                  <a:pt x="2521840" y="18576"/>
                  <a:pt x="2513458" y="10194"/>
                </a:cubicBezTo>
                <a:cubicBezTo>
                  <a:pt x="2523174" y="16956"/>
                  <a:pt x="2520030" y="10480"/>
                  <a:pt x="2526317" y="16290"/>
                </a:cubicBezTo>
                <a:cubicBezTo>
                  <a:pt x="2513258" y="16185"/>
                  <a:pt x="2500304" y="18680"/>
                  <a:pt x="2488217" y="23624"/>
                </a:cubicBezTo>
                <a:lnTo>
                  <a:pt x="2499075" y="27624"/>
                </a:lnTo>
                <a:cubicBezTo>
                  <a:pt x="2492027" y="35530"/>
                  <a:pt x="2474882" y="25052"/>
                  <a:pt x="2468405" y="27624"/>
                </a:cubicBezTo>
                <a:cubicBezTo>
                  <a:pt x="2472786" y="25910"/>
                  <a:pt x="2482788" y="27624"/>
                  <a:pt x="2482788" y="29339"/>
                </a:cubicBezTo>
                <a:lnTo>
                  <a:pt x="2479930" y="23529"/>
                </a:lnTo>
                <a:cubicBezTo>
                  <a:pt x="2467005" y="22357"/>
                  <a:pt x="2453984" y="24110"/>
                  <a:pt x="2441830" y="28672"/>
                </a:cubicBezTo>
                <a:cubicBezTo>
                  <a:pt x="2452117" y="30577"/>
                  <a:pt x="2429257" y="32196"/>
                  <a:pt x="2436782" y="36292"/>
                </a:cubicBezTo>
                <a:lnTo>
                  <a:pt x="2444973" y="35530"/>
                </a:lnTo>
                <a:cubicBezTo>
                  <a:pt x="2448688" y="37626"/>
                  <a:pt x="2440782" y="39435"/>
                  <a:pt x="2436211" y="41150"/>
                </a:cubicBezTo>
                <a:cubicBezTo>
                  <a:pt x="2410398" y="36863"/>
                  <a:pt x="2363535" y="40578"/>
                  <a:pt x="2354010" y="36006"/>
                </a:cubicBezTo>
                <a:cubicBezTo>
                  <a:pt x="2360544" y="37092"/>
                  <a:pt x="2367250" y="36568"/>
                  <a:pt x="2373536" y="34482"/>
                </a:cubicBezTo>
                <a:lnTo>
                  <a:pt x="2361439" y="32101"/>
                </a:lnTo>
                <a:cubicBezTo>
                  <a:pt x="2371250" y="31815"/>
                  <a:pt x="2379061" y="37054"/>
                  <a:pt x="2393539" y="35149"/>
                </a:cubicBezTo>
                <a:cubicBezTo>
                  <a:pt x="2390585" y="31434"/>
                  <a:pt x="2401539" y="26386"/>
                  <a:pt x="2390585" y="21243"/>
                </a:cubicBezTo>
                <a:cubicBezTo>
                  <a:pt x="2362963" y="15432"/>
                  <a:pt x="2367821" y="30863"/>
                  <a:pt x="2334388" y="29434"/>
                </a:cubicBezTo>
                <a:cubicBezTo>
                  <a:pt x="2331340" y="30577"/>
                  <a:pt x="2341341" y="23433"/>
                  <a:pt x="2323625" y="25433"/>
                </a:cubicBezTo>
                <a:cubicBezTo>
                  <a:pt x="2301241" y="29148"/>
                  <a:pt x="2284858" y="37530"/>
                  <a:pt x="2284858" y="45627"/>
                </a:cubicBezTo>
                <a:cubicBezTo>
                  <a:pt x="2294288" y="43246"/>
                  <a:pt x="2313148" y="38483"/>
                  <a:pt x="2316005" y="44389"/>
                </a:cubicBezTo>
                <a:cubicBezTo>
                  <a:pt x="2306575" y="46674"/>
                  <a:pt x="2290383" y="48103"/>
                  <a:pt x="2289525" y="51913"/>
                </a:cubicBezTo>
                <a:cubicBezTo>
                  <a:pt x="2279810" y="45150"/>
                  <a:pt x="2307242" y="49913"/>
                  <a:pt x="2294478" y="44293"/>
                </a:cubicBezTo>
                <a:cubicBezTo>
                  <a:pt x="2290107" y="44522"/>
                  <a:pt x="2285849" y="45722"/>
                  <a:pt x="2282001" y="47817"/>
                </a:cubicBezTo>
                <a:cubicBezTo>
                  <a:pt x="2286382" y="44960"/>
                  <a:pt x="2276095" y="43055"/>
                  <a:pt x="2274095" y="41531"/>
                </a:cubicBezTo>
                <a:cubicBezTo>
                  <a:pt x="2252664" y="41436"/>
                  <a:pt x="2240377" y="38483"/>
                  <a:pt x="2217421" y="37912"/>
                </a:cubicBezTo>
                <a:cubicBezTo>
                  <a:pt x="2216183" y="36959"/>
                  <a:pt x="2213707" y="34768"/>
                  <a:pt x="2214373" y="33149"/>
                </a:cubicBezTo>
                <a:cubicBezTo>
                  <a:pt x="2203133" y="34958"/>
                  <a:pt x="2187132" y="45055"/>
                  <a:pt x="2191323" y="49246"/>
                </a:cubicBezTo>
                <a:cubicBezTo>
                  <a:pt x="2178178" y="49532"/>
                  <a:pt x="2177416" y="46388"/>
                  <a:pt x="2166272" y="48198"/>
                </a:cubicBezTo>
                <a:cubicBezTo>
                  <a:pt x="2184179" y="54294"/>
                  <a:pt x="2162748" y="47246"/>
                  <a:pt x="2160842" y="53723"/>
                </a:cubicBezTo>
                <a:cubicBezTo>
                  <a:pt x="2149127" y="54485"/>
                  <a:pt x="2156557" y="50579"/>
                  <a:pt x="2151317" y="49056"/>
                </a:cubicBezTo>
                <a:lnTo>
                  <a:pt x="2145296" y="53212"/>
                </a:lnTo>
                <a:lnTo>
                  <a:pt x="2144555" y="53723"/>
                </a:lnTo>
                <a:cubicBezTo>
                  <a:pt x="2137507" y="48294"/>
                  <a:pt x="2158176" y="40388"/>
                  <a:pt x="2149889" y="34673"/>
                </a:cubicBezTo>
                <a:cubicBezTo>
                  <a:pt x="2139469" y="30329"/>
                  <a:pt x="2128743" y="26758"/>
                  <a:pt x="2117790" y="24005"/>
                </a:cubicBezTo>
                <a:cubicBezTo>
                  <a:pt x="2112646" y="29530"/>
                  <a:pt x="2113980" y="52104"/>
                  <a:pt x="2122171" y="59438"/>
                </a:cubicBezTo>
                <a:cubicBezTo>
                  <a:pt x="2121314" y="63248"/>
                  <a:pt x="2111313" y="55437"/>
                  <a:pt x="2106264" y="54961"/>
                </a:cubicBezTo>
                <a:cubicBezTo>
                  <a:pt x="2091786" y="48865"/>
                  <a:pt x="2084166" y="59819"/>
                  <a:pt x="2072070" y="57342"/>
                </a:cubicBezTo>
                <a:lnTo>
                  <a:pt x="2081595" y="53914"/>
                </a:lnTo>
                <a:cubicBezTo>
                  <a:pt x="2073965" y="53008"/>
                  <a:pt x="2066231" y="53923"/>
                  <a:pt x="2059020" y="56580"/>
                </a:cubicBezTo>
                <a:cubicBezTo>
                  <a:pt x="2058544" y="54485"/>
                  <a:pt x="2068260" y="45627"/>
                  <a:pt x="2062735" y="43055"/>
                </a:cubicBezTo>
                <a:cubicBezTo>
                  <a:pt x="2040732" y="41912"/>
                  <a:pt x="2020349" y="53723"/>
                  <a:pt x="2021682" y="60104"/>
                </a:cubicBezTo>
                <a:lnTo>
                  <a:pt x="2055020" y="53437"/>
                </a:lnTo>
                <a:cubicBezTo>
                  <a:pt x="2056163" y="58771"/>
                  <a:pt x="2031398" y="58771"/>
                  <a:pt x="2032732" y="65248"/>
                </a:cubicBezTo>
                <a:lnTo>
                  <a:pt x="2002061" y="63343"/>
                </a:lnTo>
                <a:cubicBezTo>
                  <a:pt x="2005966" y="63152"/>
                  <a:pt x="2017777" y="61629"/>
                  <a:pt x="2013110" y="58676"/>
                </a:cubicBezTo>
                <a:cubicBezTo>
                  <a:pt x="1999966" y="58961"/>
                  <a:pt x="2006347" y="57723"/>
                  <a:pt x="1997489" y="55247"/>
                </a:cubicBezTo>
                <a:cubicBezTo>
                  <a:pt x="2016063" y="46208"/>
                  <a:pt x="2033703" y="35359"/>
                  <a:pt x="2050162" y="22862"/>
                </a:cubicBezTo>
                <a:lnTo>
                  <a:pt x="2034255" y="26481"/>
                </a:lnTo>
                <a:lnTo>
                  <a:pt x="2030350" y="23338"/>
                </a:lnTo>
                <a:cubicBezTo>
                  <a:pt x="2009681" y="27529"/>
                  <a:pt x="1991107" y="48484"/>
                  <a:pt x="1985678" y="53914"/>
                </a:cubicBezTo>
                <a:cubicBezTo>
                  <a:pt x="1973772" y="52580"/>
                  <a:pt x="1977963" y="41150"/>
                  <a:pt x="1980725" y="38959"/>
                </a:cubicBezTo>
                <a:cubicBezTo>
                  <a:pt x="1957484" y="38388"/>
                  <a:pt x="1957770" y="55056"/>
                  <a:pt x="1934243" y="53437"/>
                </a:cubicBezTo>
                <a:lnTo>
                  <a:pt x="1943101" y="55913"/>
                </a:lnTo>
                <a:cubicBezTo>
                  <a:pt x="1937482" y="56866"/>
                  <a:pt x="1917383" y="54770"/>
                  <a:pt x="1919479" y="56866"/>
                </a:cubicBezTo>
                <a:cubicBezTo>
                  <a:pt x="1914812" y="54199"/>
                  <a:pt x="1910621" y="46674"/>
                  <a:pt x="1915764" y="44674"/>
                </a:cubicBezTo>
                <a:lnTo>
                  <a:pt x="1895000" y="55437"/>
                </a:lnTo>
                <a:cubicBezTo>
                  <a:pt x="1898048" y="54294"/>
                  <a:pt x="1896047" y="45150"/>
                  <a:pt x="1897286" y="43531"/>
                </a:cubicBezTo>
                <a:cubicBezTo>
                  <a:pt x="1888999" y="43150"/>
                  <a:pt x="1883094" y="54104"/>
                  <a:pt x="1888332" y="55533"/>
                </a:cubicBezTo>
                <a:cubicBezTo>
                  <a:pt x="1879455" y="53028"/>
                  <a:pt x="1870911" y="49446"/>
                  <a:pt x="1862901" y="44865"/>
                </a:cubicBezTo>
                <a:cubicBezTo>
                  <a:pt x="1858043" y="45436"/>
                  <a:pt x="1863281" y="54580"/>
                  <a:pt x="1866806" y="55533"/>
                </a:cubicBezTo>
                <a:cubicBezTo>
                  <a:pt x="1859424" y="57323"/>
                  <a:pt x="1851709" y="57323"/>
                  <a:pt x="1844327" y="55533"/>
                </a:cubicBezTo>
                <a:cubicBezTo>
                  <a:pt x="1862234" y="51627"/>
                  <a:pt x="1849280" y="35054"/>
                  <a:pt x="1852709" y="28101"/>
                </a:cubicBezTo>
                <a:lnTo>
                  <a:pt x="1814323" y="55913"/>
                </a:lnTo>
                <a:cubicBezTo>
                  <a:pt x="1816295" y="52342"/>
                  <a:pt x="1817705" y="48484"/>
                  <a:pt x="1818514" y="44483"/>
                </a:cubicBezTo>
                <a:cubicBezTo>
                  <a:pt x="1816895" y="48532"/>
                  <a:pt x="1804989" y="50842"/>
                  <a:pt x="1790761" y="51997"/>
                </a:cubicBezTo>
                <a:lnTo>
                  <a:pt x="1752319" y="52535"/>
                </a:lnTo>
                <a:lnTo>
                  <a:pt x="1745946" y="49377"/>
                </a:lnTo>
                <a:cubicBezTo>
                  <a:pt x="1740862" y="48817"/>
                  <a:pt x="1734266" y="48960"/>
                  <a:pt x="1730408" y="50389"/>
                </a:cubicBezTo>
                <a:cubicBezTo>
                  <a:pt x="1731741" y="49151"/>
                  <a:pt x="1733456" y="49151"/>
                  <a:pt x="1736790" y="49151"/>
                </a:cubicBezTo>
                <a:cubicBezTo>
                  <a:pt x="1722216" y="43055"/>
                  <a:pt x="1717930" y="61438"/>
                  <a:pt x="1703166" y="54294"/>
                </a:cubicBezTo>
                <a:cubicBezTo>
                  <a:pt x="1716501" y="55056"/>
                  <a:pt x="1719168" y="51722"/>
                  <a:pt x="1718501" y="48580"/>
                </a:cubicBezTo>
                <a:cubicBezTo>
                  <a:pt x="1707548" y="51818"/>
                  <a:pt x="1682021" y="48580"/>
                  <a:pt x="1687355" y="58105"/>
                </a:cubicBezTo>
                <a:cubicBezTo>
                  <a:pt x="1680307" y="56104"/>
                  <a:pt x="1674020" y="57342"/>
                  <a:pt x="1674591" y="52485"/>
                </a:cubicBezTo>
                <a:lnTo>
                  <a:pt x="1647541" y="58199"/>
                </a:lnTo>
                <a:cubicBezTo>
                  <a:pt x="1649540" y="57247"/>
                  <a:pt x="1651350" y="54390"/>
                  <a:pt x="1643445" y="53723"/>
                </a:cubicBezTo>
                <a:cubicBezTo>
                  <a:pt x="1658970" y="55056"/>
                  <a:pt x="1673639" y="46103"/>
                  <a:pt x="1681545" y="52389"/>
                </a:cubicBezTo>
                <a:cubicBezTo>
                  <a:pt x="1682021" y="46484"/>
                  <a:pt x="1676306" y="43340"/>
                  <a:pt x="1683545" y="38292"/>
                </a:cubicBezTo>
                <a:cubicBezTo>
                  <a:pt x="1654303" y="41150"/>
                  <a:pt x="1638301" y="51151"/>
                  <a:pt x="1619918" y="58009"/>
                </a:cubicBezTo>
                <a:lnTo>
                  <a:pt x="1594200" y="53818"/>
                </a:lnTo>
                <a:lnTo>
                  <a:pt x="1593057" y="56485"/>
                </a:lnTo>
                <a:lnTo>
                  <a:pt x="1588581" y="49723"/>
                </a:lnTo>
                <a:cubicBezTo>
                  <a:pt x="1585342" y="51246"/>
                  <a:pt x="1583247" y="52485"/>
                  <a:pt x="1582675" y="51913"/>
                </a:cubicBezTo>
                <a:cubicBezTo>
                  <a:pt x="1582104" y="51342"/>
                  <a:pt x="1582865" y="50484"/>
                  <a:pt x="1584199" y="49436"/>
                </a:cubicBezTo>
                <a:cubicBezTo>
                  <a:pt x="1581970" y="49646"/>
                  <a:pt x="1579789" y="50199"/>
                  <a:pt x="1577722" y="51056"/>
                </a:cubicBezTo>
                <a:cubicBezTo>
                  <a:pt x="1576579" y="47531"/>
                  <a:pt x="1581246" y="43436"/>
                  <a:pt x="1586104" y="39721"/>
                </a:cubicBezTo>
                <a:cubicBezTo>
                  <a:pt x="1588390" y="40959"/>
                  <a:pt x="1590771" y="42293"/>
                  <a:pt x="1593153" y="43436"/>
                </a:cubicBezTo>
                <a:cubicBezTo>
                  <a:pt x="1598201" y="39721"/>
                  <a:pt x="1601915" y="36197"/>
                  <a:pt x="1594867" y="33911"/>
                </a:cubicBezTo>
                <a:lnTo>
                  <a:pt x="1591247" y="35340"/>
                </a:lnTo>
                <a:cubicBezTo>
                  <a:pt x="1594105" y="32863"/>
                  <a:pt x="1596391" y="30768"/>
                  <a:pt x="1594105" y="29720"/>
                </a:cubicBezTo>
                <a:lnTo>
                  <a:pt x="1574389" y="33054"/>
                </a:lnTo>
                <a:cubicBezTo>
                  <a:pt x="1577665" y="34549"/>
                  <a:pt x="1580846" y="36235"/>
                  <a:pt x="1583914" y="38102"/>
                </a:cubicBezTo>
                <a:cubicBezTo>
                  <a:pt x="1571531" y="42960"/>
                  <a:pt x="1557529" y="47913"/>
                  <a:pt x="1568483" y="52485"/>
                </a:cubicBezTo>
                <a:lnTo>
                  <a:pt x="1553529" y="48484"/>
                </a:lnTo>
                <a:cubicBezTo>
                  <a:pt x="1541956" y="53284"/>
                  <a:pt x="1529878" y="56761"/>
                  <a:pt x="1517524" y="58866"/>
                </a:cubicBezTo>
                <a:cubicBezTo>
                  <a:pt x="1516381" y="56485"/>
                  <a:pt x="1522096" y="54485"/>
                  <a:pt x="1518191" y="52771"/>
                </a:cubicBezTo>
                <a:cubicBezTo>
                  <a:pt x="1502570" y="60104"/>
                  <a:pt x="1480091" y="43912"/>
                  <a:pt x="1476662" y="50579"/>
                </a:cubicBezTo>
                <a:cubicBezTo>
                  <a:pt x="1464089" y="52294"/>
                  <a:pt x="1471423" y="56485"/>
                  <a:pt x="1463422" y="58390"/>
                </a:cubicBezTo>
                <a:cubicBezTo>
                  <a:pt x="1463803" y="57628"/>
                  <a:pt x="1464565" y="56009"/>
                  <a:pt x="1462184" y="56009"/>
                </a:cubicBezTo>
                <a:lnTo>
                  <a:pt x="1452659" y="60867"/>
                </a:lnTo>
                <a:cubicBezTo>
                  <a:pt x="1448849" y="59057"/>
                  <a:pt x="1461517" y="57438"/>
                  <a:pt x="1450754" y="55342"/>
                </a:cubicBezTo>
                <a:cubicBezTo>
                  <a:pt x="1436314" y="59504"/>
                  <a:pt x="1421207" y="60800"/>
                  <a:pt x="1406272" y="59152"/>
                </a:cubicBezTo>
                <a:cubicBezTo>
                  <a:pt x="1383983" y="60295"/>
                  <a:pt x="1415226" y="68868"/>
                  <a:pt x="1396747" y="67915"/>
                </a:cubicBezTo>
                <a:cubicBezTo>
                  <a:pt x="1393632" y="61657"/>
                  <a:pt x="1387051" y="57895"/>
                  <a:pt x="1380078" y="58390"/>
                </a:cubicBezTo>
                <a:cubicBezTo>
                  <a:pt x="1373982" y="61152"/>
                  <a:pt x="1374840" y="64295"/>
                  <a:pt x="1364457" y="66010"/>
                </a:cubicBezTo>
                <a:lnTo>
                  <a:pt x="1365124" y="59914"/>
                </a:lnTo>
                <a:cubicBezTo>
                  <a:pt x="1355599" y="60200"/>
                  <a:pt x="1347884" y="61343"/>
                  <a:pt x="1347884" y="56676"/>
                </a:cubicBezTo>
                <a:cubicBezTo>
                  <a:pt x="1342302" y="58838"/>
                  <a:pt x="1336187" y="59266"/>
                  <a:pt x="1330358" y="57914"/>
                </a:cubicBezTo>
                <a:cubicBezTo>
                  <a:pt x="1315880" y="61057"/>
                  <a:pt x="1341026" y="70201"/>
                  <a:pt x="1344455" y="72582"/>
                </a:cubicBezTo>
                <a:cubicBezTo>
                  <a:pt x="1330167" y="67724"/>
                  <a:pt x="1320261" y="70392"/>
                  <a:pt x="1312165" y="63057"/>
                </a:cubicBezTo>
                <a:lnTo>
                  <a:pt x="1324834" y="61438"/>
                </a:lnTo>
                <a:cubicBezTo>
                  <a:pt x="1297878" y="53914"/>
                  <a:pt x="1299211" y="70106"/>
                  <a:pt x="1286734" y="57152"/>
                </a:cubicBezTo>
                <a:cubicBezTo>
                  <a:pt x="1295972" y="57628"/>
                  <a:pt x="1307022" y="54390"/>
                  <a:pt x="1301592" y="51056"/>
                </a:cubicBezTo>
                <a:lnTo>
                  <a:pt x="1288257" y="54199"/>
                </a:lnTo>
                <a:cubicBezTo>
                  <a:pt x="1286638" y="52580"/>
                  <a:pt x="1295877" y="53056"/>
                  <a:pt x="1289782" y="51151"/>
                </a:cubicBezTo>
                <a:cubicBezTo>
                  <a:pt x="1284619" y="52961"/>
                  <a:pt x="1279590" y="55123"/>
                  <a:pt x="1274732" y="57628"/>
                </a:cubicBezTo>
                <a:lnTo>
                  <a:pt x="1250633" y="58676"/>
                </a:lnTo>
                <a:cubicBezTo>
                  <a:pt x="1255206" y="58961"/>
                  <a:pt x="1256349" y="56485"/>
                  <a:pt x="1251682" y="56485"/>
                </a:cubicBezTo>
                <a:lnTo>
                  <a:pt x="1235870" y="59628"/>
                </a:lnTo>
                <a:cubicBezTo>
                  <a:pt x="1240728" y="58105"/>
                  <a:pt x="1235774" y="56199"/>
                  <a:pt x="1228631" y="55247"/>
                </a:cubicBezTo>
                <a:cubicBezTo>
                  <a:pt x="1208248" y="53247"/>
                  <a:pt x="1212343" y="68963"/>
                  <a:pt x="1196531" y="62772"/>
                </a:cubicBezTo>
                <a:cubicBezTo>
                  <a:pt x="1198817" y="62867"/>
                  <a:pt x="1199199" y="62296"/>
                  <a:pt x="1201485" y="62296"/>
                </a:cubicBezTo>
                <a:lnTo>
                  <a:pt x="1193389" y="59533"/>
                </a:lnTo>
                <a:cubicBezTo>
                  <a:pt x="1191293" y="72487"/>
                  <a:pt x="1145478" y="60867"/>
                  <a:pt x="1143668" y="73820"/>
                </a:cubicBezTo>
                <a:cubicBezTo>
                  <a:pt x="1132142" y="68296"/>
                  <a:pt x="1142906" y="70392"/>
                  <a:pt x="1157765" y="64295"/>
                </a:cubicBezTo>
                <a:lnTo>
                  <a:pt x="1149934" y="61928"/>
                </a:lnTo>
                <a:lnTo>
                  <a:pt x="1158908" y="60867"/>
                </a:lnTo>
                <a:cubicBezTo>
                  <a:pt x="1154431" y="61086"/>
                  <a:pt x="1149945" y="60990"/>
                  <a:pt x="1145478" y="60581"/>
                </a:cubicBezTo>
                <a:lnTo>
                  <a:pt x="1149934" y="61928"/>
                </a:lnTo>
                <a:lnTo>
                  <a:pt x="1118617" y="65629"/>
                </a:lnTo>
                <a:cubicBezTo>
                  <a:pt x="1112426" y="63819"/>
                  <a:pt x="1123475" y="55913"/>
                  <a:pt x="1105854" y="58105"/>
                </a:cubicBezTo>
                <a:cubicBezTo>
                  <a:pt x="1080993" y="60581"/>
                  <a:pt x="1110616" y="67534"/>
                  <a:pt x="1095662" y="69058"/>
                </a:cubicBezTo>
                <a:lnTo>
                  <a:pt x="1084803" y="62296"/>
                </a:lnTo>
                <a:cubicBezTo>
                  <a:pt x="1065753" y="67724"/>
                  <a:pt x="1051466" y="63152"/>
                  <a:pt x="1035369" y="62296"/>
                </a:cubicBezTo>
                <a:cubicBezTo>
                  <a:pt x="1033102" y="62410"/>
                  <a:pt x="1030911" y="63096"/>
                  <a:pt x="1028987" y="64295"/>
                </a:cubicBezTo>
                <a:cubicBezTo>
                  <a:pt x="1011842" y="61343"/>
                  <a:pt x="993078" y="70772"/>
                  <a:pt x="980124" y="68582"/>
                </a:cubicBezTo>
                <a:cubicBezTo>
                  <a:pt x="983172" y="67248"/>
                  <a:pt x="972694" y="64391"/>
                  <a:pt x="971170" y="62772"/>
                </a:cubicBezTo>
                <a:lnTo>
                  <a:pt x="947834" y="66867"/>
                </a:lnTo>
                <a:cubicBezTo>
                  <a:pt x="958216" y="64962"/>
                  <a:pt x="957740" y="61152"/>
                  <a:pt x="959645" y="57342"/>
                </a:cubicBezTo>
                <a:cubicBezTo>
                  <a:pt x="954358" y="58085"/>
                  <a:pt x="949110" y="59104"/>
                  <a:pt x="943929" y="60390"/>
                </a:cubicBezTo>
                <a:cubicBezTo>
                  <a:pt x="946976" y="59057"/>
                  <a:pt x="950024" y="57628"/>
                  <a:pt x="946119" y="55913"/>
                </a:cubicBezTo>
                <a:lnTo>
                  <a:pt x="921640" y="62296"/>
                </a:lnTo>
                <a:cubicBezTo>
                  <a:pt x="923802" y="62943"/>
                  <a:pt x="926050" y="63296"/>
                  <a:pt x="928308" y="63343"/>
                </a:cubicBezTo>
                <a:cubicBezTo>
                  <a:pt x="918811" y="64772"/>
                  <a:pt x="909143" y="64543"/>
                  <a:pt x="899733" y="62676"/>
                </a:cubicBezTo>
                <a:cubicBezTo>
                  <a:pt x="900495" y="61152"/>
                  <a:pt x="903448" y="59819"/>
                  <a:pt x="904209" y="58295"/>
                </a:cubicBezTo>
                <a:cubicBezTo>
                  <a:pt x="909162" y="61447"/>
                  <a:pt x="915668" y="60514"/>
                  <a:pt x="919545" y="56104"/>
                </a:cubicBezTo>
                <a:cubicBezTo>
                  <a:pt x="902685" y="56676"/>
                  <a:pt x="915354" y="55056"/>
                  <a:pt x="907257" y="52389"/>
                </a:cubicBezTo>
                <a:cubicBezTo>
                  <a:pt x="895351" y="52485"/>
                  <a:pt x="890398" y="57628"/>
                  <a:pt x="893541" y="60867"/>
                </a:cubicBezTo>
                <a:cubicBezTo>
                  <a:pt x="883121" y="58647"/>
                  <a:pt x="872301" y="59104"/>
                  <a:pt x="862109" y="62200"/>
                </a:cubicBezTo>
                <a:lnTo>
                  <a:pt x="864681" y="57056"/>
                </a:lnTo>
                <a:lnTo>
                  <a:pt x="852108" y="58676"/>
                </a:lnTo>
                <a:lnTo>
                  <a:pt x="862300" y="52294"/>
                </a:lnTo>
                <a:cubicBezTo>
                  <a:pt x="838106" y="48770"/>
                  <a:pt x="857822" y="61247"/>
                  <a:pt x="830962" y="58295"/>
                </a:cubicBezTo>
                <a:lnTo>
                  <a:pt x="830962" y="53723"/>
                </a:lnTo>
                <a:cubicBezTo>
                  <a:pt x="820675" y="55437"/>
                  <a:pt x="817056" y="63248"/>
                  <a:pt x="809055" y="57723"/>
                </a:cubicBezTo>
                <a:cubicBezTo>
                  <a:pt x="798958" y="60486"/>
                  <a:pt x="826199" y="64200"/>
                  <a:pt x="802578" y="65153"/>
                </a:cubicBezTo>
                <a:cubicBezTo>
                  <a:pt x="796234" y="62476"/>
                  <a:pt x="789519" y="60771"/>
                  <a:pt x="782670" y="60104"/>
                </a:cubicBezTo>
                <a:cubicBezTo>
                  <a:pt x="775146" y="62200"/>
                  <a:pt x="788481" y="65534"/>
                  <a:pt x="793243" y="64867"/>
                </a:cubicBezTo>
                <a:cubicBezTo>
                  <a:pt x="757620" y="67153"/>
                  <a:pt x="771145" y="49341"/>
                  <a:pt x="739331" y="55342"/>
                </a:cubicBezTo>
                <a:cubicBezTo>
                  <a:pt x="750285" y="58676"/>
                  <a:pt x="730283" y="64105"/>
                  <a:pt x="756000" y="64105"/>
                </a:cubicBezTo>
                <a:cubicBezTo>
                  <a:pt x="743713" y="66772"/>
                  <a:pt x="731807" y="57438"/>
                  <a:pt x="718948" y="62486"/>
                </a:cubicBezTo>
                <a:lnTo>
                  <a:pt x="727330" y="56580"/>
                </a:lnTo>
                <a:cubicBezTo>
                  <a:pt x="723082" y="56856"/>
                  <a:pt x="718910" y="57790"/>
                  <a:pt x="714947" y="59343"/>
                </a:cubicBezTo>
                <a:lnTo>
                  <a:pt x="715995" y="54770"/>
                </a:lnTo>
                <a:cubicBezTo>
                  <a:pt x="700184" y="62772"/>
                  <a:pt x="686563" y="51056"/>
                  <a:pt x="677038" y="61438"/>
                </a:cubicBezTo>
                <a:cubicBezTo>
                  <a:pt x="683610" y="53247"/>
                  <a:pt x="665227" y="61914"/>
                  <a:pt x="658940" y="58676"/>
                </a:cubicBezTo>
                <a:cubicBezTo>
                  <a:pt x="671990" y="52961"/>
                  <a:pt x="696374" y="58866"/>
                  <a:pt x="698089" y="51342"/>
                </a:cubicBezTo>
                <a:cubicBezTo>
                  <a:pt x="691992" y="49056"/>
                  <a:pt x="686563" y="52771"/>
                  <a:pt x="680753" y="50484"/>
                </a:cubicBezTo>
                <a:cubicBezTo>
                  <a:pt x="684849" y="49608"/>
                  <a:pt x="688773" y="48065"/>
                  <a:pt x="692373" y="45912"/>
                </a:cubicBezTo>
                <a:cubicBezTo>
                  <a:pt x="672276" y="41626"/>
                  <a:pt x="660846" y="50389"/>
                  <a:pt x="648654" y="52389"/>
                </a:cubicBezTo>
                <a:lnTo>
                  <a:pt x="670180" y="50675"/>
                </a:lnTo>
                <a:cubicBezTo>
                  <a:pt x="668465" y="57819"/>
                  <a:pt x="660465" y="51913"/>
                  <a:pt x="654464" y="57819"/>
                </a:cubicBezTo>
                <a:cubicBezTo>
                  <a:pt x="643701" y="53818"/>
                  <a:pt x="635319" y="59628"/>
                  <a:pt x="626556" y="57152"/>
                </a:cubicBezTo>
                <a:cubicBezTo>
                  <a:pt x="628842" y="57247"/>
                  <a:pt x="629032" y="56485"/>
                  <a:pt x="631318" y="56485"/>
                </a:cubicBezTo>
                <a:cubicBezTo>
                  <a:pt x="607887" y="56676"/>
                  <a:pt x="601219" y="45150"/>
                  <a:pt x="592075" y="44198"/>
                </a:cubicBezTo>
                <a:cubicBezTo>
                  <a:pt x="582931" y="43246"/>
                  <a:pt x="565596" y="47341"/>
                  <a:pt x="571882" y="50484"/>
                </a:cubicBezTo>
                <a:cubicBezTo>
                  <a:pt x="564357" y="52580"/>
                  <a:pt x="603029" y="48484"/>
                  <a:pt x="589599" y="58009"/>
                </a:cubicBezTo>
                <a:cubicBezTo>
                  <a:pt x="576263" y="46770"/>
                  <a:pt x="562071" y="62296"/>
                  <a:pt x="532925" y="54580"/>
                </a:cubicBezTo>
                <a:cubicBezTo>
                  <a:pt x="545689" y="50484"/>
                  <a:pt x="525400" y="48103"/>
                  <a:pt x="536830" y="45055"/>
                </a:cubicBezTo>
                <a:cubicBezTo>
                  <a:pt x="529524" y="44741"/>
                  <a:pt x="522314" y="46770"/>
                  <a:pt x="516256" y="50865"/>
                </a:cubicBezTo>
                <a:lnTo>
                  <a:pt x="512065" y="47341"/>
                </a:lnTo>
                <a:cubicBezTo>
                  <a:pt x="493873" y="55247"/>
                  <a:pt x="507779" y="54294"/>
                  <a:pt x="480251" y="58581"/>
                </a:cubicBezTo>
                <a:cubicBezTo>
                  <a:pt x="489491" y="55818"/>
                  <a:pt x="469203" y="53437"/>
                  <a:pt x="476251" y="50961"/>
                </a:cubicBezTo>
                <a:cubicBezTo>
                  <a:pt x="469269" y="50618"/>
                  <a:pt x="462278" y="51618"/>
                  <a:pt x="455677" y="53914"/>
                </a:cubicBezTo>
                <a:lnTo>
                  <a:pt x="456629" y="53437"/>
                </a:lnTo>
                <a:cubicBezTo>
                  <a:pt x="428817" y="55247"/>
                  <a:pt x="433865" y="48960"/>
                  <a:pt x="408528" y="52865"/>
                </a:cubicBezTo>
                <a:lnTo>
                  <a:pt x="411100" y="54961"/>
                </a:lnTo>
                <a:cubicBezTo>
                  <a:pt x="377763" y="60771"/>
                  <a:pt x="335948" y="57056"/>
                  <a:pt x="301563" y="59724"/>
                </a:cubicBezTo>
                <a:lnTo>
                  <a:pt x="313659" y="61438"/>
                </a:lnTo>
                <a:cubicBezTo>
                  <a:pt x="309945" y="60295"/>
                  <a:pt x="290513" y="64772"/>
                  <a:pt x="279846" y="61438"/>
                </a:cubicBezTo>
                <a:cubicBezTo>
                  <a:pt x="282417" y="60924"/>
                  <a:pt x="285036" y="60638"/>
                  <a:pt x="287656" y="60581"/>
                </a:cubicBezTo>
                <a:cubicBezTo>
                  <a:pt x="287370" y="58199"/>
                  <a:pt x="283179" y="54675"/>
                  <a:pt x="274892" y="54104"/>
                </a:cubicBezTo>
                <a:lnTo>
                  <a:pt x="271749" y="57723"/>
                </a:lnTo>
                <a:lnTo>
                  <a:pt x="268415" y="54866"/>
                </a:lnTo>
                <a:cubicBezTo>
                  <a:pt x="255842" y="54866"/>
                  <a:pt x="272130" y="60009"/>
                  <a:pt x="259557" y="60009"/>
                </a:cubicBezTo>
                <a:cubicBezTo>
                  <a:pt x="252223" y="49436"/>
                  <a:pt x="205360" y="58961"/>
                  <a:pt x="194501" y="49436"/>
                </a:cubicBezTo>
                <a:cubicBezTo>
                  <a:pt x="185929" y="57438"/>
                  <a:pt x="218409" y="50579"/>
                  <a:pt x="208884" y="57438"/>
                </a:cubicBezTo>
                <a:cubicBezTo>
                  <a:pt x="204522" y="55609"/>
                  <a:pt x="199883" y="54551"/>
                  <a:pt x="195168" y="54294"/>
                </a:cubicBezTo>
                <a:lnTo>
                  <a:pt x="198026" y="58771"/>
                </a:lnTo>
                <a:cubicBezTo>
                  <a:pt x="159926" y="56199"/>
                  <a:pt x="145353" y="52389"/>
                  <a:pt x="111444" y="53342"/>
                </a:cubicBezTo>
                <a:lnTo>
                  <a:pt x="112873" y="52294"/>
                </a:lnTo>
                <a:cubicBezTo>
                  <a:pt x="104795" y="49979"/>
                  <a:pt x="96118" y="51075"/>
                  <a:pt x="88869" y="55342"/>
                </a:cubicBezTo>
                <a:cubicBezTo>
                  <a:pt x="86393" y="53151"/>
                  <a:pt x="95060" y="52104"/>
                  <a:pt x="90393" y="50294"/>
                </a:cubicBezTo>
                <a:cubicBezTo>
                  <a:pt x="69153" y="61819"/>
                  <a:pt x="47912" y="41817"/>
                  <a:pt x="34958" y="49818"/>
                </a:cubicBezTo>
                <a:cubicBezTo>
                  <a:pt x="36577" y="40769"/>
                  <a:pt x="8859" y="32006"/>
                  <a:pt x="20385" y="24957"/>
                </a:cubicBezTo>
                <a:close/>
                <a:moveTo>
                  <a:pt x="0" y="20004"/>
                </a:moveTo>
                <a:lnTo>
                  <a:pt x="5906" y="14479"/>
                </a:lnTo>
                <a:lnTo>
                  <a:pt x="8192" y="20575"/>
                </a:lnTo>
                <a:cubicBezTo>
                  <a:pt x="6573" y="19241"/>
                  <a:pt x="2191" y="19718"/>
                  <a:pt x="0" y="20004"/>
                </a:cubicBezTo>
                <a:close/>
              </a:path>
            </a:pathLst>
          </a:custGeom>
          <a:gradFill flip="none" rotWithShape="1">
            <a:gsLst>
              <a:gs pos="0">
                <a:srgbClr val="BA1011"/>
              </a:gs>
              <a:gs pos="100000">
                <a:srgbClr val="690D0E">
                  <a:alpha val="0"/>
                </a:srgbClr>
              </a:gs>
              <a:gs pos="44000">
                <a:srgbClr val="690D0E"/>
              </a:gs>
            </a:gsLst>
            <a:lin ang="0" scaled="1"/>
            <a:tileRect/>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Roboto Regular"/>
              <a:ea typeface="思源黑体 CN Regular"/>
              <a:cs typeface="+mn-cs"/>
            </a:endParaRPr>
          </a:p>
        </p:txBody>
      </p:sp>
      <p:sp>
        <p:nvSpPr>
          <p:cNvPr id="54" name="任意多边形: 形状 12">
            <a:extLst>
              <a:ext uri="{FF2B5EF4-FFF2-40B4-BE49-F238E27FC236}">
                <a16:creationId xmlns:a16="http://schemas.microsoft.com/office/drawing/2014/main" id="{BE3D1AF0-A86B-A5D7-F625-51452CC0E9A4}"/>
              </a:ext>
            </a:extLst>
          </p:cNvPr>
          <p:cNvSpPr/>
          <p:nvPr/>
        </p:nvSpPr>
        <p:spPr>
          <a:xfrm rot="16200000" flipV="1">
            <a:off x="4632975" y="4984602"/>
            <a:ext cx="2050702" cy="45719"/>
          </a:xfrm>
          <a:custGeom>
            <a:avLst/>
            <a:gdLst>
              <a:gd name="connsiteX0" fmla="*/ 2974276 w 2978753"/>
              <a:gd name="connsiteY0" fmla="*/ 12098 h 73820"/>
              <a:gd name="connsiteX1" fmla="*/ 2978753 w 2978753"/>
              <a:gd name="connsiteY1" fmla="*/ 9240 h 73820"/>
              <a:gd name="connsiteX2" fmla="*/ 2975229 w 2978753"/>
              <a:gd name="connsiteY2" fmla="*/ 13526 h 73820"/>
              <a:gd name="connsiteX3" fmla="*/ 2974276 w 2978753"/>
              <a:gd name="connsiteY3" fmla="*/ 12098 h 73820"/>
              <a:gd name="connsiteX4" fmla="*/ 2893766 w 2978753"/>
              <a:gd name="connsiteY4" fmla="*/ 25770 h 73820"/>
              <a:gd name="connsiteX5" fmla="*/ 2904529 w 2978753"/>
              <a:gd name="connsiteY5" fmla="*/ 21770 h 73820"/>
              <a:gd name="connsiteX6" fmla="*/ 2903196 w 2978753"/>
              <a:gd name="connsiteY6" fmla="*/ 23485 h 73820"/>
              <a:gd name="connsiteX7" fmla="*/ 2834736 w 2978753"/>
              <a:gd name="connsiteY7" fmla="*/ 22575 h 73820"/>
              <a:gd name="connsiteX8" fmla="*/ 2878932 w 2978753"/>
              <a:gd name="connsiteY8" fmla="*/ 19908 h 73820"/>
              <a:gd name="connsiteX9" fmla="*/ 2873407 w 2978753"/>
              <a:gd name="connsiteY9" fmla="*/ 25432 h 73820"/>
              <a:gd name="connsiteX10" fmla="*/ 2871407 w 2978753"/>
              <a:gd name="connsiteY10" fmla="*/ 23908 h 73820"/>
              <a:gd name="connsiteX11" fmla="*/ 2834736 w 2978753"/>
              <a:gd name="connsiteY11" fmla="*/ 22575 h 73820"/>
              <a:gd name="connsiteX12" fmla="*/ 2831306 w 2978753"/>
              <a:gd name="connsiteY12" fmla="*/ 29622 h 73820"/>
              <a:gd name="connsiteX13" fmla="*/ 2844451 w 2978753"/>
              <a:gd name="connsiteY13" fmla="*/ 29242 h 73820"/>
              <a:gd name="connsiteX14" fmla="*/ 2838354 w 2978753"/>
              <a:gd name="connsiteY14" fmla="*/ 31528 h 73820"/>
              <a:gd name="connsiteX15" fmla="*/ 2798540 w 2978753"/>
              <a:gd name="connsiteY15" fmla="*/ 7811 h 73820"/>
              <a:gd name="connsiteX16" fmla="*/ 2805494 w 2978753"/>
              <a:gd name="connsiteY16" fmla="*/ 8002 h 73820"/>
              <a:gd name="connsiteX17" fmla="*/ 2807018 w 2978753"/>
              <a:gd name="connsiteY17" fmla="*/ 8668 h 73820"/>
              <a:gd name="connsiteX18" fmla="*/ 2798540 w 2978753"/>
              <a:gd name="connsiteY18" fmla="*/ 7811 h 73820"/>
              <a:gd name="connsiteX19" fmla="*/ 2784635 w 2978753"/>
              <a:gd name="connsiteY19" fmla="*/ 12383 h 73820"/>
              <a:gd name="connsiteX20" fmla="*/ 2787301 w 2978753"/>
              <a:gd name="connsiteY20" fmla="*/ 17146 h 73820"/>
              <a:gd name="connsiteX21" fmla="*/ 2784635 w 2978753"/>
              <a:gd name="connsiteY21" fmla="*/ 12383 h 73820"/>
              <a:gd name="connsiteX22" fmla="*/ 2772442 w 2978753"/>
              <a:gd name="connsiteY22" fmla="*/ 9525 h 73820"/>
              <a:gd name="connsiteX23" fmla="*/ 2774728 w 2978753"/>
              <a:gd name="connsiteY23" fmla="*/ 4096 h 73820"/>
              <a:gd name="connsiteX24" fmla="*/ 2781967 w 2978753"/>
              <a:gd name="connsiteY24" fmla="*/ 7144 h 73820"/>
              <a:gd name="connsiteX25" fmla="*/ 2768442 w 2978753"/>
              <a:gd name="connsiteY25" fmla="*/ 13431 h 73820"/>
              <a:gd name="connsiteX26" fmla="*/ 2778728 w 2978753"/>
              <a:gd name="connsiteY26" fmla="*/ 11335 h 73820"/>
              <a:gd name="connsiteX27" fmla="*/ 2773109 w 2978753"/>
              <a:gd name="connsiteY27" fmla="*/ 12669 h 73820"/>
              <a:gd name="connsiteX28" fmla="*/ 2768442 w 2978753"/>
              <a:gd name="connsiteY28" fmla="*/ 13431 h 73820"/>
              <a:gd name="connsiteX29" fmla="*/ 2759083 w 2978753"/>
              <a:gd name="connsiteY29" fmla="*/ 22912 h 73820"/>
              <a:gd name="connsiteX30" fmla="*/ 2779467 w 2978753"/>
              <a:gd name="connsiteY30" fmla="*/ 17578 h 73820"/>
              <a:gd name="connsiteX31" fmla="*/ 2762417 w 2978753"/>
              <a:gd name="connsiteY31" fmla="*/ 22817 h 73820"/>
              <a:gd name="connsiteX32" fmla="*/ 2713768 w 2978753"/>
              <a:gd name="connsiteY32" fmla="*/ 6001 h 73820"/>
              <a:gd name="connsiteX33" fmla="*/ 2724626 w 2978753"/>
              <a:gd name="connsiteY33" fmla="*/ 10001 h 73820"/>
              <a:gd name="connsiteX34" fmla="*/ 2717673 w 2978753"/>
              <a:gd name="connsiteY34" fmla="*/ 11716 h 73820"/>
              <a:gd name="connsiteX35" fmla="*/ 2713768 w 2978753"/>
              <a:gd name="connsiteY35" fmla="*/ 6001 h 73820"/>
              <a:gd name="connsiteX36" fmla="*/ 2697290 w 2978753"/>
              <a:gd name="connsiteY36" fmla="*/ 22956 h 73820"/>
              <a:gd name="connsiteX37" fmla="*/ 2715387 w 2978753"/>
              <a:gd name="connsiteY37" fmla="*/ 30004 h 73820"/>
              <a:gd name="connsiteX38" fmla="*/ 2716911 w 2978753"/>
              <a:gd name="connsiteY38" fmla="*/ 29433 h 73820"/>
              <a:gd name="connsiteX39" fmla="*/ 2715768 w 2978753"/>
              <a:gd name="connsiteY39" fmla="*/ 34385 h 73820"/>
              <a:gd name="connsiteX40" fmla="*/ 2715768 w 2978753"/>
              <a:gd name="connsiteY40" fmla="*/ 31052 h 73820"/>
              <a:gd name="connsiteX41" fmla="*/ 2707863 w 2978753"/>
              <a:gd name="connsiteY41" fmla="*/ 32862 h 73820"/>
              <a:gd name="connsiteX42" fmla="*/ 2697290 w 2978753"/>
              <a:gd name="connsiteY42" fmla="*/ 22956 h 73820"/>
              <a:gd name="connsiteX43" fmla="*/ 2695671 w 2978753"/>
              <a:gd name="connsiteY43" fmla="*/ 18574 h 73820"/>
              <a:gd name="connsiteX44" fmla="*/ 2707481 w 2978753"/>
              <a:gd name="connsiteY44" fmla="*/ 15717 h 73820"/>
              <a:gd name="connsiteX45" fmla="*/ 2706719 w 2978753"/>
              <a:gd name="connsiteY45" fmla="*/ 19527 h 73820"/>
              <a:gd name="connsiteX46" fmla="*/ 2690789 w 2978753"/>
              <a:gd name="connsiteY46" fmla="*/ 20721 h 73820"/>
              <a:gd name="connsiteX47" fmla="*/ 2692122 w 2978753"/>
              <a:gd name="connsiteY47" fmla="*/ 19007 h 73820"/>
              <a:gd name="connsiteX48" fmla="*/ 2696218 w 2978753"/>
              <a:gd name="connsiteY48" fmla="*/ 19388 h 73820"/>
              <a:gd name="connsiteX49" fmla="*/ 2681383 w 2978753"/>
              <a:gd name="connsiteY49" fmla="*/ 9049 h 73820"/>
              <a:gd name="connsiteX50" fmla="*/ 2689479 w 2978753"/>
              <a:gd name="connsiteY50" fmla="*/ 13431 h 73820"/>
              <a:gd name="connsiteX51" fmla="*/ 2685478 w 2978753"/>
              <a:gd name="connsiteY51" fmla="*/ 13145 h 73820"/>
              <a:gd name="connsiteX52" fmla="*/ 2670024 w 2978753"/>
              <a:gd name="connsiteY52" fmla="*/ 8339 h 73820"/>
              <a:gd name="connsiteX53" fmla="*/ 2680501 w 2978753"/>
              <a:gd name="connsiteY53" fmla="*/ 3291 h 73820"/>
              <a:gd name="connsiteX54" fmla="*/ 2674596 w 2978753"/>
              <a:gd name="connsiteY54" fmla="*/ 6625 h 73820"/>
              <a:gd name="connsiteX55" fmla="*/ 2651761 w 2978753"/>
              <a:gd name="connsiteY55" fmla="*/ 14670 h 73820"/>
              <a:gd name="connsiteX56" fmla="*/ 2658047 w 2978753"/>
              <a:gd name="connsiteY56" fmla="*/ 12193 h 73820"/>
              <a:gd name="connsiteX57" fmla="*/ 2659666 w 2978753"/>
              <a:gd name="connsiteY57" fmla="*/ 13336 h 73820"/>
              <a:gd name="connsiteX58" fmla="*/ 2651761 w 2978753"/>
              <a:gd name="connsiteY58" fmla="*/ 14670 h 73820"/>
              <a:gd name="connsiteX59" fmla="*/ 2640426 w 2978753"/>
              <a:gd name="connsiteY59" fmla="*/ 26860 h 73820"/>
              <a:gd name="connsiteX60" fmla="*/ 2658142 w 2978753"/>
              <a:gd name="connsiteY60" fmla="*/ 24860 h 73820"/>
              <a:gd name="connsiteX61" fmla="*/ 2649474 w 2978753"/>
              <a:gd name="connsiteY61" fmla="*/ 28289 h 73820"/>
              <a:gd name="connsiteX62" fmla="*/ 2649474 w 2978753"/>
              <a:gd name="connsiteY62" fmla="*/ 30385 h 73820"/>
              <a:gd name="connsiteX63" fmla="*/ 2627281 w 2978753"/>
              <a:gd name="connsiteY63" fmla="*/ 5048 h 73820"/>
              <a:gd name="connsiteX64" fmla="*/ 2646331 w 2978753"/>
              <a:gd name="connsiteY64" fmla="*/ 0 h 73820"/>
              <a:gd name="connsiteX65" fmla="*/ 2647664 w 2978753"/>
              <a:gd name="connsiteY65" fmla="*/ 6382 h 73820"/>
              <a:gd name="connsiteX66" fmla="*/ 2627678 w 2978753"/>
              <a:gd name="connsiteY66" fmla="*/ 5075 h 73820"/>
              <a:gd name="connsiteX67" fmla="*/ 2621281 w 2978753"/>
              <a:gd name="connsiteY67" fmla="*/ 14193 h 73820"/>
              <a:gd name="connsiteX68" fmla="*/ 2637187 w 2978753"/>
              <a:gd name="connsiteY68" fmla="*/ 11907 h 73820"/>
              <a:gd name="connsiteX69" fmla="*/ 2640330 w 2978753"/>
              <a:gd name="connsiteY69" fmla="*/ 15335 h 73820"/>
              <a:gd name="connsiteX70" fmla="*/ 2651760 w 2978753"/>
              <a:gd name="connsiteY70" fmla="*/ 14669 h 73820"/>
              <a:gd name="connsiteX71" fmla="*/ 2641473 w 2978753"/>
              <a:gd name="connsiteY71" fmla="*/ 16097 h 73820"/>
              <a:gd name="connsiteX72" fmla="*/ 2640330 w 2978753"/>
              <a:gd name="connsiteY72" fmla="*/ 15336 h 73820"/>
              <a:gd name="connsiteX73" fmla="*/ 2640331 w 2978753"/>
              <a:gd name="connsiteY73" fmla="*/ 15336 h 73820"/>
              <a:gd name="connsiteX74" fmla="*/ 2621281 w 2978753"/>
              <a:gd name="connsiteY74" fmla="*/ 14193 h 73820"/>
              <a:gd name="connsiteX75" fmla="*/ 2610136 w 2978753"/>
              <a:gd name="connsiteY75" fmla="*/ 12288 h 73820"/>
              <a:gd name="connsiteX76" fmla="*/ 2610612 w 2978753"/>
              <a:gd name="connsiteY76" fmla="*/ 12288 h 73820"/>
              <a:gd name="connsiteX77" fmla="*/ 2610313 w 2978753"/>
              <a:gd name="connsiteY77" fmla="*/ 12319 h 73820"/>
              <a:gd name="connsiteX78" fmla="*/ 2589277 w 2978753"/>
              <a:gd name="connsiteY78" fmla="*/ 14479 h 73820"/>
              <a:gd name="connsiteX79" fmla="*/ 2610313 w 2978753"/>
              <a:gd name="connsiteY79" fmla="*/ 12319 h 73820"/>
              <a:gd name="connsiteX80" fmla="*/ 2610612 w 2978753"/>
              <a:gd name="connsiteY80" fmla="*/ 12371 h 73820"/>
              <a:gd name="connsiteX81" fmla="*/ 2621090 w 2978753"/>
              <a:gd name="connsiteY81" fmla="*/ 14192 h 73820"/>
              <a:gd name="connsiteX82" fmla="*/ 2609565 w 2978753"/>
              <a:gd name="connsiteY82" fmla="*/ 15241 h 73820"/>
              <a:gd name="connsiteX83" fmla="*/ 2619090 w 2978753"/>
              <a:gd name="connsiteY83" fmla="*/ 19812 h 73820"/>
              <a:gd name="connsiteX84" fmla="*/ 2601944 w 2978753"/>
              <a:gd name="connsiteY84" fmla="*/ 25051 h 73820"/>
              <a:gd name="connsiteX85" fmla="*/ 2609660 w 2978753"/>
              <a:gd name="connsiteY85" fmla="*/ 14764 h 73820"/>
              <a:gd name="connsiteX86" fmla="*/ 2589277 w 2978753"/>
              <a:gd name="connsiteY86" fmla="*/ 14479 h 73820"/>
              <a:gd name="connsiteX87" fmla="*/ 2587942 w 2978753"/>
              <a:gd name="connsiteY87" fmla="*/ 37626 h 73820"/>
              <a:gd name="connsiteX88" fmla="*/ 2592324 w 2978753"/>
              <a:gd name="connsiteY88" fmla="*/ 34863 h 73820"/>
              <a:gd name="connsiteX89" fmla="*/ 2592800 w 2978753"/>
              <a:gd name="connsiteY89" fmla="*/ 36958 h 73820"/>
              <a:gd name="connsiteX90" fmla="*/ 2587942 w 2978753"/>
              <a:gd name="connsiteY90" fmla="*/ 37626 h 73820"/>
              <a:gd name="connsiteX91" fmla="*/ 2564416 w 2978753"/>
              <a:gd name="connsiteY91" fmla="*/ 14669 h 73820"/>
              <a:gd name="connsiteX92" fmla="*/ 2573941 w 2978753"/>
              <a:gd name="connsiteY92" fmla="*/ 10097 h 73820"/>
              <a:gd name="connsiteX93" fmla="*/ 2589466 w 2978753"/>
              <a:gd name="connsiteY93" fmla="*/ 15241 h 73820"/>
              <a:gd name="connsiteX94" fmla="*/ 2584990 w 2978753"/>
              <a:gd name="connsiteY94" fmla="*/ 15241 h 73820"/>
              <a:gd name="connsiteX95" fmla="*/ 2586609 w 2978753"/>
              <a:gd name="connsiteY95" fmla="*/ 15145 h 73820"/>
              <a:gd name="connsiteX96" fmla="*/ 2553819 w 2978753"/>
              <a:gd name="connsiteY96" fmla="*/ 14721 h 73820"/>
              <a:gd name="connsiteX97" fmla="*/ 2564106 w 2978753"/>
              <a:gd name="connsiteY97" fmla="*/ 8530 h 73820"/>
              <a:gd name="connsiteX98" fmla="*/ 2561725 w 2978753"/>
              <a:gd name="connsiteY98" fmla="*/ 12912 h 73820"/>
              <a:gd name="connsiteX99" fmla="*/ 2533650 w 2978753"/>
              <a:gd name="connsiteY99" fmla="*/ 38957 h 73820"/>
              <a:gd name="connsiteX100" fmla="*/ 2548890 w 2978753"/>
              <a:gd name="connsiteY100" fmla="*/ 25146 h 73820"/>
              <a:gd name="connsiteX101" fmla="*/ 2567940 w 2978753"/>
              <a:gd name="connsiteY101" fmla="*/ 28480 h 73820"/>
              <a:gd name="connsiteX102" fmla="*/ 2552890 w 2978753"/>
              <a:gd name="connsiteY102" fmla="*/ 20288 h 73820"/>
              <a:gd name="connsiteX103" fmla="*/ 2564129 w 2978753"/>
              <a:gd name="connsiteY103" fmla="*/ 14860 h 73820"/>
              <a:gd name="connsiteX104" fmla="*/ 2563178 w 2978753"/>
              <a:gd name="connsiteY104" fmla="*/ 14098 h 73820"/>
              <a:gd name="connsiteX105" fmla="*/ 2564130 w 2978753"/>
              <a:gd name="connsiteY105" fmla="*/ 14193 h 73820"/>
              <a:gd name="connsiteX106" fmla="*/ 2564130 w 2978753"/>
              <a:gd name="connsiteY106" fmla="*/ 14859 h 73820"/>
              <a:gd name="connsiteX107" fmla="*/ 2564130 w 2978753"/>
              <a:gd name="connsiteY107" fmla="*/ 14859 h 73820"/>
              <a:gd name="connsiteX108" fmla="*/ 2569750 w 2978753"/>
              <a:gd name="connsiteY108" fmla="*/ 37052 h 73820"/>
              <a:gd name="connsiteX109" fmla="*/ 2545651 w 2978753"/>
              <a:gd name="connsiteY109" fmla="*/ 40291 h 73820"/>
              <a:gd name="connsiteX110" fmla="*/ 2546318 w 2978753"/>
              <a:gd name="connsiteY110" fmla="*/ 36481 h 73820"/>
              <a:gd name="connsiteX111" fmla="*/ 2533436 w 2978753"/>
              <a:gd name="connsiteY111" fmla="*/ 11959 h 73820"/>
              <a:gd name="connsiteX112" fmla="*/ 2539532 w 2978753"/>
              <a:gd name="connsiteY112" fmla="*/ 9673 h 73820"/>
              <a:gd name="connsiteX113" fmla="*/ 2538675 w 2978753"/>
              <a:gd name="connsiteY113" fmla="*/ 13388 h 73820"/>
              <a:gd name="connsiteX114" fmla="*/ 2505742 w 2978753"/>
              <a:gd name="connsiteY114" fmla="*/ 24004 h 73820"/>
              <a:gd name="connsiteX115" fmla="*/ 2519458 w 2978753"/>
              <a:gd name="connsiteY115" fmla="*/ 25813 h 73820"/>
              <a:gd name="connsiteX116" fmla="*/ 2520696 w 2978753"/>
              <a:gd name="connsiteY116" fmla="*/ 25813 h 73820"/>
              <a:gd name="connsiteX117" fmla="*/ 2505742 w 2978753"/>
              <a:gd name="connsiteY117" fmla="*/ 24004 h 73820"/>
              <a:gd name="connsiteX118" fmla="*/ 2505527 w 2978753"/>
              <a:gd name="connsiteY118" fmla="*/ 36628 h 73820"/>
              <a:gd name="connsiteX119" fmla="*/ 2509623 w 2978753"/>
              <a:gd name="connsiteY119" fmla="*/ 32723 h 73820"/>
              <a:gd name="connsiteX120" fmla="*/ 2512290 w 2978753"/>
              <a:gd name="connsiteY120" fmla="*/ 37581 h 73820"/>
              <a:gd name="connsiteX121" fmla="*/ 2485263 w 2978753"/>
              <a:gd name="connsiteY121" fmla="*/ 10192 h 73820"/>
              <a:gd name="connsiteX122" fmla="*/ 2495931 w 2978753"/>
              <a:gd name="connsiteY122" fmla="*/ 9049 h 73820"/>
              <a:gd name="connsiteX123" fmla="*/ 2494788 w 2978753"/>
              <a:gd name="connsiteY123" fmla="*/ 11716 h 73820"/>
              <a:gd name="connsiteX124" fmla="*/ 2485263 w 2978753"/>
              <a:gd name="connsiteY124" fmla="*/ 10192 h 73820"/>
              <a:gd name="connsiteX125" fmla="*/ 2484191 w 2978753"/>
              <a:gd name="connsiteY125" fmla="*/ 37677 h 73820"/>
              <a:gd name="connsiteX126" fmla="*/ 2492573 w 2978753"/>
              <a:gd name="connsiteY126" fmla="*/ 37963 h 73820"/>
              <a:gd name="connsiteX127" fmla="*/ 2496097 w 2978753"/>
              <a:gd name="connsiteY127" fmla="*/ 39011 h 73820"/>
              <a:gd name="connsiteX128" fmla="*/ 2452783 w 2978753"/>
              <a:gd name="connsiteY128" fmla="*/ 33243 h 73820"/>
              <a:gd name="connsiteX129" fmla="*/ 2467832 w 2978753"/>
              <a:gd name="connsiteY129" fmla="*/ 32957 h 73820"/>
              <a:gd name="connsiteX130" fmla="*/ 2464689 w 2978753"/>
              <a:gd name="connsiteY130" fmla="*/ 34577 h 73820"/>
              <a:gd name="connsiteX131" fmla="*/ 2438400 w 2978753"/>
              <a:gd name="connsiteY131" fmla="*/ 11050 h 73820"/>
              <a:gd name="connsiteX132" fmla="*/ 2445258 w 2978753"/>
              <a:gd name="connsiteY132" fmla="*/ 10383 h 73820"/>
              <a:gd name="connsiteX133" fmla="*/ 2446401 w 2978753"/>
              <a:gd name="connsiteY133" fmla="*/ 11050 h 73820"/>
              <a:gd name="connsiteX134" fmla="*/ 2438400 w 2978753"/>
              <a:gd name="connsiteY134" fmla="*/ 11050 h 73820"/>
              <a:gd name="connsiteX135" fmla="*/ 2425541 w 2978753"/>
              <a:gd name="connsiteY135" fmla="*/ 11431 h 73820"/>
              <a:gd name="connsiteX136" fmla="*/ 2433352 w 2978753"/>
              <a:gd name="connsiteY136" fmla="*/ 10573 h 73820"/>
              <a:gd name="connsiteX137" fmla="*/ 2429161 w 2978753"/>
              <a:gd name="connsiteY137" fmla="*/ 14002 h 73820"/>
              <a:gd name="connsiteX138" fmla="*/ 2425541 w 2978753"/>
              <a:gd name="connsiteY138" fmla="*/ 11431 h 73820"/>
              <a:gd name="connsiteX139" fmla="*/ 2399730 w 2978753"/>
              <a:gd name="connsiteY139" fmla="*/ 15527 h 73820"/>
              <a:gd name="connsiteX140" fmla="*/ 2408025 w 2978753"/>
              <a:gd name="connsiteY140" fmla="*/ 16552 h 73820"/>
              <a:gd name="connsiteX141" fmla="*/ 2408016 w 2978753"/>
              <a:gd name="connsiteY141" fmla="*/ 16575 h 73820"/>
              <a:gd name="connsiteX142" fmla="*/ 2408207 w 2978753"/>
              <a:gd name="connsiteY142" fmla="*/ 16575 h 73820"/>
              <a:gd name="connsiteX143" fmla="*/ 2408025 w 2978753"/>
              <a:gd name="connsiteY143" fmla="*/ 16552 h 73820"/>
              <a:gd name="connsiteX144" fmla="*/ 2408778 w 2978753"/>
              <a:gd name="connsiteY144" fmla="*/ 14575 h 73820"/>
              <a:gd name="connsiteX145" fmla="*/ 2399730 w 2978753"/>
              <a:gd name="connsiteY145" fmla="*/ 15527 h 73820"/>
              <a:gd name="connsiteX146" fmla="*/ 2358962 w 2978753"/>
              <a:gd name="connsiteY146" fmla="*/ 47626 h 73820"/>
              <a:gd name="connsiteX147" fmla="*/ 2358962 w 2978753"/>
              <a:gd name="connsiteY147" fmla="*/ 41721 h 73820"/>
              <a:gd name="connsiteX148" fmla="*/ 2364676 w 2978753"/>
              <a:gd name="connsiteY148" fmla="*/ 45340 h 73820"/>
              <a:gd name="connsiteX149" fmla="*/ 2312480 w 2978753"/>
              <a:gd name="connsiteY149" fmla="*/ 33624 h 73820"/>
              <a:gd name="connsiteX150" fmla="*/ 2325434 w 2978753"/>
              <a:gd name="connsiteY150" fmla="*/ 32290 h 73820"/>
              <a:gd name="connsiteX151" fmla="*/ 2319528 w 2978753"/>
              <a:gd name="connsiteY151" fmla="*/ 35623 h 73820"/>
              <a:gd name="connsiteX152" fmla="*/ 2312480 w 2978753"/>
              <a:gd name="connsiteY152" fmla="*/ 33624 h 73820"/>
              <a:gd name="connsiteX153" fmla="*/ 2285429 w 2978753"/>
              <a:gd name="connsiteY153" fmla="*/ 11621 h 73820"/>
              <a:gd name="connsiteX154" fmla="*/ 2301716 w 2978753"/>
              <a:gd name="connsiteY154" fmla="*/ 14098 h 73820"/>
              <a:gd name="connsiteX155" fmla="*/ 2285429 w 2978753"/>
              <a:gd name="connsiteY155" fmla="*/ 11621 h 73820"/>
              <a:gd name="connsiteX156" fmla="*/ 2266474 w 2978753"/>
              <a:gd name="connsiteY156" fmla="*/ 11621 h 73820"/>
              <a:gd name="connsiteX157" fmla="*/ 2285428 w 2978753"/>
              <a:gd name="connsiteY157" fmla="*/ 11621 h 73820"/>
              <a:gd name="connsiteX158" fmla="*/ 2269902 w 2978753"/>
              <a:gd name="connsiteY158" fmla="*/ 12574 h 73820"/>
              <a:gd name="connsiteX159" fmla="*/ 2266474 w 2978753"/>
              <a:gd name="connsiteY159" fmla="*/ 11621 h 73820"/>
              <a:gd name="connsiteX160" fmla="*/ 2132243 w 2978753"/>
              <a:gd name="connsiteY160" fmla="*/ 40059 h 73820"/>
              <a:gd name="connsiteX161" fmla="*/ 2135005 w 2978753"/>
              <a:gd name="connsiteY161" fmla="*/ 30342 h 73820"/>
              <a:gd name="connsiteX162" fmla="*/ 2135481 w 2978753"/>
              <a:gd name="connsiteY162" fmla="*/ 40059 h 73820"/>
              <a:gd name="connsiteX163" fmla="*/ 1959424 w 2978753"/>
              <a:gd name="connsiteY163" fmla="*/ 57270 h 73820"/>
              <a:gd name="connsiteX164" fmla="*/ 1969485 w 2978753"/>
              <a:gd name="connsiteY164" fmla="*/ 55056 h 73820"/>
              <a:gd name="connsiteX165" fmla="*/ 1977105 w 2978753"/>
              <a:gd name="connsiteY165" fmla="*/ 59437 h 73820"/>
              <a:gd name="connsiteX166" fmla="*/ 1959578 w 2978753"/>
              <a:gd name="connsiteY166" fmla="*/ 62485 h 73820"/>
              <a:gd name="connsiteX167" fmla="*/ 1959424 w 2978753"/>
              <a:gd name="connsiteY167" fmla="*/ 57270 h 73820"/>
              <a:gd name="connsiteX168" fmla="*/ 1956150 w 2978753"/>
              <a:gd name="connsiteY168" fmla="*/ 8287 h 73820"/>
              <a:gd name="connsiteX169" fmla="*/ 1971390 w 2978753"/>
              <a:gd name="connsiteY169" fmla="*/ 13050 h 73820"/>
              <a:gd name="connsiteX170" fmla="*/ 1958531 w 2978753"/>
              <a:gd name="connsiteY170" fmla="*/ 12383 h 73820"/>
              <a:gd name="connsiteX171" fmla="*/ 1826419 w 2978753"/>
              <a:gd name="connsiteY171" fmla="*/ 59056 h 73820"/>
              <a:gd name="connsiteX172" fmla="*/ 1838039 w 2978753"/>
              <a:gd name="connsiteY172" fmla="*/ 43721 h 73820"/>
              <a:gd name="connsiteX173" fmla="*/ 1843849 w 2978753"/>
              <a:gd name="connsiteY173" fmla="*/ 55627 h 73820"/>
              <a:gd name="connsiteX174" fmla="*/ 1826419 w 2978753"/>
              <a:gd name="connsiteY174" fmla="*/ 59056 h 73820"/>
              <a:gd name="connsiteX175" fmla="*/ 1749077 w 2978753"/>
              <a:gd name="connsiteY175" fmla="*/ 52580 h 73820"/>
              <a:gd name="connsiteX176" fmla="*/ 1752319 w 2978753"/>
              <a:gd name="connsiteY176" fmla="*/ 52535 h 73820"/>
              <a:gd name="connsiteX177" fmla="*/ 1752410 w 2978753"/>
              <a:gd name="connsiteY177" fmla="*/ 52580 h 73820"/>
              <a:gd name="connsiteX178" fmla="*/ 1583246 w 2978753"/>
              <a:gd name="connsiteY178" fmla="*/ 37625 h 73820"/>
              <a:gd name="connsiteX179" fmla="*/ 1590579 w 2978753"/>
              <a:gd name="connsiteY179" fmla="*/ 34862 h 73820"/>
              <a:gd name="connsiteX180" fmla="*/ 1585436 w 2978753"/>
              <a:gd name="connsiteY180" fmla="*/ 38863 h 73820"/>
              <a:gd name="connsiteX181" fmla="*/ 1349693 w 2978753"/>
              <a:gd name="connsiteY181" fmla="*/ 66580 h 73820"/>
              <a:gd name="connsiteX182" fmla="*/ 1358170 w 2978753"/>
              <a:gd name="connsiteY182" fmla="*/ 68580 h 73820"/>
              <a:gd name="connsiteX183" fmla="*/ 1357408 w 2978753"/>
              <a:gd name="connsiteY183" fmla="*/ 70009 h 73820"/>
              <a:gd name="connsiteX184" fmla="*/ 1316642 w 2978753"/>
              <a:gd name="connsiteY184" fmla="*/ 58866 h 73820"/>
              <a:gd name="connsiteX185" fmla="*/ 1329881 w 2978753"/>
              <a:gd name="connsiteY185" fmla="*/ 57628 h 73820"/>
              <a:gd name="connsiteX186" fmla="*/ 1316642 w 2978753"/>
              <a:gd name="connsiteY186" fmla="*/ 58866 h 73820"/>
              <a:gd name="connsiteX187" fmla="*/ 1222034 w 2978753"/>
              <a:gd name="connsiteY187" fmla="*/ 60727 h 73820"/>
              <a:gd name="connsiteX188" fmla="*/ 1226320 w 2978753"/>
              <a:gd name="connsiteY188" fmla="*/ 66347 h 73820"/>
              <a:gd name="connsiteX189" fmla="*/ 1224034 w 2978753"/>
              <a:gd name="connsiteY189" fmla="*/ 66251 h 73820"/>
              <a:gd name="connsiteX190" fmla="*/ 1111091 w 2978753"/>
              <a:gd name="connsiteY190" fmla="*/ 72580 h 73820"/>
              <a:gd name="connsiteX191" fmla="*/ 1125664 w 2978753"/>
              <a:gd name="connsiteY191" fmla="*/ 71819 h 73820"/>
              <a:gd name="connsiteX192" fmla="*/ 1111091 w 2978753"/>
              <a:gd name="connsiteY192" fmla="*/ 72580 h 73820"/>
              <a:gd name="connsiteX193" fmla="*/ 864848 w 2978753"/>
              <a:gd name="connsiteY193" fmla="*/ 30546 h 73820"/>
              <a:gd name="connsiteX194" fmla="*/ 864871 w 2978753"/>
              <a:gd name="connsiteY194" fmla="*/ 30482 h 73820"/>
              <a:gd name="connsiteX195" fmla="*/ 866776 w 2978753"/>
              <a:gd name="connsiteY195" fmla="*/ 31339 h 73820"/>
              <a:gd name="connsiteX196" fmla="*/ 17884 w 2978753"/>
              <a:gd name="connsiteY196" fmla="*/ 12245 h 73820"/>
              <a:gd name="connsiteX197" fmla="*/ 27790 w 2978753"/>
              <a:gd name="connsiteY197" fmla="*/ 14245 h 73820"/>
              <a:gd name="connsiteX198" fmla="*/ 24266 w 2978753"/>
              <a:gd name="connsiteY198" fmla="*/ 15483 h 73820"/>
              <a:gd name="connsiteX199" fmla="*/ 11717 w 2978753"/>
              <a:gd name="connsiteY199" fmla="*/ 26005 h 73820"/>
              <a:gd name="connsiteX200" fmla="*/ 44102 w 2978753"/>
              <a:gd name="connsiteY200" fmla="*/ 19528 h 73820"/>
              <a:gd name="connsiteX201" fmla="*/ 71534 w 2978753"/>
              <a:gd name="connsiteY201" fmla="*/ 25910 h 73820"/>
              <a:gd name="connsiteX202" fmla="*/ 70772 w 2978753"/>
              <a:gd name="connsiteY202" fmla="*/ 19433 h 73820"/>
              <a:gd name="connsiteX203" fmla="*/ 74582 w 2978753"/>
              <a:gd name="connsiteY203" fmla="*/ 15814 h 73820"/>
              <a:gd name="connsiteX204" fmla="*/ 272416 w 2978753"/>
              <a:gd name="connsiteY204" fmla="*/ 24386 h 73820"/>
              <a:gd name="connsiteX205" fmla="*/ 272416 w 2978753"/>
              <a:gd name="connsiteY205" fmla="*/ 20385 h 73820"/>
              <a:gd name="connsiteX206" fmla="*/ 290323 w 2978753"/>
              <a:gd name="connsiteY206" fmla="*/ 16480 h 73820"/>
              <a:gd name="connsiteX207" fmla="*/ 307754 w 2978753"/>
              <a:gd name="connsiteY207" fmla="*/ 24862 h 73820"/>
              <a:gd name="connsiteX208" fmla="*/ 309754 w 2978753"/>
              <a:gd name="connsiteY208" fmla="*/ 18099 h 73820"/>
              <a:gd name="connsiteX209" fmla="*/ 401670 w 2978753"/>
              <a:gd name="connsiteY209" fmla="*/ 19719 h 73820"/>
              <a:gd name="connsiteX210" fmla="*/ 411195 w 2978753"/>
              <a:gd name="connsiteY210" fmla="*/ 27434 h 73820"/>
              <a:gd name="connsiteX211" fmla="*/ 434151 w 2978753"/>
              <a:gd name="connsiteY211" fmla="*/ 17337 h 73820"/>
              <a:gd name="connsiteX212" fmla="*/ 469679 w 2978753"/>
              <a:gd name="connsiteY212" fmla="*/ 32006 h 73820"/>
              <a:gd name="connsiteX213" fmla="*/ 476918 w 2978753"/>
              <a:gd name="connsiteY213" fmla="*/ 25433 h 73820"/>
              <a:gd name="connsiteX214" fmla="*/ 517875 w 2978753"/>
              <a:gd name="connsiteY214" fmla="*/ 22004 h 73820"/>
              <a:gd name="connsiteX215" fmla="*/ 602933 w 2978753"/>
              <a:gd name="connsiteY215" fmla="*/ 28481 h 73820"/>
              <a:gd name="connsiteX216" fmla="*/ 612458 w 2978753"/>
              <a:gd name="connsiteY216" fmla="*/ 22481 h 73820"/>
              <a:gd name="connsiteX217" fmla="*/ 604267 w 2978753"/>
              <a:gd name="connsiteY217" fmla="*/ 16956 h 73820"/>
              <a:gd name="connsiteX218" fmla="*/ 624746 w 2978753"/>
              <a:gd name="connsiteY218" fmla="*/ 17623 h 73820"/>
              <a:gd name="connsiteX219" fmla="*/ 630080 w 2978753"/>
              <a:gd name="connsiteY219" fmla="*/ 17623 h 73820"/>
              <a:gd name="connsiteX220" fmla="*/ 638081 w 2978753"/>
              <a:gd name="connsiteY220" fmla="*/ 22195 h 73820"/>
              <a:gd name="connsiteX221" fmla="*/ 660465 w 2978753"/>
              <a:gd name="connsiteY221" fmla="*/ 16670 h 73820"/>
              <a:gd name="connsiteX222" fmla="*/ 658274 w 2978753"/>
              <a:gd name="connsiteY222" fmla="*/ 15814 h 73820"/>
              <a:gd name="connsiteX223" fmla="*/ 667799 w 2978753"/>
              <a:gd name="connsiteY223" fmla="*/ 15337 h 73820"/>
              <a:gd name="connsiteX224" fmla="*/ 665894 w 2978753"/>
              <a:gd name="connsiteY224" fmla="*/ 23624 h 73820"/>
              <a:gd name="connsiteX225" fmla="*/ 685706 w 2978753"/>
              <a:gd name="connsiteY225" fmla="*/ 18766 h 73820"/>
              <a:gd name="connsiteX226" fmla="*/ 679800 w 2978753"/>
              <a:gd name="connsiteY226" fmla="*/ 23910 h 73820"/>
              <a:gd name="connsiteX227" fmla="*/ 696183 w 2978753"/>
              <a:gd name="connsiteY227" fmla="*/ 23910 h 73820"/>
              <a:gd name="connsiteX228" fmla="*/ 690754 w 2978753"/>
              <a:gd name="connsiteY228" fmla="*/ 16861 h 73820"/>
              <a:gd name="connsiteX229" fmla="*/ 836010 w 2978753"/>
              <a:gd name="connsiteY229" fmla="*/ 21814 h 73820"/>
              <a:gd name="connsiteX230" fmla="*/ 852858 w 2978753"/>
              <a:gd name="connsiteY230" fmla="*/ 25612 h 73820"/>
              <a:gd name="connsiteX231" fmla="*/ 864848 w 2978753"/>
              <a:gd name="connsiteY231" fmla="*/ 30546 h 73820"/>
              <a:gd name="connsiteX232" fmla="*/ 863490 w 2978753"/>
              <a:gd name="connsiteY232" fmla="*/ 34280 h 73820"/>
              <a:gd name="connsiteX233" fmla="*/ 878397 w 2978753"/>
              <a:gd name="connsiteY233" fmla="*/ 36578 h 73820"/>
              <a:gd name="connsiteX234" fmla="*/ 871729 w 2978753"/>
              <a:gd name="connsiteY234" fmla="*/ 26291 h 73820"/>
              <a:gd name="connsiteX235" fmla="*/ 891351 w 2978753"/>
              <a:gd name="connsiteY235" fmla="*/ 22004 h 73820"/>
              <a:gd name="connsiteX236" fmla="*/ 973361 w 2978753"/>
              <a:gd name="connsiteY236" fmla="*/ 17909 h 73820"/>
              <a:gd name="connsiteX237" fmla="*/ 970408 w 2978753"/>
              <a:gd name="connsiteY237" fmla="*/ 20005 h 73820"/>
              <a:gd name="connsiteX238" fmla="*/ 1035749 w 2978753"/>
              <a:gd name="connsiteY238" fmla="*/ 21909 h 73820"/>
              <a:gd name="connsiteX239" fmla="*/ 1038035 w 2978753"/>
              <a:gd name="connsiteY239" fmla="*/ 26672 h 73820"/>
              <a:gd name="connsiteX240" fmla="*/ 1090233 w 2978753"/>
              <a:gd name="connsiteY240" fmla="*/ 21719 h 73820"/>
              <a:gd name="connsiteX241" fmla="*/ 1090995 w 2978753"/>
              <a:gd name="connsiteY241" fmla="*/ 24862 h 73820"/>
              <a:gd name="connsiteX242" fmla="*/ 1122427 w 2978753"/>
              <a:gd name="connsiteY242" fmla="*/ 18862 h 73820"/>
              <a:gd name="connsiteX243" fmla="*/ 1121665 w 2978753"/>
              <a:gd name="connsiteY243" fmla="*/ 20290 h 73820"/>
              <a:gd name="connsiteX244" fmla="*/ 1150240 w 2978753"/>
              <a:gd name="connsiteY244" fmla="*/ 19528 h 73820"/>
              <a:gd name="connsiteX245" fmla="*/ 1208342 w 2978753"/>
              <a:gd name="connsiteY245" fmla="*/ 26386 h 73820"/>
              <a:gd name="connsiteX246" fmla="*/ 1244347 w 2978753"/>
              <a:gd name="connsiteY246" fmla="*/ 18766 h 73820"/>
              <a:gd name="connsiteX247" fmla="*/ 1246633 w 2978753"/>
              <a:gd name="connsiteY247" fmla="*/ 20766 h 73820"/>
              <a:gd name="connsiteX248" fmla="*/ 1290829 w 2978753"/>
              <a:gd name="connsiteY248" fmla="*/ 22290 h 73820"/>
              <a:gd name="connsiteX249" fmla="*/ 1291877 w 2978753"/>
              <a:gd name="connsiteY249" fmla="*/ 15432 h 73820"/>
              <a:gd name="connsiteX250" fmla="*/ 1341216 w 2978753"/>
              <a:gd name="connsiteY250" fmla="*/ 11146 h 73820"/>
              <a:gd name="connsiteX251" fmla="*/ 1348741 w 2978753"/>
              <a:gd name="connsiteY251" fmla="*/ 20005 h 73820"/>
              <a:gd name="connsiteX252" fmla="*/ 1368934 w 2978753"/>
              <a:gd name="connsiteY252" fmla="*/ 12575 h 73820"/>
              <a:gd name="connsiteX253" fmla="*/ 1363219 w 2978753"/>
              <a:gd name="connsiteY253" fmla="*/ 14575 h 73820"/>
              <a:gd name="connsiteX254" fmla="*/ 1396556 w 2978753"/>
              <a:gd name="connsiteY254" fmla="*/ 29244 h 73820"/>
              <a:gd name="connsiteX255" fmla="*/ 1390842 w 2978753"/>
              <a:gd name="connsiteY255" fmla="*/ 26577 h 73820"/>
              <a:gd name="connsiteX256" fmla="*/ 1431418 w 2978753"/>
              <a:gd name="connsiteY256" fmla="*/ 28672 h 73820"/>
              <a:gd name="connsiteX257" fmla="*/ 1429894 w 2978753"/>
              <a:gd name="connsiteY257" fmla="*/ 24100 h 73820"/>
              <a:gd name="connsiteX258" fmla="*/ 1469804 w 2978753"/>
              <a:gd name="connsiteY258" fmla="*/ 27529 h 73820"/>
              <a:gd name="connsiteX259" fmla="*/ 1469804 w 2978753"/>
              <a:gd name="connsiteY259" fmla="*/ 28291 h 73820"/>
              <a:gd name="connsiteX260" fmla="*/ 1494664 w 2978753"/>
              <a:gd name="connsiteY260" fmla="*/ 25815 h 73820"/>
              <a:gd name="connsiteX261" fmla="*/ 1490473 w 2978753"/>
              <a:gd name="connsiteY261" fmla="*/ 24767 h 73820"/>
              <a:gd name="connsiteX262" fmla="*/ 1522477 w 2978753"/>
              <a:gd name="connsiteY262" fmla="*/ 24767 h 73820"/>
              <a:gd name="connsiteX263" fmla="*/ 1534002 w 2978753"/>
              <a:gd name="connsiteY263" fmla="*/ 24767 h 73820"/>
              <a:gd name="connsiteX264" fmla="*/ 1576770 w 2978753"/>
              <a:gd name="connsiteY264" fmla="*/ 22386 h 73820"/>
              <a:gd name="connsiteX265" fmla="*/ 1573817 w 2978753"/>
              <a:gd name="connsiteY265" fmla="*/ 28291 h 73820"/>
              <a:gd name="connsiteX266" fmla="*/ 1596010 w 2978753"/>
              <a:gd name="connsiteY266" fmla="*/ 26386 h 73820"/>
              <a:gd name="connsiteX267" fmla="*/ 1619156 w 2978753"/>
              <a:gd name="connsiteY267" fmla="*/ 10289 h 73820"/>
              <a:gd name="connsiteX268" fmla="*/ 1613346 w 2978753"/>
              <a:gd name="connsiteY268" fmla="*/ 13622 h 73820"/>
              <a:gd name="connsiteX269" fmla="*/ 1621442 w 2978753"/>
              <a:gd name="connsiteY269" fmla="*/ 12956 h 73820"/>
              <a:gd name="connsiteX270" fmla="*/ 1619251 w 2978753"/>
              <a:gd name="connsiteY270" fmla="*/ 18385 h 73820"/>
              <a:gd name="connsiteX271" fmla="*/ 1661637 w 2978753"/>
              <a:gd name="connsiteY271" fmla="*/ 15242 h 73820"/>
              <a:gd name="connsiteX272" fmla="*/ 1662971 w 2978753"/>
              <a:gd name="connsiteY272" fmla="*/ 21624 h 73820"/>
              <a:gd name="connsiteX273" fmla="*/ 1682021 w 2978753"/>
              <a:gd name="connsiteY273" fmla="*/ 18004 h 73820"/>
              <a:gd name="connsiteX274" fmla="*/ 1792797 w 2978753"/>
              <a:gd name="connsiteY274" fmla="*/ 25624 h 73820"/>
              <a:gd name="connsiteX275" fmla="*/ 1813942 w 2978753"/>
              <a:gd name="connsiteY275" fmla="*/ 23624 h 73820"/>
              <a:gd name="connsiteX276" fmla="*/ 1812990 w 2978753"/>
              <a:gd name="connsiteY276" fmla="*/ 27338 h 73820"/>
              <a:gd name="connsiteX277" fmla="*/ 1848994 w 2978753"/>
              <a:gd name="connsiteY277" fmla="*/ 17813 h 73820"/>
              <a:gd name="connsiteX278" fmla="*/ 1852804 w 2978753"/>
              <a:gd name="connsiteY278" fmla="*/ 27910 h 73820"/>
              <a:gd name="connsiteX279" fmla="*/ 1867759 w 2978753"/>
              <a:gd name="connsiteY279" fmla="*/ 20099 h 73820"/>
              <a:gd name="connsiteX280" fmla="*/ 1870616 w 2978753"/>
              <a:gd name="connsiteY280" fmla="*/ 25910 h 73820"/>
              <a:gd name="connsiteX281" fmla="*/ 1890333 w 2978753"/>
              <a:gd name="connsiteY281" fmla="*/ 25433 h 73820"/>
              <a:gd name="connsiteX282" fmla="*/ 1889094 w 2978753"/>
              <a:gd name="connsiteY282" fmla="*/ 27148 h 73820"/>
              <a:gd name="connsiteX283" fmla="*/ 1923099 w 2978753"/>
              <a:gd name="connsiteY283" fmla="*/ 16099 h 73820"/>
              <a:gd name="connsiteX284" fmla="*/ 1945768 w 2978753"/>
              <a:gd name="connsiteY284" fmla="*/ 21528 h 73820"/>
              <a:gd name="connsiteX285" fmla="*/ 1953864 w 2978753"/>
              <a:gd name="connsiteY285" fmla="*/ 18766 h 73820"/>
              <a:gd name="connsiteX286" fmla="*/ 1955483 w 2978753"/>
              <a:gd name="connsiteY286" fmla="*/ 13146 h 73820"/>
              <a:gd name="connsiteX287" fmla="*/ 1956912 w 2978753"/>
              <a:gd name="connsiteY287" fmla="*/ 13146 h 73820"/>
              <a:gd name="connsiteX288" fmla="*/ 1959484 w 2978753"/>
              <a:gd name="connsiteY288" fmla="*/ 17718 h 73820"/>
              <a:gd name="connsiteX289" fmla="*/ 1975962 w 2978753"/>
              <a:gd name="connsiteY289" fmla="*/ 16099 h 73820"/>
              <a:gd name="connsiteX290" fmla="*/ 1969771 w 2978753"/>
              <a:gd name="connsiteY290" fmla="*/ 13813 h 73820"/>
              <a:gd name="connsiteX291" fmla="*/ 1977105 w 2978753"/>
              <a:gd name="connsiteY291" fmla="*/ 16099 h 73820"/>
              <a:gd name="connsiteX292" fmla="*/ 1978058 w 2978753"/>
              <a:gd name="connsiteY292" fmla="*/ 16099 h 73820"/>
              <a:gd name="connsiteX293" fmla="*/ 1979296 w 2978753"/>
              <a:gd name="connsiteY293" fmla="*/ 16099 h 73820"/>
              <a:gd name="connsiteX294" fmla="*/ 1990917 w 2978753"/>
              <a:gd name="connsiteY294" fmla="*/ 16099 h 73820"/>
              <a:gd name="connsiteX295" fmla="*/ 2062164 w 2978753"/>
              <a:gd name="connsiteY295" fmla="*/ 16099 h 73820"/>
              <a:gd name="connsiteX296" fmla="*/ 2052639 w 2978753"/>
              <a:gd name="connsiteY296" fmla="*/ 16099 h 73820"/>
              <a:gd name="connsiteX297" fmla="*/ 2104455 w 2978753"/>
              <a:gd name="connsiteY297" fmla="*/ 18766 h 73820"/>
              <a:gd name="connsiteX298" fmla="*/ 2103598 w 2978753"/>
              <a:gd name="connsiteY298" fmla="*/ 14480 h 73820"/>
              <a:gd name="connsiteX299" fmla="*/ 2140936 w 2978753"/>
              <a:gd name="connsiteY299" fmla="*/ 11432 h 73820"/>
              <a:gd name="connsiteX300" fmla="*/ 2141602 w 2978753"/>
              <a:gd name="connsiteY300" fmla="*/ 6574 h 73820"/>
              <a:gd name="connsiteX301" fmla="*/ 2205325 w 2978753"/>
              <a:gd name="connsiteY301" fmla="*/ 10574 h 73820"/>
              <a:gd name="connsiteX302" fmla="*/ 2238376 w 2978753"/>
              <a:gd name="connsiteY302" fmla="*/ 10574 h 73820"/>
              <a:gd name="connsiteX303" fmla="*/ 2240853 w 2978753"/>
              <a:gd name="connsiteY303" fmla="*/ 14289 h 73820"/>
              <a:gd name="connsiteX304" fmla="*/ 2268666 w 2978753"/>
              <a:gd name="connsiteY304" fmla="*/ 13051 h 73820"/>
              <a:gd name="connsiteX305" fmla="*/ 2340103 w 2978753"/>
              <a:gd name="connsiteY305" fmla="*/ 13718 h 73820"/>
              <a:gd name="connsiteX306" fmla="*/ 2340103 w 2978753"/>
              <a:gd name="connsiteY306" fmla="*/ 14765 h 73820"/>
              <a:gd name="connsiteX307" fmla="*/ 2362677 w 2978753"/>
              <a:gd name="connsiteY307" fmla="*/ 12194 h 73820"/>
              <a:gd name="connsiteX308" fmla="*/ 2373917 w 2978753"/>
              <a:gd name="connsiteY308" fmla="*/ 10765 h 73820"/>
              <a:gd name="connsiteX309" fmla="*/ 2401349 w 2978753"/>
              <a:gd name="connsiteY309" fmla="*/ 12289 h 73820"/>
              <a:gd name="connsiteX310" fmla="*/ 2415732 w 2978753"/>
              <a:gd name="connsiteY310" fmla="*/ 12289 h 73820"/>
              <a:gd name="connsiteX311" fmla="*/ 2417732 w 2978753"/>
              <a:gd name="connsiteY311" fmla="*/ 21814 h 73820"/>
              <a:gd name="connsiteX312" fmla="*/ 2427257 w 2978753"/>
              <a:gd name="connsiteY312" fmla="*/ 18385 h 73820"/>
              <a:gd name="connsiteX313" fmla="*/ 2428114 w 2978753"/>
              <a:gd name="connsiteY313" fmla="*/ 22671 h 73820"/>
              <a:gd name="connsiteX314" fmla="*/ 2458213 w 2978753"/>
              <a:gd name="connsiteY314" fmla="*/ 16099 h 73820"/>
              <a:gd name="connsiteX315" fmla="*/ 2452308 w 2978753"/>
              <a:gd name="connsiteY315" fmla="*/ 13146 h 73820"/>
              <a:gd name="connsiteX316" fmla="*/ 2452403 w 2978753"/>
              <a:gd name="connsiteY316" fmla="*/ 13146 h 73820"/>
              <a:gd name="connsiteX317" fmla="*/ 2454974 w 2978753"/>
              <a:gd name="connsiteY317" fmla="*/ 11432 h 73820"/>
              <a:gd name="connsiteX318" fmla="*/ 2461833 w 2978753"/>
              <a:gd name="connsiteY318" fmla="*/ 8670 h 73820"/>
              <a:gd name="connsiteX319" fmla="*/ 2492027 w 2978753"/>
              <a:gd name="connsiteY319" fmla="*/ 18671 h 73820"/>
              <a:gd name="connsiteX320" fmla="*/ 2513458 w 2978753"/>
              <a:gd name="connsiteY320" fmla="*/ 10194 h 73820"/>
              <a:gd name="connsiteX321" fmla="*/ 2526317 w 2978753"/>
              <a:gd name="connsiteY321" fmla="*/ 16290 h 73820"/>
              <a:gd name="connsiteX322" fmla="*/ 2488217 w 2978753"/>
              <a:gd name="connsiteY322" fmla="*/ 23624 h 73820"/>
              <a:gd name="connsiteX323" fmla="*/ 2499075 w 2978753"/>
              <a:gd name="connsiteY323" fmla="*/ 27624 h 73820"/>
              <a:gd name="connsiteX324" fmla="*/ 2468405 w 2978753"/>
              <a:gd name="connsiteY324" fmla="*/ 27624 h 73820"/>
              <a:gd name="connsiteX325" fmla="*/ 2482788 w 2978753"/>
              <a:gd name="connsiteY325" fmla="*/ 29339 h 73820"/>
              <a:gd name="connsiteX326" fmla="*/ 2479930 w 2978753"/>
              <a:gd name="connsiteY326" fmla="*/ 23529 h 73820"/>
              <a:gd name="connsiteX327" fmla="*/ 2441830 w 2978753"/>
              <a:gd name="connsiteY327" fmla="*/ 28672 h 73820"/>
              <a:gd name="connsiteX328" fmla="*/ 2436782 w 2978753"/>
              <a:gd name="connsiteY328" fmla="*/ 36292 h 73820"/>
              <a:gd name="connsiteX329" fmla="*/ 2444973 w 2978753"/>
              <a:gd name="connsiteY329" fmla="*/ 35530 h 73820"/>
              <a:gd name="connsiteX330" fmla="*/ 2436211 w 2978753"/>
              <a:gd name="connsiteY330" fmla="*/ 41150 h 73820"/>
              <a:gd name="connsiteX331" fmla="*/ 2354010 w 2978753"/>
              <a:gd name="connsiteY331" fmla="*/ 36006 h 73820"/>
              <a:gd name="connsiteX332" fmla="*/ 2373536 w 2978753"/>
              <a:gd name="connsiteY332" fmla="*/ 34482 h 73820"/>
              <a:gd name="connsiteX333" fmla="*/ 2361439 w 2978753"/>
              <a:gd name="connsiteY333" fmla="*/ 32101 h 73820"/>
              <a:gd name="connsiteX334" fmla="*/ 2393539 w 2978753"/>
              <a:gd name="connsiteY334" fmla="*/ 35149 h 73820"/>
              <a:gd name="connsiteX335" fmla="*/ 2390585 w 2978753"/>
              <a:gd name="connsiteY335" fmla="*/ 21243 h 73820"/>
              <a:gd name="connsiteX336" fmla="*/ 2334388 w 2978753"/>
              <a:gd name="connsiteY336" fmla="*/ 29434 h 73820"/>
              <a:gd name="connsiteX337" fmla="*/ 2323625 w 2978753"/>
              <a:gd name="connsiteY337" fmla="*/ 25433 h 73820"/>
              <a:gd name="connsiteX338" fmla="*/ 2284858 w 2978753"/>
              <a:gd name="connsiteY338" fmla="*/ 45627 h 73820"/>
              <a:gd name="connsiteX339" fmla="*/ 2316005 w 2978753"/>
              <a:gd name="connsiteY339" fmla="*/ 44389 h 73820"/>
              <a:gd name="connsiteX340" fmla="*/ 2289525 w 2978753"/>
              <a:gd name="connsiteY340" fmla="*/ 51913 h 73820"/>
              <a:gd name="connsiteX341" fmla="*/ 2294478 w 2978753"/>
              <a:gd name="connsiteY341" fmla="*/ 44293 h 73820"/>
              <a:gd name="connsiteX342" fmla="*/ 2282001 w 2978753"/>
              <a:gd name="connsiteY342" fmla="*/ 47817 h 73820"/>
              <a:gd name="connsiteX343" fmla="*/ 2274095 w 2978753"/>
              <a:gd name="connsiteY343" fmla="*/ 41531 h 73820"/>
              <a:gd name="connsiteX344" fmla="*/ 2217421 w 2978753"/>
              <a:gd name="connsiteY344" fmla="*/ 37912 h 73820"/>
              <a:gd name="connsiteX345" fmla="*/ 2214373 w 2978753"/>
              <a:gd name="connsiteY345" fmla="*/ 33149 h 73820"/>
              <a:gd name="connsiteX346" fmla="*/ 2191323 w 2978753"/>
              <a:gd name="connsiteY346" fmla="*/ 49246 h 73820"/>
              <a:gd name="connsiteX347" fmla="*/ 2166272 w 2978753"/>
              <a:gd name="connsiteY347" fmla="*/ 48198 h 73820"/>
              <a:gd name="connsiteX348" fmla="*/ 2160842 w 2978753"/>
              <a:gd name="connsiteY348" fmla="*/ 53723 h 73820"/>
              <a:gd name="connsiteX349" fmla="*/ 2151317 w 2978753"/>
              <a:gd name="connsiteY349" fmla="*/ 49056 h 73820"/>
              <a:gd name="connsiteX350" fmla="*/ 2145296 w 2978753"/>
              <a:gd name="connsiteY350" fmla="*/ 53212 h 73820"/>
              <a:gd name="connsiteX351" fmla="*/ 2144555 w 2978753"/>
              <a:gd name="connsiteY351" fmla="*/ 53723 h 73820"/>
              <a:gd name="connsiteX352" fmla="*/ 2149889 w 2978753"/>
              <a:gd name="connsiteY352" fmla="*/ 34673 h 73820"/>
              <a:gd name="connsiteX353" fmla="*/ 2117790 w 2978753"/>
              <a:gd name="connsiteY353" fmla="*/ 24005 h 73820"/>
              <a:gd name="connsiteX354" fmla="*/ 2122171 w 2978753"/>
              <a:gd name="connsiteY354" fmla="*/ 59438 h 73820"/>
              <a:gd name="connsiteX355" fmla="*/ 2106264 w 2978753"/>
              <a:gd name="connsiteY355" fmla="*/ 54961 h 73820"/>
              <a:gd name="connsiteX356" fmla="*/ 2072070 w 2978753"/>
              <a:gd name="connsiteY356" fmla="*/ 57342 h 73820"/>
              <a:gd name="connsiteX357" fmla="*/ 2081595 w 2978753"/>
              <a:gd name="connsiteY357" fmla="*/ 53914 h 73820"/>
              <a:gd name="connsiteX358" fmla="*/ 2059020 w 2978753"/>
              <a:gd name="connsiteY358" fmla="*/ 56580 h 73820"/>
              <a:gd name="connsiteX359" fmla="*/ 2062735 w 2978753"/>
              <a:gd name="connsiteY359" fmla="*/ 43055 h 73820"/>
              <a:gd name="connsiteX360" fmla="*/ 2021682 w 2978753"/>
              <a:gd name="connsiteY360" fmla="*/ 60104 h 73820"/>
              <a:gd name="connsiteX361" fmla="*/ 2055020 w 2978753"/>
              <a:gd name="connsiteY361" fmla="*/ 53437 h 73820"/>
              <a:gd name="connsiteX362" fmla="*/ 2032732 w 2978753"/>
              <a:gd name="connsiteY362" fmla="*/ 65248 h 73820"/>
              <a:gd name="connsiteX363" fmla="*/ 2002061 w 2978753"/>
              <a:gd name="connsiteY363" fmla="*/ 63343 h 73820"/>
              <a:gd name="connsiteX364" fmla="*/ 2013110 w 2978753"/>
              <a:gd name="connsiteY364" fmla="*/ 58676 h 73820"/>
              <a:gd name="connsiteX365" fmla="*/ 1997489 w 2978753"/>
              <a:gd name="connsiteY365" fmla="*/ 55247 h 73820"/>
              <a:gd name="connsiteX366" fmla="*/ 2050162 w 2978753"/>
              <a:gd name="connsiteY366" fmla="*/ 22862 h 73820"/>
              <a:gd name="connsiteX367" fmla="*/ 2034255 w 2978753"/>
              <a:gd name="connsiteY367" fmla="*/ 26481 h 73820"/>
              <a:gd name="connsiteX368" fmla="*/ 2030350 w 2978753"/>
              <a:gd name="connsiteY368" fmla="*/ 23338 h 73820"/>
              <a:gd name="connsiteX369" fmla="*/ 1985678 w 2978753"/>
              <a:gd name="connsiteY369" fmla="*/ 53914 h 73820"/>
              <a:gd name="connsiteX370" fmla="*/ 1980725 w 2978753"/>
              <a:gd name="connsiteY370" fmla="*/ 38959 h 73820"/>
              <a:gd name="connsiteX371" fmla="*/ 1934243 w 2978753"/>
              <a:gd name="connsiteY371" fmla="*/ 53437 h 73820"/>
              <a:gd name="connsiteX372" fmla="*/ 1943101 w 2978753"/>
              <a:gd name="connsiteY372" fmla="*/ 55913 h 73820"/>
              <a:gd name="connsiteX373" fmla="*/ 1919479 w 2978753"/>
              <a:gd name="connsiteY373" fmla="*/ 56866 h 73820"/>
              <a:gd name="connsiteX374" fmla="*/ 1915764 w 2978753"/>
              <a:gd name="connsiteY374" fmla="*/ 44674 h 73820"/>
              <a:gd name="connsiteX375" fmla="*/ 1895000 w 2978753"/>
              <a:gd name="connsiteY375" fmla="*/ 55437 h 73820"/>
              <a:gd name="connsiteX376" fmla="*/ 1897286 w 2978753"/>
              <a:gd name="connsiteY376" fmla="*/ 43531 h 73820"/>
              <a:gd name="connsiteX377" fmla="*/ 1888332 w 2978753"/>
              <a:gd name="connsiteY377" fmla="*/ 55533 h 73820"/>
              <a:gd name="connsiteX378" fmla="*/ 1862901 w 2978753"/>
              <a:gd name="connsiteY378" fmla="*/ 44865 h 73820"/>
              <a:gd name="connsiteX379" fmla="*/ 1866806 w 2978753"/>
              <a:gd name="connsiteY379" fmla="*/ 55533 h 73820"/>
              <a:gd name="connsiteX380" fmla="*/ 1844327 w 2978753"/>
              <a:gd name="connsiteY380" fmla="*/ 55533 h 73820"/>
              <a:gd name="connsiteX381" fmla="*/ 1852709 w 2978753"/>
              <a:gd name="connsiteY381" fmla="*/ 28101 h 73820"/>
              <a:gd name="connsiteX382" fmla="*/ 1814323 w 2978753"/>
              <a:gd name="connsiteY382" fmla="*/ 55913 h 73820"/>
              <a:gd name="connsiteX383" fmla="*/ 1818514 w 2978753"/>
              <a:gd name="connsiteY383" fmla="*/ 44483 h 73820"/>
              <a:gd name="connsiteX384" fmla="*/ 1790761 w 2978753"/>
              <a:gd name="connsiteY384" fmla="*/ 51997 h 73820"/>
              <a:gd name="connsiteX385" fmla="*/ 1752319 w 2978753"/>
              <a:gd name="connsiteY385" fmla="*/ 52535 h 73820"/>
              <a:gd name="connsiteX386" fmla="*/ 1745946 w 2978753"/>
              <a:gd name="connsiteY386" fmla="*/ 49377 h 73820"/>
              <a:gd name="connsiteX387" fmla="*/ 1730408 w 2978753"/>
              <a:gd name="connsiteY387" fmla="*/ 50389 h 73820"/>
              <a:gd name="connsiteX388" fmla="*/ 1736790 w 2978753"/>
              <a:gd name="connsiteY388" fmla="*/ 49151 h 73820"/>
              <a:gd name="connsiteX389" fmla="*/ 1703166 w 2978753"/>
              <a:gd name="connsiteY389" fmla="*/ 54294 h 73820"/>
              <a:gd name="connsiteX390" fmla="*/ 1718501 w 2978753"/>
              <a:gd name="connsiteY390" fmla="*/ 48580 h 73820"/>
              <a:gd name="connsiteX391" fmla="*/ 1687355 w 2978753"/>
              <a:gd name="connsiteY391" fmla="*/ 58105 h 73820"/>
              <a:gd name="connsiteX392" fmla="*/ 1674591 w 2978753"/>
              <a:gd name="connsiteY392" fmla="*/ 52485 h 73820"/>
              <a:gd name="connsiteX393" fmla="*/ 1647541 w 2978753"/>
              <a:gd name="connsiteY393" fmla="*/ 58199 h 73820"/>
              <a:gd name="connsiteX394" fmla="*/ 1643445 w 2978753"/>
              <a:gd name="connsiteY394" fmla="*/ 53723 h 73820"/>
              <a:gd name="connsiteX395" fmla="*/ 1681545 w 2978753"/>
              <a:gd name="connsiteY395" fmla="*/ 52389 h 73820"/>
              <a:gd name="connsiteX396" fmla="*/ 1683545 w 2978753"/>
              <a:gd name="connsiteY396" fmla="*/ 38292 h 73820"/>
              <a:gd name="connsiteX397" fmla="*/ 1619918 w 2978753"/>
              <a:gd name="connsiteY397" fmla="*/ 58009 h 73820"/>
              <a:gd name="connsiteX398" fmla="*/ 1594200 w 2978753"/>
              <a:gd name="connsiteY398" fmla="*/ 53818 h 73820"/>
              <a:gd name="connsiteX399" fmla="*/ 1593057 w 2978753"/>
              <a:gd name="connsiteY399" fmla="*/ 56485 h 73820"/>
              <a:gd name="connsiteX400" fmla="*/ 1588581 w 2978753"/>
              <a:gd name="connsiteY400" fmla="*/ 49723 h 73820"/>
              <a:gd name="connsiteX401" fmla="*/ 1582675 w 2978753"/>
              <a:gd name="connsiteY401" fmla="*/ 51913 h 73820"/>
              <a:gd name="connsiteX402" fmla="*/ 1584199 w 2978753"/>
              <a:gd name="connsiteY402" fmla="*/ 49436 h 73820"/>
              <a:gd name="connsiteX403" fmla="*/ 1577722 w 2978753"/>
              <a:gd name="connsiteY403" fmla="*/ 51056 h 73820"/>
              <a:gd name="connsiteX404" fmla="*/ 1586104 w 2978753"/>
              <a:gd name="connsiteY404" fmla="*/ 39721 h 73820"/>
              <a:gd name="connsiteX405" fmla="*/ 1593153 w 2978753"/>
              <a:gd name="connsiteY405" fmla="*/ 43436 h 73820"/>
              <a:gd name="connsiteX406" fmla="*/ 1594867 w 2978753"/>
              <a:gd name="connsiteY406" fmla="*/ 33911 h 73820"/>
              <a:gd name="connsiteX407" fmla="*/ 1591247 w 2978753"/>
              <a:gd name="connsiteY407" fmla="*/ 35340 h 73820"/>
              <a:gd name="connsiteX408" fmla="*/ 1594105 w 2978753"/>
              <a:gd name="connsiteY408" fmla="*/ 29720 h 73820"/>
              <a:gd name="connsiteX409" fmla="*/ 1574389 w 2978753"/>
              <a:gd name="connsiteY409" fmla="*/ 33054 h 73820"/>
              <a:gd name="connsiteX410" fmla="*/ 1583914 w 2978753"/>
              <a:gd name="connsiteY410" fmla="*/ 38102 h 73820"/>
              <a:gd name="connsiteX411" fmla="*/ 1568483 w 2978753"/>
              <a:gd name="connsiteY411" fmla="*/ 52485 h 73820"/>
              <a:gd name="connsiteX412" fmla="*/ 1553529 w 2978753"/>
              <a:gd name="connsiteY412" fmla="*/ 48484 h 73820"/>
              <a:gd name="connsiteX413" fmla="*/ 1517524 w 2978753"/>
              <a:gd name="connsiteY413" fmla="*/ 58866 h 73820"/>
              <a:gd name="connsiteX414" fmla="*/ 1518191 w 2978753"/>
              <a:gd name="connsiteY414" fmla="*/ 52771 h 73820"/>
              <a:gd name="connsiteX415" fmla="*/ 1476662 w 2978753"/>
              <a:gd name="connsiteY415" fmla="*/ 50579 h 73820"/>
              <a:gd name="connsiteX416" fmla="*/ 1463422 w 2978753"/>
              <a:gd name="connsiteY416" fmla="*/ 58390 h 73820"/>
              <a:gd name="connsiteX417" fmla="*/ 1462184 w 2978753"/>
              <a:gd name="connsiteY417" fmla="*/ 56009 h 73820"/>
              <a:gd name="connsiteX418" fmla="*/ 1452659 w 2978753"/>
              <a:gd name="connsiteY418" fmla="*/ 60867 h 73820"/>
              <a:gd name="connsiteX419" fmla="*/ 1450754 w 2978753"/>
              <a:gd name="connsiteY419" fmla="*/ 55342 h 73820"/>
              <a:gd name="connsiteX420" fmla="*/ 1406272 w 2978753"/>
              <a:gd name="connsiteY420" fmla="*/ 59152 h 73820"/>
              <a:gd name="connsiteX421" fmla="*/ 1396747 w 2978753"/>
              <a:gd name="connsiteY421" fmla="*/ 67915 h 73820"/>
              <a:gd name="connsiteX422" fmla="*/ 1380078 w 2978753"/>
              <a:gd name="connsiteY422" fmla="*/ 58390 h 73820"/>
              <a:gd name="connsiteX423" fmla="*/ 1364457 w 2978753"/>
              <a:gd name="connsiteY423" fmla="*/ 66010 h 73820"/>
              <a:gd name="connsiteX424" fmla="*/ 1365124 w 2978753"/>
              <a:gd name="connsiteY424" fmla="*/ 59914 h 73820"/>
              <a:gd name="connsiteX425" fmla="*/ 1347884 w 2978753"/>
              <a:gd name="connsiteY425" fmla="*/ 56676 h 73820"/>
              <a:gd name="connsiteX426" fmla="*/ 1330358 w 2978753"/>
              <a:gd name="connsiteY426" fmla="*/ 57914 h 73820"/>
              <a:gd name="connsiteX427" fmla="*/ 1344455 w 2978753"/>
              <a:gd name="connsiteY427" fmla="*/ 72582 h 73820"/>
              <a:gd name="connsiteX428" fmla="*/ 1312165 w 2978753"/>
              <a:gd name="connsiteY428" fmla="*/ 63057 h 73820"/>
              <a:gd name="connsiteX429" fmla="*/ 1324834 w 2978753"/>
              <a:gd name="connsiteY429" fmla="*/ 61438 h 73820"/>
              <a:gd name="connsiteX430" fmla="*/ 1286734 w 2978753"/>
              <a:gd name="connsiteY430" fmla="*/ 57152 h 73820"/>
              <a:gd name="connsiteX431" fmla="*/ 1301592 w 2978753"/>
              <a:gd name="connsiteY431" fmla="*/ 51056 h 73820"/>
              <a:gd name="connsiteX432" fmla="*/ 1288257 w 2978753"/>
              <a:gd name="connsiteY432" fmla="*/ 54199 h 73820"/>
              <a:gd name="connsiteX433" fmla="*/ 1289782 w 2978753"/>
              <a:gd name="connsiteY433" fmla="*/ 51151 h 73820"/>
              <a:gd name="connsiteX434" fmla="*/ 1274732 w 2978753"/>
              <a:gd name="connsiteY434" fmla="*/ 57628 h 73820"/>
              <a:gd name="connsiteX435" fmla="*/ 1250633 w 2978753"/>
              <a:gd name="connsiteY435" fmla="*/ 58676 h 73820"/>
              <a:gd name="connsiteX436" fmla="*/ 1251682 w 2978753"/>
              <a:gd name="connsiteY436" fmla="*/ 56485 h 73820"/>
              <a:gd name="connsiteX437" fmla="*/ 1235870 w 2978753"/>
              <a:gd name="connsiteY437" fmla="*/ 59628 h 73820"/>
              <a:gd name="connsiteX438" fmla="*/ 1228631 w 2978753"/>
              <a:gd name="connsiteY438" fmla="*/ 55247 h 73820"/>
              <a:gd name="connsiteX439" fmla="*/ 1196531 w 2978753"/>
              <a:gd name="connsiteY439" fmla="*/ 62772 h 73820"/>
              <a:gd name="connsiteX440" fmla="*/ 1201485 w 2978753"/>
              <a:gd name="connsiteY440" fmla="*/ 62296 h 73820"/>
              <a:gd name="connsiteX441" fmla="*/ 1193389 w 2978753"/>
              <a:gd name="connsiteY441" fmla="*/ 59533 h 73820"/>
              <a:gd name="connsiteX442" fmla="*/ 1143668 w 2978753"/>
              <a:gd name="connsiteY442" fmla="*/ 73820 h 73820"/>
              <a:gd name="connsiteX443" fmla="*/ 1157765 w 2978753"/>
              <a:gd name="connsiteY443" fmla="*/ 64295 h 73820"/>
              <a:gd name="connsiteX444" fmla="*/ 1149934 w 2978753"/>
              <a:gd name="connsiteY444" fmla="*/ 61928 h 73820"/>
              <a:gd name="connsiteX445" fmla="*/ 1158908 w 2978753"/>
              <a:gd name="connsiteY445" fmla="*/ 60867 h 73820"/>
              <a:gd name="connsiteX446" fmla="*/ 1145478 w 2978753"/>
              <a:gd name="connsiteY446" fmla="*/ 60581 h 73820"/>
              <a:gd name="connsiteX447" fmla="*/ 1149934 w 2978753"/>
              <a:gd name="connsiteY447" fmla="*/ 61928 h 73820"/>
              <a:gd name="connsiteX448" fmla="*/ 1118617 w 2978753"/>
              <a:gd name="connsiteY448" fmla="*/ 65629 h 73820"/>
              <a:gd name="connsiteX449" fmla="*/ 1105854 w 2978753"/>
              <a:gd name="connsiteY449" fmla="*/ 58105 h 73820"/>
              <a:gd name="connsiteX450" fmla="*/ 1095662 w 2978753"/>
              <a:gd name="connsiteY450" fmla="*/ 69058 h 73820"/>
              <a:gd name="connsiteX451" fmla="*/ 1084803 w 2978753"/>
              <a:gd name="connsiteY451" fmla="*/ 62296 h 73820"/>
              <a:gd name="connsiteX452" fmla="*/ 1035369 w 2978753"/>
              <a:gd name="connsiteY452" fmla="*/ 62296 h 73820"/>
              <a:gd name="connsiteX453" fmla="*/ 1028987 w 2978753"/>
              <a:gd name="connsiteY453" fmla="*/ 64295 h 73820"/>
              <a:gd name="connsiteX454" fmla="*/ 980124 w 2978753"/>
              <a:gd name="connsiteY454" fmla="*/ 68582 h 73820"/>
              <a:gd name="connsiteX455" fmla="*/ 971170 w 2978753"/>
              <a:gd name="connsiteY455" fmla="*/ 62772 h 73820"/>
              <a:gd name="connsiteX456" fmla="*/ 947834 w 2978753"/>
              <a:gd name="connsiteY456" fmla="*/ 66867 h 73820"/>
              <a:gd name="connsiteX457" fmla="*/ 959645 w 2978753"/>
              <a:gd name="connsiteY457" fmla="*/ 57342 h 73820"/>
              <a:gd name="connsiteX458" fmla="*/ 943929 w 2978753"/>
              <a:gd name="connsiteY458" fmla="*/ 60390 h 73820"/>
              <a:gd name="connsiteX459" fmla="*/ 946119 w 2978753"/>
              <a:gd name="connsiteY459" fmla="*/ 55913 h 73820"/>
              <a:gd name="connsiteX460" fmla="*/ 921640 w 2978753"/>
              <a:gd name="connsiteY460" fmla="*/ 62296 h 73820"/>
              <a:gd name="connsiteX461" fmla="*/ 928308 w 2978753"/>
              <a:gd name="connsiteY461" fmla="*/ 63343 h 73820"/>
              <a:gd name="connsiteX462" fmla="*/ 899733 w 2978753"/>
              <a:gd name="connsiteY462" fmla="*/ 62676 h 73820"/>
              <a:gd name="connsiteX463" fmla="*/ 904209 w 2978753"/>
              <a:gd name="connsiteY463" fmla="*/ 58295 h 73820"/>
              <a:gd name="connsiteX464" fmla="*/ 919545 w 2978753"/>
              <a:gd name="connsiteY464" fmla="*/ 56104 h 73820"/>
              <a:gd name="connsiteX465" fmla="*/ 907257 w 2978753"/>
              <a:gd name="connsiteY465" fmla="*/ 52389 h 73820"/>
              <a:gd name="connsiteX466" fmla="*/ 893541 w 2978753"/>
              <a:gd name="connsiteY466" fmla="*/ 60867 h 73820"/>
              <a:gd name="connsiteX467" fmla="*/ 862109 w 2978753"/>
              <a:gd name="connsiteY467" fmla="*/ 62200 h 73820"/>
              <a:gd name="connsiteX468" fmla="*/ 864681 w 2978753"/>
              <a:gd name="connsiteY468" fmla="*/ 57056 h 73820"/>
              <a:gd name="connsiteX469" fmla="*/ 852108 w 2978753"/>
              <a:gd name="connsiteY469" fmla="*/ 58676 h 73820"/>
              <a:gd name="connsiteX470" fmla="*/ 862300 w 2978753"/>
              <a:gd name="connsiteY470" fmla="*/ 52294 h 73820"/>
              <a:gd name="connsiteX471" fmla="*/ 830962 w 2978753"/>
              <a:gd name="connsiteY471" fmla="*/ 58295 h 73820"/>
              <a:gd name="connsiteX472" fmla="*/ 830962 w 2978753"/>
              <a:gd name="connsiteY472" fmla="*/ 53723 h 73820"/>
              <a:gd name="connsiteX473" fmla="*/ 809055 w 2978753"/>
              <a:gd name="connsiteY473" fmla="*/ 57723 h 73820"/>
              <a:gd name="connsiteX474" fmla="*/ 802578 w 2978753"/>
              <a:gd name="connsiteY474" fmla="*/ 65153 h 73820"/>
              <a:gd name="connsiteX475" fmla="*/ 782670 w 2978753"/>
              <a:gd name="connsiteY475" fmla="*/ 60104 h 73820"/>
              <a:gd name="connsiteX476" fmla="*/ 793243 w 2978753"/>
              <a:gd name="connsiteY476" fmla="*/ 64867 h 73820"/>
              <a:gd name="connsiteX477" fmla="*/ 739331 w 2978753"/>
              <a:gd name="connsiteY477" fmla="*/ 55342 h 73820"/>
              <a:gd name="connsiteX478" fmla="*/ 756000 w 2978753"/>
              <a:gd name="connsiteY478" fmla="*/ 64105 h 73820"/>
              <a:gd name="connsiteX479" fmla="*/ 718948 w 2978753"/>
              <a:gd name="connsiteY479" fmla="*/ 62486 h 73820"/>
              <a:gd name="connsiteX480" fmla="*/ 727330 w 2978753"/>
              <a:gd name="connsiteY480" fmla="*/ 56580 h 73820"/>
              <a:gd name="connsiteX481" fmla="*/ 714947 w 2978753"/>
              <a:gd name="connsiteY481" fmla="*/ 59343 h 73820"/>
              <a:gd name="connsiteX482" fmla="*/ 715995 w 2978753"/>
              <a:gd name="connsiteY482" fmla="*/ 54770 h 73820"/>
              <a:gd name="connsiteX483" fmla="*/ 677038 w 2978753"/>
              <a:gd name="connsiteY483" fmla="*/ 61438 h 73820"/>
              <a:gd name="connsiteX484" fmla="*/ 658940 w 2978753"/>
              <a:gd name="connsiteY484" fmla="*/ 58676 h 73820"/>
              <a:gd name="connsiteX485" fmla="*/ 698089 w 2978753"/>
              <a:gd name="connsiteY485" fmla="*/ 51342 h 73820"/>
              <a:gd name="connsiteX486" fmla="*/ 680753 w 2978753"/>
              <a:gd name="connsiteY486" fmla="*/ 50484 h 73820"/>
              <a:gd name="connsiteX487" fmla="*/ 692373 w 2978753"/>
              <a:gd name="connsiteY487" fmla="*/ 45912 h 73820"/>
              <a:gd name="connsiteX488" fmla="*/ 648654 w 2978753"/>
              <a:gd name="connsiteY488" fmla="*/ 52389 h 73820"/>
              <a:gd name="connsiteX489" fmla="*/ 670180 w 2978753"/>
              <a:gd name="connsiteY489" fmla="*/ 50675 h 73820"/>
              <a:gd name="connsiteX490" fmla="*/ 654464 w 2978753"/>
              <a:gd name="connsiteY490" fmla="*/ 57819 h 73820"/>
              <a:gd name="connsiteX491" fmla="*/ 626556 w 2978753"/>
              <a:gd name="connsiteY491" fmla="*/ 57152 h 73820"/>
              <a:gd name="connsiteX492" fmla="*/ 631318 w 2978753"/>
              <a:gd name="connsiteY492" fmla="*/ 56485 h 73820"/>
              <a:gd name="connsiteX493" fmla="*/ 592075 w 2978753"/>
              <a:gd name="connsiteY493" fmla="*/ 44198 h 73820"/>
              <a:gd name="connsiteX494" fmla="*/ 571882 w 2978753"/>
              <a:gd name="connsiteY494" fmla="*/ 50484 h 73820"/>
              <a:gd name="connsiteX495" fmla="*/ 589599 w 2978753"/>
              <a:gd name="connsiteY495" fmla="*/ 58009 h 73820"/>
              <a:gd name="connsiteX496" fmla="*/ 532925 w 2978753"/>
              <a:gd name="connsiteY496" fmla="*/ 54580 h 73820"/>
              <a:gd name="connsiteX497" fmla="*/ 536830 w 2978753"/>
              <a:gd name="connsiteY497" fmla="*/ 45055 h 73820"/>
              <a:gd name="connsiteX498" fmla="*/ 516256 w 2978753"/>
              <a:gd name="connsiteY498" fmla="*/ 50865 h 73820"/>
              <a:gd name="connsiteX499" fmla="*/ 512065 w 2978753"/>
              <a:gd name="connsiteY499" fmla="*/ 47341 h 73820"/>
              <a:gd name="connsiteX500" fmla="*/ 480251 w 2978753"/>
              <a:gd name="connsiteY500" fmla="*/ 58581 h 73820"/>
              <a:gd name="connsiteX501" fmla="*/ 476251 w 2978753"/>
              <a:gd name="connsiteY501" fmla="*/ 50961 h 73820"/>
              <a:gd name="connsiteX502" fmla="*/ 455677 w 2978753"/>
              <a:gd name="connsiteY502" fmla="*/ 53914 h 73820"/>
              <a:gd name="connsiteX503" fmla="*/ 456629 w 2978753"/>
              <a:gd name="connsiteY503" fmla="*/ 53437 h 73820"/>
              <a:gd name="connsiteX504" fmla="*/ 408528 w 2978753"/>
              <a:gd name="connsiteY504" fmla="*/ 52865 h 73820"/>
              <a:gd name="connsiteX505" fmla="*/ 411100 w 2978753"/>
              <a:gd name="connsiteY505" fmla="*/ 54961 h 73820"/>
              <a:gd name="connsiteX506" fmla="*/ 301563 w 2978753"/>
              <a:gd name="connsiteY506" fmla="*/ 59724 h 73820"/>
              <a:gd name="connsiteX507" fmla="*/ 313659 w 2978753"/>
              <a:gd name="connsiteY507" fmla="*/ 61438 h 73820"/>
              <a:gd name="connsiteX508" fmla="*/ 279846 w 2978753"/>
              <a:gd name="connsiteY508" fmla="*/ 61438 h 73820"/>
              <a:gd name="connsiteX509" fmla="*/ 287656 w 2978753"/>
              <a:gd name="connsiteY509" fmla="*/ 60581 h 73820"/>
              <a:gd name="connsiteX510" fmla="*/ 274892 w 2978753"/>
              <a:gd name="connsiteY510" fmla="*/ 54104 h 73820"/>
              <a:gd name="connsiteX511" fmla="*/ 271749 w 2978753"/>
              <a:gd name="connsiteY511" fmla="*/ 57723 h 73820"/>
              <a:gd name="connsiteX512" fmla="*/ 268415 w 2978753"/>
              <a:gd name="connsiteY512" fmla="*/ 54866 h 73820"/>
              <a:gd name="connsiteX513" fmla="*/ 259557 w 2978753"/>
              <a:gd name="connsiteY513" fmla="*/ 60009 h 73820"/>
              <a:gd name="connsiteX514" fmla="*/ 194501 w 2978753"/>
              <a:gd name="connsiteY514" fmla="*/ 49436 h 73820"/>
              <a:gd name="connsiteX515" fmla="*/ 208884 w 2978753"/>
              <a:gd name="connsiteY515" fmla="*/ 57438 h 73820"/>
              <a:gd name="connsiteX516" fmla="*/ 195168 w 2978753"/>
              <a:gd name="connsiteY516" fmla="*/ 54294 h 73820"/>
              <a:gd name="connsiteX517" fmla="*/ 198026 w 2978753"/>
              <a:gd name="connsiteY517" fmla="*/ 58771 h 73820"/>
              <a:gd name="connsiteX518" fmla="*/ 111444 w 2978753"/>
              <a:gd name="connsiteY518" fmla="*/ 53342 h 73820"/>
              <a:gd name="connsiteX519" fmla="*/ 112873 w 2978753"/>
              <a:gd name="connsiteY519" fmla="*/ 52294 h 73820"/>
              <a:gd name="connsiteX520" fmla="*/ 88869 w 2978753"/>
              <a:gd name="connsiteY520" fmla="*/ 55342 h 73820"/>
              <a:gd name="connsiteX521" fmla="*/ 90393 w 2978753"/>
              <a:gd name="connsiteY521" fmla="*/ 50294 h 73820"/>
              <a:gd name="connsiteX522" fmla="*/ 34958 w 2978753"/>
              <a:gd name="connsiteY522" fmla="*/ 49818 h 73820"/>
              <a:gd name="connsiteX523" fmla="*/ 20385 w 2978753"/>
              <a:gd name="connsiteY523" fmla="*/ 24957 h 73820"/>
              <a:gd name="connsiteX524" fmla="*/ 0 w 2978753"/>
              <a:gd name="connsiteY524" fmla="*/ 20004 h 73820"/>
              <a:gd name="connsiteX525" fmla="*/ 5906 w 2978753"/>
              <a:gd name="connsiteY525" fmla="*/ 14479 h 73820"/>
              <a:gd name="connsiteX526" fmla="*/ 8192 w 2978753"/>
              <a:gd name="connsiteY526" fmla="*/ 20575 h 73820"/>
              <a:gd name="connsiteX527" fmla="*/ 0 w 2978753"/>
              <a:gd name="connsiteY527" fmla="*/ 20004 h 73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Lst>
            <a:rect l="l" t="t" r="r" b="b"/>
            <a:pathLst>
              <a:path w="2978753" h="73820">
                <a:moveTo>
                  <a:pt x="2974276" y="12098"/>
                </a:moveTo>
                <a:cubicBezTo>
                  <a:pt x="2974205" y="11002"/>
                  <a:pt x="2975038" y="9669"/>
                  <a:pt x="2978753" y="9240"/>
                </a:cubicBezTo>
                <a:cubicBezTo>
                  <a:pt x="2978087" y="9907"/>
                  <a:pt x="2979611" y="13526"/>
                  <a:pt x="2975229" y="13526"/>
                </a:cubicBezTo>
                <a:cubicBezTo>
                  <a:pt x="2975324" y="14050"/>
                  <a:pt x="2974348" y="13193"/>
                  <a:pt x="2974276" y="12098"/>
                </a:cubicBezTo>
                <a:close/>
                <a:moveTo>
                  <a:pt x="2893766" y="25770"/>
                </a:moveTo>
                <a:lnTo>
                  <a:pt x="2904529" y="21770"/>
                </a:lnTo>
                <a:lnTo>
                  <a:pt x="2903196" y="23485"/>
                </a:lnTo>
                <a:close/>
                <a:moveTo>
                  <a:pt x="2834736" y="22575"/>
                </a:moveTo>
                <a:cubicBezTo>
                  <a:pt x="2849518" y="22937"/>
                  <a:pt x="2864301" y="22051"/>
                  <a:pt x="2878932" y="19908"/>
                </a:cubicBezTo>
                <a:lnTo>
                  <a:pt x="2873407" y="25432"/>
                </a:lnTo>
                <a:lnTo>
                  <a:pt x="2871407" y="23908"/>
                </a:lnTo>
                <a:cubicBezTo>
                  <a:pt x="2859310" y="21432"/>
                  <a:pt x="2841118" y="29338"/>
                  <a:pt x="2834736" y="22575"/>
                </a:cubicBezTo>
                <a:close/>
                <a:moveTo>
                  <a:pt x="2831306" y="29622"/>
                </a:moveTo>
                <a:cubicBezTo>
                  <a:pt x="2830830" y="27432"/>
                  <a:pt x="2841403" y="30385"/>
                  <a:pt x="2844451" y="29242"/>
                </a:cubicBezTo>
                <a:lnTo>
                  <a:pt x="2838354" y="31528"/>
                </a:lnTo>
                <a:close/>
                <a:moveTo>
                  <a:pt x="2798540" y="7811"/>
                </a:moveTo>
                <a:cubicBezTo>
                  <a:pt x="2801969" y="8002"/>
                  <a:pt x="2803970" y="8002"/>
                  <a:pt x="2805494" y="8002"/>
                </a:cubicBezTo>
                <a:lnTo>
                  <a:pt x="2807018" y="8668"/>
                </a:lnTo>
                <a:cubicBezTo>
                  <a:pt x="2790730" y="10097"/>
                  <a:pt x="2800826" y="10478"/>
                  <a:pt x="2798540" y="7811"/>
                </a:cubicBezTo>
                <a:close/>
                <a:moveTo>
                  <a:pt x="2784635" y="12383"/>
                </a:moveTo>
                <a:cubicBezTo>
                  <a:pt x="2802636" y="11431"/>
                  <a:pt x="2805208" y="16193"/>
                  <a:pt x="2787301" y="17146"/>
                </a:cubicBezTo>
                <a:cubicBezTo>
                  <a:pt x="2796731" y="14764"/>
                  <a:pt x="2789873" y="13907"/>
                  <a:pt x="2784635" y="12383"/>
                </a:cubicBezTo>
                <a:close/>
                <a:moveTo>
                  <a:pt x="2772442" y="9525"/>
                </a:moveTo>
                <a:cubicBezTo>
                  <a:pt x="2767108" y="6954"/>
                  <a:pt x="2764917" y="5430"/>
                  <a:pt x="2774728" y="4096"/>
                </a:cubicBezTo>
                <a:cubicBezTo>
                  <a:pt x="2771584" y="5239"/>
                  <a:pt x="2779966" y="5620"/>
                  <a:pt x="2781967" y="7144"/>
                </a:cubicBezTo>
                <a:close/>
                <a:moveTo>
                  <a:pt x="2768442" y="13431"/>
                </a:moveTo>
                <a:lnTo>
                  <a:pt x="2778728" y="11335"/>
                </a:lnTo>
                <a:cubicBezTo>
                  <a:pt x="2774347" y="12764"/>
                  <a:pt x="2772251" y="14764"/>
                  <a:pt x="2773109" y="12669"/>
                </a:cubicBezTo>
                <a:cubicBezTo>
                  <a:pt x="2769870" y="16764"/>
                  <a:pt x="2769775" y="14574"/>
                  <a:pt x="2768442" y="13431"/>
                </a:cubicBezTo>
                <a:close/>
                <a:moveTo>
                  <a:pt x="2759083" y="22912"/>
                </a:moveTo>
                <a:lnTo>
                  <a:pt x="2779467" y="17578"/>
                </a:lnTo>
                <a:lnTo>
                  <a:pt x="2762417" y="22817"/>
                </a:lnTo>
                <a:close/>
                <a:moveTo>
                  <a:pt x="2713768" y="6001"/>
                </a:moveTo>
                <a:cubicBezTo>
                  <a:pt x="2714244" y="8097"/>
                  <a:pt x="2721007" y="9049"/>
                  <a:pt x="2724626" y="10001"/>
                </a:cubicBezTo>
                <a:lnTo>
                  <a:pt x="2717673" y="11716"/>
                </a:lnTo>
                <a:cubicBezTo>
                  <a:pt x="2716911" y="9811"/>
                  <a:pt x="2713197" y="7430"/>
                  <a:pt x="2713768" y="6001"/>
                </a:cubicBezTo>
                <a:close/>
                <a:moveTo>
                  <a:pt x="2697290" y="22956"/>
                </a:moveTo>
                <a:cubicBezTo>
                  <a:pt x="2695766" y="23527"/>
                  <a:pt x="2706815" y="28575"/>
                  <a:pt x="2715387" y="30004"/>
                </a:cubicBezTo>
                <a:lnTo>
                  <a:pt x="2716911" y="29433"/>
                </a:lnTo>
                <a:cubicBezTo>
                  <a:pt x="2726436" y="31433"/>
                  <a:pt x="2718816" y="33338"/>
                  <a:pt x="2715768" y="34385"/>
                </a:cubicBezTo>
                <a:cubicBezTo>
                  <a:pt x="2715768" y="33052"/>
                  <a:pt x="2720150" y="32290"/>
                  <a:pt x="2715768" y="31052"/>
                </a:cubicBezTo>
                <a:cubicBezTo>
                  <a:pt x="2713006" y="30719"/>
                  <a:pt x="2710206" y="31357"/>
                  <a:pt x="2707863" y="32862"/>
                </a:cubicBezTo>
                <a:cubicBezTo>
                  <a:pt x="2703595" y="30452"/>
                  <a:pt x="2699976" y="27052"/>
                  <a:pt x="2697290" y="22956"/>
                </a:cubicBezTo>
                <a:close/>
                <a:moveTo>
                  <a:pt x="2695671" y="18574"/>
                </a:moveTo>
                <a:lnTo>
                  <a:pt x="2707481" y="15717"/>
                </a:lnTo>
                <a:cubicBezTo>
                  <a:pt x="2704433" y="16860"/>
                  <a:pt x="2706719" y="18384"/>
                  <a:pt x="2706719" y="19527"/>
                </a:cubicBezTo>
                <a:close/>
                <a:moveTo>
                  <a:pt x="2690789" y="20721"/>
                </a:moveTo>
                <a:lnTo>
                  <a:pt x="2692122" y="19007"/>
                </a:lnTo>
                <a:lnTo>
                  <a:pt x="2696218" y="19388"/>
                </a:lnTo>
                <a:close/>
                <a:moveTo>
                  <a:pt x="2681383" y="9049"/>
                </a:moveTo>
                <a:cubicBezTo>
                  <a:pt x="2684583" y="9297"/>
                  <a:pt x="2687516" y="10887"/>
                  <a:pt x="2689479" y="13431"/>
                </a:cubicBezTo>
                <a:lnTo>
                  <a:pt x="2685478" y="13145"/>
                </a:lnTo>
                <a:close/>
                <a:moveTo>
                  <a:pt x="2670024" y="8339"/>
                </a:moveTo>
                <a:lnTo>
                  <a:pt x="2680501" y="3291"/>
                </a:lnTo>
                <a:lnTo>
                  <a:pt x="2674596" y="6625"/>
                </a:lnTo>
                <a:close/>
                <a:moveTo>
                  <a:pt x="2651761" y="14670"/>
                </a:moveTo>
                <a:cubicBezTo>
                  <a:pt x="2653760" y="13621"/>
                  <a:pt x="2655865" y="12793"/>
                  <a:pt x="2658047" y="12193"/>
                </a:cubicBezTo>
                <a:cubicBezTo>
                  <a:pt x="2658533" y="12650"/>
                  <a:pt x="2659076" y="13031"/>
                  <a:pt x="2659666" y="13336"/>
                </a:cubicBezTo>
                <a:cubicBezTo>
                  <a:pt x="2657066" y="13955"/>
                  <a:pt x="2654418" y="14403"/>
                  <a:pt x="2651761" y="14670"/>
                </a:cubicBezTo>
                <a:close/>
                <a:moveTo>
                  <a:pt x="2640426" y="26860"/>
                </a:moveTo>
                <a:lnTo>
                  <a:pt x="2658142" y="24860"/>
                </a:lnTo>
                <a:cubicBezTo>
                  <a:pt x="2656904" y="26480"/>
                  <a:pt x="2659094" y="29146"/>
                  <a:pt x="2649474" y="28289"/>
                </a:cubicBezTo>
                <a:lnTo>
                  <a:pt x="2649474" y="30385"/>
                </a:lnTo>
                <a:close/>
                <a:moveTo>
                  <a:pt x="2627281" y="5048"/>
                </a:moveTo>
                <a:cubicBezTo>
                  <a:pt x="2633310" y="2343"/>
                  <a:pt x="2639749" y="638"/>
                  <a:pt x="2646331" y="0"/>
                </a:cubicBezTo>
                <a:cubicBezTo>
                  <a:pt x="2641663" y="1714"/>
                  <a:pt x="2652045" y="3619"/>
                  <a:pt x="2647664" y="6382"/>
                </a:cubicBezTo>
                <a:lnTo>
                  <a:pt x="2627678" y="5075"/>
                </a:lnTo>
                <a:close/>
                <a:moveTo>
                  <a:pt x="2621281" y="14193"/>
                </a:moveTo>
                <a:cubicBezTo>
                  <a:pt x="2626671" y="14260"/>
                  <a:pt x="2632034" y="13488"/>
                  <a:pt x="2637187" y="11907"/>
                </a:cubicBezTo>
                <a:lnTo>
                  <a:pt x="2640330" y="15335"/>
                </a:lnTo>
                <a:lnTo>
                  <a:pt x="2651760" y="14669"/>
                </a:lnTo>
                <a:cubicBezTo>
                  <a:pt x="2648598" y="16307"/>
                  <a:pt x="2644969" y="16812"/>
                  <a:pt x="2641473" y="16097"/>
                </a:cubicBezTo>
                <a:lnTo>
                  <a:pt x="2640330" y="15336"/>
                </a:lnTo>
                <a:lnTo>
                  <a:pt x="2640331" y="15336"/>
                </a:lnTo>
                <a:cubicBezTo>
                  <a:pt x="2633968" y="15326"/>
                  <a:pt x="2627605" y="14946"/>
                  <a:pt x="2621281" y="14193"/>
                </a:cubicBezTo>
                <a:close/>
                <a:moveTo>
                  <a:pt x="2610136" y="12288"/>
                </a:moveTo>
                <a:lnTo>
                  <a:pt x="2610612" y="12288"/>
                </a:lnTo>
                <a:lnTo>
                  <a:pt x="2610313" y="12319"/>
                </a:lnTo>
                <a:close/>
                <a:moveTo>
                  <a:pt x="2589277" y="14479"/>
                </a:moveTo>
                <a:lnTo>
                  <a:pt x="2610313" y="12319"/>
                </a:lnTo>
                <a:lnTo>
                  <a:pt x="2610612" y="12371"/>
                </a:lnTo>
                <a:lnTo>
                  <a:pt x="2621090" y="14192"/>
                </a:lnTo>
                <a:cubicBezTo>
                  <a:pt x="2617232" y="14288"/>
                  <a:pt x="2613374" y="14640"/>
                  <a:pt x="2609565" y="15241"/>
                </a:cubicBezTo>
                <a:cubicBezTo>
                  <a:pt x="2625185" y="17527"/>
                  <a:pt x="2597753" y="20860"/>
                  <a:pt x="2619090" y="19812"/>
                </a:cubicBezTo>
                <a:cubicBezTo>
                  <a:pt x="2611469" y="21622"/>
                  <a:pt x="2615089" y="25051"/>
                  <a:pt x="2601944" y="25051"/>
                </a:cubicBezTo>
                <a:cubicBezTo>
                  <a:pt x="2595372" y="20575"/>
                  <a:pt x="2606135" y="18860"/>
                  <a:pt x="2609660" y="14764"/>
                </a:cubicBezTo>
                <a:cubicBezTo>
                  <a:pt x="2602869" y="15221"/>
                  <a:pt x="2596049" y="15126"/>
                  <a:pt x="2589277" y="14479"/>
                </a:cubicBezTo>
                <a:close/>
                <a:moveTo>
                  <a:pt x="2587942" y="37626"/>
                </a:moveTo>
                <a:cubicBezTo>
                  <a:pt x="2581179" y="36291"/>
                  <a:pt x="2586133" y="34577"/>
                  <a:pt x="2592324" y="34863"/>
                </a:cubicBezTo>
                <a:lnTo>
                  <a:pt x="2592800" y="36958"/>
                </a:lnTo>
                <a:cubicBezTo>
                  <a:pt x="2591276" y="37626"/>
                  <a:pt x="2589561" y="37053"/>
                  <a:pt x="2587942" y="37626"/>
                </a:cubicBezTo>
                <a:close/>
                <a:moveTo>
                  <a:pt x="2564416" y="14669"/>
                </a:moveTo>
                <a:cubicBezTo>
                  <a:pt x="2564416" y="13336"/>
                  <a:pt x="2566416" y="12002"/>
                  <a:pt x="2573941" y="10097"/>
                </a:cubicBezTo>
                <a:cubicBezTo>
                  <a:pt x="2578818" y="12602"/>
                  <a:pt x="2584056" y="14336"/>
                  <a:pt x="2589466" y="15241"/>
                </a:cubicBezTo>
                <a:lnTo>
                  <a:pt x="2584990" y="15241"/>
                </a:lnTo>
                <a:lnTo>
                  <a:pt x="2586609" y="15145"/>
                </a:lnTo>
                <a:close/>
                <a:moveTo>
                  <a:pt x="2553819" y="14721"/>
                </a:moveTo>
                <a:lnTo>
                  <a:pt x="2564106" y="8530"/>
                </a:lnTo>
                <a:lnTo>
                  <a:pt x="2561725" y="12912"/>
                </a:lnTo>
                <a:close/>
                <a:moveTo>
                  <a:pt x="2533650" y="38957"/>
                </a:moveTo>
                <a:cubicBezTo>
                  <a:pt x="2530506" y="32004"/>
                  <a:pt x="2554890" y="29813"/>
                  <a:pt x="2548890" y="25146"/>
                </a:cubicBezTo>
                <a:cubicBezTo>
                  <a:pt x="2556034" y="27147"/>
                  <a:pt x="2553462" y="30385"/>
                  <a:pt x="2567940" y="28480"/>
                </a:cubicBezTo>
                <a:cubicBezTo>
                  <a:pt x="2577084" y="25051"/>
                  <a:pt x="2556700" y="22289"/>
                  <a:pt x="2552890" y="20288"/>
                </a:cubicBezTo>
                <a:lnTo>
                  <a:pt x="2564129" y="14860"/>
                </a:lnTo>
                <a:lnTo>
                  <a:pt x="2563178" y="14098"/>
                </a:lnTo>
                <a:lnTo>
                  <a:pt x="2564130" y="14193"/>
                </a:lnTo>
                <a:lnTo>
                  <a:pt x="2564130" y="14859"/>
                </a:lnTo>
                <a:lnTo>
                  <a:pt x="2564130" y="14859"/>
                </a:lnTo>
                <a:cubicBezTo>
                  <a:pt x="2573369" y="21813"/>
                  <a:pt x="2580322" y="34195"/>
                  <a:pt x="2569750" y="37052"/>
                </a:cubicBezTo>
                <a:cubicBezTo>
                  <a:pt x="2558986" y="32957"/>
                  <a:pt x="2546413" y="36481"/>
                  <a:pt x="2545651" y="40291"/>
                </a:cubicBezTo>
                <a:cubicBezTo>
                  <a:pt x="2542127" y="39243"/>
                  <a:pt x="2546699" y="37624"/>
                  <a:pt x="2546318" y="36481"/>
                </a:cubicBezTo>
                <a:close/>
                <a:moveTo>
                  <a:pt x="2533436" y="11959"/>
                </a:moveTo>
                <a:lnTo>
                  <a:pt x="2539532" y="9673"/>
                </a:lnTo>
                <a:lnTo>
                  <a:pt x="2538675" y="13388"/>
                </a:lnTo>
                <a:close/>
                <a:moveTo>
                  <a:pt x="2505742" y="24004"/>
                </a:moveTo>
                <a:cubicBezTo>
                  <a:pt x="2513647" y="22194"/>
                  <a:pt x="2521553" y="20384"/>
                  <a:pt x="2519458" y="25813"/>
                </a:cubicBezTo>
                <a:lnTo>
                  <a:pt x="2520696" y="25813"/>
                </a:lnTo>
                <a:cubicBezTo>
                  <a:pt x="2513266" y="26576"/>
                  <a:pt x="2506599" y="27813"/>
                  <a:pt x="2505742" y="24004"/>
                </a:cubicBezTo>
                <a:close/>
                <a:moveTo>
                  <a:pt x="2505527" y="36628"/>
                </a:moveTo>
                <a:lnTo>
                  <a:pt x="2509623" y="32723"/>
                </a:lnTo>
                <a:lnTo>
                  <a:pt x="2512290" y="37581"/>
                </a:lnTo>
                <a:close/>
                <a:moveTo>
                  <a:pt x="2485263" y="10192"/>
                </a:moveTo>
                <a:lnTo>
                  <a:pt x="2495931" y="9049"/>
                </a:lnTo>
                <a:cubicBezTo>
                  <a:pt x="2492597" y="9049"/>
                  <a:pt x="2494597" y="10383"/>
                  <a:pt x="2494788" y="11716"/>
                </a:cubicBezTo>
                <a:cubicBezTo>
                  <a:pt x="2491759" y="10544"/>
                  <a:pt x="2488511" y="10020"/>
                  <a:pt x="2485263" y="10192"/>
                </a:cubicBezTo>
                <a:close/>
                <a:moveTo>
                  <a:pt x="2484191" y="37677"/>
                </a:moveTo>
                <a:lnTo>
                  <a:pt x="2492573" y="37963"/>
                </a:lnTo>
                <a:lnTo>
                  <a:pt x="2496097" y="39011"/>
                </a:lnTo>
                <a:close/>
                <a:moveTo>
                  <a:pt x="2452783" y="33243"/>
                </a:moveTo>
                <a:cubicBezTo>
                  <a:pt x="2452783" y="31814"/>
                  <a:pt x="2460784" y="32767"/>
                  <a:pt x="2467832" y="32957"/>
                </a:cubicBezTo>
                <a:cubicBezTo>
                  <a:pt x="2466022" y="33243"/>
                  <a:pt x="2464689" y="33720"/>
                  <a:pt x="2464689" y="34577"/>
                </a:cubicBezTo>
                <a:close/>
                <a:moveTo>
                  <a:pt x="2438400" y="11050"/>
                </a:moveTo>
                <a:lnTo>
                  <a:pt x="2445258" y="10383"/>
                </a:lnTo>
                <a:cubicBezTo>
                  <a:pt x="2444972" y="11050"/>
                  <a:pt x="2445353" y="11050"/>
                  <a:pt x="2446401" y="11050"/>
                </a:cubicBezTo>
                <a:cubicBezTo>
                  <a:pt x="2443733" y="10850"/>
                  <a:pt x="2441067" y="10850"/>
                  <a:pt x="2438400" y="11050"/>
                </a:cubicBezTo>
                <a:close/>
                <a:moveTo>
                  <a:pt x="2425541" y="11431"/>
                </a:moveTo>
                <a:cubicBezTo>
                  <a:pt x="2429494" y="9645"/>
                  <a:pt x="2435352" y="8144"/>
                  <a:pt x="2433352" y="10573"/>
                </a:cubicBezTo>
                <a:cubicBezTo>
                  <a:pt x="2431351" y="9049"/>
                  <a:pt x="2432685" y="14955"/>
                  <a:pt x="2429161" y="14002"/>
                </a:cubicBezTo>
                <a:cubicBezTo>
                  <a:pt x="2419541" y="15288"/>
                  <a:pt x="2421588" y="13216"/>
                  <a:pt x="2425541" y="11431"/>
                </a:cubicBezTo>
                <a:close/>
                <a:moveTo>
                  <a:pt x="2399730" y="15527"/>
                </a:moveTo>
                <a:lnTo>
                  <a:pt x="2408025" y="16552"/>
                </a:lnTo>
                <a:lnTo>
                  <a:pt x="2408016" y="16575"/>
                </a:lnTo>
                <a:lnTo>
                  <a:pt x="2408207" y="16575"/>
                </a:lnTo>
                <a:lnTo>
                  <a:pt x="2408025" y="16552"/>
                </a:lnTo>
                <a:lnTo>
                  <a:pt x="2408778" y="14575"/>
                </a:lnTo>
                <a:cubicBezTo>
                  <a:pt x="2407636" y="15814"/>
                  <a:pt x="2403921" y="15814"/>
                  <a:pt x="2399730" y="15527"/>
                </a:cubicBezTo>
                <a:close/>
                <a:moveTo>
                  <a:pt x="2358962" y="47626"/>
                </a:moveTo>
                <a:lnTo>
                  <a:pt x="2358962" y="41721"/>
                </a:lnTo>
                <a:cubicBezTo>
                  <a:pt x="2360428" y="43512"/>
                  <a:pt x="2362428" y="44778"/>
                  <a:pt x="2364676" y="45340"/>
                </a:cubicBezTo>
                <a:close/>
                <a:moveTo>
                  <a:pt x="2312480" y="33624"/>
                </a:moveTo>
                <a:lnTo>
                  <a:pt x="2325434" y="32290"/>
                </a:lnTo>
                <a:cubicBezTo>
                  <a:pt x="2327434" y="33909"/>
                  <a:pt x="2322672" y="34481"/>
                  <a:pt x="2319528" y="35623"/>
                </a:cubicBezTo>
                <a:cubicBezTo>
                  <a:pt x="2314766" y="36290"/>
                  <a:pt x="2311146" y="35338"/>
                  <a:pt x="2312480" y="33624"/>
                </a:cubicBezTo>
                <a:close/>
                <a:moveTo>
                  <a:pt x="2285429" y="11621"/>
                </a:moveTo>
                <a:cubicBezTo>
                  <a:pt x="2290925" y="11878"/>
                  <a:pt x="2296392" y="12716"/>
                  <a:pt x="2301716" y="14098"/>
                </a:cubicBezTo>
                <a:cubicBezTo>
                  <a:pt x="2299716" y="17526"/>
                  <a:pt x="2293334" y="14002"/>
                  <a:pt x="2285429" y="11621"/>
                </a:cubicBezTo>
                <a:close/>
                <a:moveTo>
                  <a:pt x="2266474" y="11621"/>
                </a:moveTo>
                <a:cubicBezTo>
                  <a:pt x="2272588" y="9335"/>
                  <a:pt x="2279313" y="9335"/>
                  <a:pt x="2285428" y="11621"/>
                </a:cubicBezTo>
                <a:cubicBezTo>
                  <a:pt x="2280237" y="11431"/>
                  <a:pt x="2275036" y="11745"/>
                  <a:pt x="2269902" y="12574"/>
                </a:cubicBezTo>
                <a:cubicBezTo>
                  <a:pt x="2268740" y="12345"/>
                  <a:pt x="2267588" y="12031"/>
                  <a:pt x="2266474" y="11621"/>
                </a:cubicBezTo>
                <a:close/>
                <a:moveTo>
                  <a:pt x="2132243" y="40059"/>
                </a:moveTo>
                <a:lnTo>
                  <a:pt x="2135005" y="30342"/>
                </a:lnTo>
                <a:lnTo>
                  <a:pt x="2135481" y="40059"/>
                </a:lnTo>
                <a:close/>
                <a:moveTo>
                  <a:pt x="1959424" y="57270"/>
                </a:moveTo>
                <a:cubicBezTo>
                  <a:pt x="1961269" y="56508"/>
                  <a:pt x="1964817" y="56246"/>
                  <a:pt x="1969485" y="55056"/>
                </a:cubicBezTo>
                <a:cubicBezTo>
                  <a:pt x="1965770" y="57056"/>
                  <a:pt x="1980724" y="57056"/>
                  <a:pt x="1977105" y="59437"/>
                </a:cubicBezTo>
                <a:cubicBezTo>
                  <a:pt x="1963198" y="56484"/>
                  <a:pt x="1974914" y="64771"/>
                  <a:pt x="1959578" y="62485"/>
                </a:cubicBezTo>
                <a:cubicBezTo>
                  <a:pt x="1957435" y="59294"/>
                  <a:pt x="1957578" y="58032"/>
                  <a:pt x="1959424" y="57270"/>
                </a:cubicBezTo>
                <a:close/>
                <a:moveTo>
                  <a:pt x="1956150" y="8287"/>
                </a:moveTo>
                <a:cubicBezTo>
                  <a:pt x="1955293" y="4001"/>
                  <a:pt x="1963769" y="9526"/>
                  <a:pt x="1971390" y="13050"/>
                </a:cubicBezTo>
                <a:cubicBezTo>
                  <a:pt x="1967189" y="11964"/>
                  <a:pt x="1962817" y="11735"/>
                  <a:pt x="1958531" y="12383"/>
                </a:cubicBezTo>
                <a:close/>
                <a:moveTo>
                  <a:pt x="1826419" y="59056"/>
                </a:moveTo>
                <a:lnTo>
                  <a:pt x="1838039" y="43721"/>
                </a:lnTo>
                <a:lnTo>
                  <a:pt x="1843849" y="55627"/>
                </a:lnTo>
                <a:cubicBezTo>
                  <a:pt x="1837829" y="53827"/>
                  <a:pt x="1831305" y="55113"/>
                  <a:pt x="1826419" y="59056"/>
                </a:cubicBezTo>
                <a:close/>
                <a:moveTo>
                  <a:pt x="1749077" y="52580"/>
                </a:moveTo>
                <a:lnTo>
                  <a:pt x="1752319" y="52535"/>
                </a:lnTo>
                <a:lnTo>
                  <a:pt x="1752410" y="52580"/>
                </a:lnTo>
                <a:close/>
                <a:moveTo>
                  <a:pt x="1583246" y="37625"/>
                </a:moveTo>
                <a:lnTo>
                  <a:pt x="1590579" y="34862"/>
                </a:lnTo>
                <a:lnTo>
                  <a:pt x="1585436" y="38863"/>
                </a:lnTo>
                <a:close/>
                <a:moveTo>
                  <a:pt x="1349693" y="66580"/>
                </a:moveTo>
                <a:cubicBezTo>
                  <a:pt x="1354360" y="66866"/>
                  <a:pt x="1356646" y="66961"/>
                  <a:pt x="1358170" y="68580"/>
                </a:cubicBezTo>
                <a:lnTo>
                  <a:pt x="1357408" y="70009"/>
                </a:lnTo>
                <a:close/>
                <a:moveTo>
                  <a:pt x="1316642" y="58866"/>
                </a:moveTo>
                <a:cubicBezTo>
                  <a:pt x="1319214" y="61533"/>
                  <a:pt x="1326357" y="58581"/>
                  <a:pt x="1329881" y="57628"/>
                </a:cubicBezTo>
                <a:cubicBezTo>
                  <a:pt x="1323785" y="56104"/>
                  <a:pt x="1320642" y="53532"/>
                  <a:pt x="1316642" y="58866"/>
                </a:cubicBezTo>
                <a:close/>
                <a:moveTo>
                  <a:pt x="1222034" y="60727"/>
                </a:moveTo>
                <a:lnTo>
                  <a:pt x="1226320" y="66347"/>
                </a:lnTo>
                <a:lnTo>
                  <a:pt x="1224034" y="66251"/>
                </a:lnTo>
                <a:close/>
                <a:moveTo>
                  <a:pt x="1111091" y="72580"/>
                </a:moveTo>
                <a:cubicBezTo>
                  <a:pt x="1109758" y="65532"/>
                  <a:pt x="1115663" y="72771"/>
                  <a:pt x="1125664" y="71819"/>
                </a:cubicBezTo>
                <a:cubicBezTo>
                  <a:pt x="1121092" y="71533"/>
                  <a:pt x="1115663" y="72580"/>
                  <a:pt x="1111091" y="72580"/>
                </a:cubicBezTo>
                <a:close/>
                <a:moveTo>
                  <a:pt x="864848" y="30546"/>
                </a:moveTo>
                <a:lnTo>
                  <a:pt x="864871" y="30482"/>
                </a:lnTo>
                <a:lnTo>
                  <a:pt x="866776" y="31339"/>
                </a:lnTo>
                <a:close/>
                <a:moveTo>
                  <a:pt x="17884" y="12245"/>
                </a:moveTo>
                <a:lnTo>
                  <a:pt x="27790" y="14245"/>
                </a:lnTo>
                <a:lnTo>
                  <a:pt x="24266" y="15483"/>
                </a:lnTo>
                <a:close/>
                <a:moveTo>
                  <a:pt x="11717" y="26005"/>
                </a:moveTo>
                <a:cubicBezTo>
                  <a:pt x="14574" y="19528"/>
                  <a:pt x="39054" y="25815"/>
                  <a:pt x="44102" y="19528"/>
                </a:cubicBezTo>
                <a:lnTo>
                  <a:pt x="71534" y="25910"/>
                </a:lnTo>
                <a:cubicBezTo>
                  <a:pt x="70772" y="23624"/>
                  <a:pt x="75153" y="20195"/>
                  <a:pt x="70772" y="19433"/>
                </a:cubicBezTo>
                <a:cubicBezTo>
                  <a:pt x="77535" y="19338"/>
                  <a:pt x="83535" y="19052"/>
                  <a:pt x="74582" y="15814"/>
                </a:cubicBezTo>
                <a:cubicBezTo>
                  <a:pt x="140304" y="31149"/>
                  <a:pt x="207741" y="16290"/>
                  <a:pt x="272416" y="24386"/>
                </a:cubicBezTo>
                <a:cubicBezTo>
                  <a:pt x="276607" y="23910"/>
                  <a:pt x="274035" y="21719"/>
                  <a:pt x="272416" y="20385"/>
                </a:cubicBezTo>
                <a:cubicBezTo>
                  <a:pt x="284323" y="26005"/>
                  <a:pt x="283751" y="17337"/>
                  <a:pt x="290323" y="16480"/>
                </a:cubicBezTo>
                <a:lnTo>
                  <a:pt x="307754" y="24862"/>
                </a:lnTo>
                <a:cubicBezTo>
                  <a:pt x="314802" y="22386"/>
                  <a:pt x="309278" y="19814"/>
                  <a:pt x="309754" y="18099"/>
                </a:cubicBezTo>
                <a:cubicBezTo>
                  <a:pt x="342806" y="16480"/>
                  <a:pt x="374905" y="24672"/>
                  <a:pt x="401670" y="19719"/>
                </a:cubicBezTo>
                <a:cubicBezTo>
                  <a:pt x="410529" y="22671"/>
                  <a:pt x="399956" y="26386"/>
                  <a:pt x="411195" y="27434"/>
                </a:cubicBezTo>
                <a:cubicBezTo>
                  <a:pt x="396051" y="18862"/>
                  <a:pt x="443676" y="23433"/>
                  <a:pt x="434151" y="17337"/>
                </a:cubicBezTo>
                <a:cubicBezTo>
                  <a:pt x="445009" y="26481"/>
                  <a:pt x="474537" y="19242"/>
                  <a:pt x="469679" y="32006"/>
                </a:cubicBezTo>
                <a:cubicBezTo>
                  <a:pt x="483109" y="32768"/>
                  <a:pt x="480823" y="26577"/>
                  <a:pt x="476918" y="25433"/>
                </a:cubicBezTo>
                <a:cubicBezTo>
                  <a:pt x="490662" y="26643"/>
                  <a:pt x="504521" y="25481"/>
                  <a:pt x="517875" y="22004"/>
                </a:cubicBezTo>
                <a:cubicBezTo>
                  <a:pt x="526733" y="24957"/>
                  <a:pt x="589027" y="18956"/>
                  <a:pt x="602933" y="28481"/>
                </a:cubicBezTo>
                <a:cubicBezTo>
                  <a:pt x="593408" y="22481"/>
                  <a:pt x="602933" y="25243"/>
                  <a:pt x="612458" y="22481"/>
                </a:cubicBezTo>
                <a:lnTo>
                  <a:pt x="604267" y="16956"/>
                </a:lnTo>
                <a:lnTo>
                  <a:pt x="624746" y="17623"/>
                </a:lnTo>
                <a:cubicBezTo>
                  <a:pt x="628937" y="16861"/>
                  <a:pt x="630080" y="17623"/>
                  <a:pt x="630080" y="17623"/>
                </a:cubicBezTo>
                <a:cubicBezTo>
                  <a:pt x="633604" y="17909"/>
                  <a:pt x="629222" y="20766"/>
                  <a:pt x="638081" y="22195"/>
                </a:cubicBezTo>
                <a:cubicBezTo>
                  <a:pt x="645930" y="22681"/>
                  <a:pt x="653740" y="20748"/>
                  <a:pt x="660465" y="16670"/>
                </a:cubicBezTo>
                <a:lnTo>
                  <a:pt x="658274" y="15814"/>
                </a:lnTo>
                <a:lnTo>
                  <a:pt x="667799" y="15337"/>
                </a:lnTo>
                <a:cubicBezTo>
                  <a:pt x="674752" y="15432"/>
                  <a:pt x="643129" y="20766"/>
                  <a:pt x="665894" y="23624"/>
                </a:cubicBezTo>
                <a:cubicBezTo>
                  <a:pt x="666656" y="22100"/>
                  <a:pt x="679610" y="14861"/>
                  <a:pt x="685706" y="18766"/>
                </a:cubicBezTo>
                <a:cubicBezTo>
                  <a:pt x="674085" y="18480"/>
                  <a:pt x="675514" y="22290"/>
                  <a:pt x="679800" y="23910"/>
                </a:cubicBezTo>
                <a:lnTo>
                  <a:pt x="696183" y="23910"/>
                </a:lnTo>
                <a:lnTo>
                  <a:pt x="690754" y="16861"/>
                </a:lnTo>
                <a:cubicBezTo>
                  <a:pt x="737522" y="17242"/>
                  <a:pt x="786100" y="22290"/>
                  <a:pt x="836010" y="21814"/>
                </a:cubicBezTo>
                <a:cubicBezTo>
                  <a:pt x="835677" y="25005"/>
                  <a:pt x="844512" y="25148"/>
                  <a:pt x="852858" y="25612"/>
                </a:cubicBezTo>
                <a:lnTo>
                  <a:pt x="864848" y="30546"/>
                </a:lnTo>
                <a:lnTo>
                  <a:pt x="863490" y="34280"/>
                </a:lnTo>
                <a:cubicBezTo>
                  <a:pt x="867205" y="35816"/>
                  <a:pt x="873635" y="37102"/>
                  <a:pt x="878397" y="36578"/>
                </a:cubicBezTo>
                <a:cubicBezTo>
                  <a:pt x="868014" y="33721"/>
                  <a:pt x="897065" y="27624"/>
                  <a:pt x="871729" y="26291"/>
                </a:cubicBezTo>
                <a:lnTo>
                  <a:pt x="891351" y="22004"/>
                </a:lnTo>
                <a:cubicBezTo>
                  <a:pt x="902209" y="4860"/>
                  <a:pt x="943643" y="23433"/>
                  <a:pt x="973361" y="17909"/>
                </a:cubicBezTo>
                <a:cubicBezTo>
                  <a:pt x="972132" y="18176"/>
                  <a:pt x="971066" y="18928"/>
                  <a:pt x="970408" y="20005"/>
                </a:cubicBezTo>
                <a:cubicBezTo>
                  <a:pt x="996792" y="14575"/>
                  <a:pt x="1029558" y="24672"/>
                  <a:pt x="1035749" y="21909"/>
                </a:cubicBezTo>
                <a:lnTo>
                  <a:pt x="1038035" y="26672"/>
                </a:lnTo>
                <a:cubicBezTo>
                  <a:pt x="1054533" y="19795"/>
                  <a:pt x="1072735" y="18061"/>
                  <a:pt x="1090233" y="21719"/>
                </a:cubicBezTo>
                <a:cubicBezTo>
                  <a:pt x="1089851" y="22481"/>
                  <a:pt x="1086709" y="23814"/>
                  <a:pt x="1090995" y="24862"/>
                </a:cubicBezTo>
                <a:cubicBezTo>
                  <a:pt x="1100501" y="19385"/>
                  <a:pt x="1111569" y="17270"/>
                  <a:pt x="1122427" y="18862"/>
                </a:cubicBezTo>
                <a:lnTo>
                  <a:pt x="1121665" y="20290"/>
                </a:lnTo>
                <a:lnTo>
                  <a:pt x="1150240" y="19528"/>
                </a:lnTo>
                <a:cubicBezTo>
                  <a:pt x="1150049" y="34101"/>
                  <a:pt x="1199675" y="10670"/>
                  <a:pt x="1208342" y="26386"/>
                </a:cubicBezTo>
                <a:cubicBezTo>
                  <a:pt x="1213962" y="22195"/>
                  <a:pt x="1234822" y="20861"/>
                  <a:pt x="1244347" y="18766"/>
                </a:cubicBezTo>
                <a:cubicBezTo>
                  <a:pt x="1244442" y="19433"/>
                  <a:pt x="1245014" y="20099"/>
                  <a:pt x="1246633" y="20766"/>
                </a:cubicBezTo>
                <a:cubicBezTo>
                  <a:pt x="1257682" y="12765"/>
                  <a:pt x="1278542" y="23147"/>
                  <a:pt x="1290829" y="22290"/>
                </a:cubicBezTo>
                <a:cubicBezTo>
                  <a:pt x="1298830" y="20385"/>
                  <a:pt x="1295306" y="17909"/>
                  <a:pt x="1291877" y="15432"/>
                </a:cubicBezTo>
                <a:cubicBezTo>
                  <a:pt x="1307689" y="21624"/>
                  <a:pt x="1335501" y="8574"/>
                  <a:pt x="1341216" y="11146"/>
                </a:cubicBezTo>
                <a:cubicBezTo>
                  <a:pt x="1352837" y="11813"/>
                  <a:pt x="1345598" y="16766"/>
                  <a:pt x="1348741" y="20005"/>
                </a:cubicBezTo>
                <a:cubicBezTo>
                  <a:pt x="1365982" y="18576"/>
                  <a:pt x="1345883" y="6765"/>
                  <a:pt x="1368934" y="12575"/>
                </a:cubicBezTo>
                <a:cubicBezTo>
                  <a:pt x="1366267" y="13242"/>
                  <a:pt x="1361314" y="13718"/>
                  <a:pt x="1363219" y="14575"/>
                </a:cubicBezTo>
                <a:cubicBezTo>
                  <a:pt x="1372077" y="15814"/>
                  <a:pt x="1387794" y="32577"/>
                  <a:pt x="1396556" y="29244"/>
                </a:cubicBezTo>
                <a:lnTo>
                  <a:pt x="1390842" y="26577"/>
                </a:lnTo>
                <a:cubicBezTo>
                  <a:pt x="1406844" y="22862"/>
                  <a:pt x="1428846" y="38197"/>
                  <a:pt x="1431418" y="28672"/>
                </a:cubicBezTo>
                <a:lnTo>
                  <a:pt x="1429894" y="24100"/>
                </a:lnTo>
                <a:cubicBezTo>
                  <a:pt x="1457612" y="30101"/>
                  <a:pt x="1441229" y="22290"/>
                  <a:pt x="1469804" y="27529"/>
                </a:cubicBezTo>
                <a:lnTo>
                  <a:pt x="1469804" y="28291"/>
                </a:lnTo>
                <a:cubicBezTo>
                  <a:pt x="1482091" y="27434"/>
                  <a:pt x="1488664" y="33149"/>
                  <a:pt x="1494664" y="25815"/>
                </a:cubicBezTo>
                <a:lnTo>
                  <a:pt x="1490473" y="24767"/>
                </a:lnTo>
                <a:cubicBezTo>
                  <a:pt x="1505713" y="23814"/>
                  <a:pt x="1507047" y="24767"/>
                  <a:pt x="1522477" y="24767"/>
                </a:cubicBezTo>
                <a:cubicBezTo>
                  <a:pt x="1526239" y="23671"/>
                  <a:pt x="1530240" y="23671"/>
                  <a:pt x="1534002" y="24767"/>
                </a:cubicBezTo>
                <a:cubicBezTo>
                  <a:pt x="1534669" y="18671"/>
                  <a:pt x="1569912" y="22386"/>
                  <a:pt x="1576770" y="22386"/>
                </a:cubicBezTo>
                <a:cubicBezTo>
                  <a:pt x="1564292" y="23243"/>
                  <a:pt x="1570388" y="25815"/>
                  <a:pt x="1573817" y="28291"/>
                </a:cubicBezTo>
                <a:cubicBezTo>
                  <a:pt x="1580199" y="23357"/>
                  <a:pt x="1588876" y="22614"/>
                  <a:pt x="1596010" y="26386"/>
                </a:cubicBezTo>
                <a:cubicBezTo>
                  <a:pt x="1597439" y="18862"/>
                  <a:pt x="1599439" y="10765"/>
                  <a:pt x="1619156" y="10289"/>
                </a:cubicBezTo>
                <a:cubicBezTo>
                  <a:pt x="1616108" y="11432"/>
                  <a:pt x="1611345" y="12003"/>
                  <a:pt x="1613346" y="13622"/>
                </a:cubicBezTo>
                <a:cubicBezTo>
                  <a:pt x="1615346" y="15242"/>
                  <a:pt x="1619918" y="13527"/>
                  <a:pt x="1621442" y="12956"/>
                </a:cubicBezTo>
                <a:cubicBezTo>
                  <a:pt x="1623442" y="14480"/>
                  <a:pt x="1617060" y="15718"/>
                  <a:pt x="1619251" y="18385"/>
                </a:cubicBezTo>
                <a:cubicBezTo>
                  <a:pt x="1632586" y="11051"/>
                  <a:pt x="1642587" y="17813"/>
                  <a:pt x="1661637" y="15242"/>
                </a:cubicBezTo>
                <a:cubicBezTo>
                  <a:pt x="1655541" y="17528"/>
                  <a:pt x="1660780" y="19052"/>
                  <a:pt x="1662971" y="21624"/>
                </a:cubicBezTo>
                <a:cubicBezTo>
                  <a:pt x="1664399" y="13051"/>
                  <a:pt x="1689355" y="29148"/>
                  <a:pt x="1682021" y="18004"/>
                </a:cubicBezTo>
                <a:cubicBezTo>
                  <a:pt x="1719835" y="24672"/>
                  <a:pt x="1778033" y="18480"/>
                  <a:pt x="1792797" y="25624"/>
                </a:cubicBezTo>
                <a:cubicBezTo>
                  <a:pt x="1796797" y="28767"/>
                  <a:pt x="1807274" y="23624"/>
                  <a:pt x="1813942" y="23624"/>
                </a:cubicBezTo>
                <a:lnTo>
                  <a:pt x="1812990" y="27338"/>
                </a:lnTo>
                <a:cubicBezTo>
                  <a:pt x="1831468" y="20385"/>
                  <a:pt x="1827373" y="24767"/>
                  <a:pt x="1848994" y="17813"/>
                </a:cubicBezTo>
                <a:cubicBezTo>
                  <a:pt x="1840040" y="22290"/>
                  <a:pt x="1843755" y="24386"/>
                  <a:pt x="1852804" y="27910"/>
                </a:cubicBezTo>
                <a:lnTo>
                  <a:pt x="1867759" y="20099"/>
                </a:lnTo>
                <a:lnTo>
                  <a:pt x="1870616" y="25910"/>
                </a:lnTo>
                <a:cubicBezTo>
                  <a:pt x="1877055" y="24176"/>
                  <a:pt x="1883817" y="24014"/>
                  <a:pt x="1890333" y="25433"/>
                </a:cubicBezTo>
                <a:cubicBezTo>
                  <a:pt x="1887094" y="25529"/>
                  <a:pt x="1889094" y="26005"/>
                  <a:pt x="1889094" y="27148"/>
                </a:cubicBezTo>
                <a:cubicBezTo>
                  <a:pt x="1892333" y="18956"/>
                  <a:pt x="1918908" y="19909"/>
                  <a:pt x="1923099" y="16099"/>
                </a:cubicBezTo>
                <a:cubicBezTo>
                  <a:pt x="1929766" y="24005"/>
                  <a:pt x="1940910" y="14099"/>
                  <a:pt x="1945768" y="21528"/>
                </a:cubicBezTo>
                <a:cubicBezTo>
                  <a:pt x="1948359" y="20309"/>
                  <a:pt x="1951074" y="19376"/>
                  <a:pt x="1953864" y="18766"/>
                </a:cubicBezTo>
                <a:cubicBezTo>
                  <a:pt x="1950626" y="15242"/>
                  <a:pt x="1949483" y="11432"/>
                  <a:pt x="1955483" y="13146"/>
                </a:cubicBezTo>
                <a:lnTo>
                  <a:pt x="1956912" y="13146"/>
                </a:lnTo>
                <a:lnTo>
                  <a:pt x="1959484" y="17718"/>
                </a:lnTo>
                <a:cubicBezTo>
                  <a:pt x="1964932" y="16804"/>
                  <a:pt x="1970438" y="16261"/>
                  <a:pt x="1975962" y="16099"/>
                </a:cubicBezTo>
                <a:cubicBezTo>
                  <a:pt x="1973819" y="15575"/>
                  <a:pt x="1971743" y="14804"/>
                  <a:pt x="1969771" y="13813"/>
                </a:cubicBezTo>
                <a:cubicBezTo>
                  <a:pt x="1972343" y="14480"/>
                  <a:pt x="1974819" y="15337"/>
                  <a:pt x="1977105" y="16099"/>
                </a:cubicBezTo>
                <a:lnTo>
                  <a:pt x="1978058" y="16099"/>
                </a:lnTo>
                <a:lnTo>
                  <a:pt x="1979296" y="16099"/>
                </a:lnTo>
                <a:lnTo>
                  <a:pt x="1990917" y="16099"/>
                </a:lnTo>
                <a:cubicBezTo>
                  <a:pt x="2012348" y="23147"/>
                  <a:pt x="2038542" y="6574"/>
                  <a:pt x="2062164" y="16099"/>
                </a:cubicBezTo>
                <a:cubicBezTo>
                  <a:pt x="2059020" y="14956"/>
                  <a:pt x="2053972" y="14480"/>
                  <a:pt x="2052639" y="16099"/>
                </a:cubicBezTo>
                <a:cubicBezTo>
                  <a:pt x="2072355" y="15718"/>
                  <a:pt x="2091977" y="22290"/>
                  <a:pt x="2104455" y="18766"/>
                </a:cubicBezTo>
                <a:lnTo>
                  <a:pt x="2103598" y="14480"/>
                </a:lnTo>
                <a:cubicBezTo>
                  <a:pt x="2115942" y="12489"/>
                  <a:pt x="2128429" y="11470"/>
                  <a:pt x="2140936" y="11432"/>
                </a:cubicBezTo>
                <a:lnTo>
                  <a:pt x="2141602" y="6574"/>
                </a:lnTo>
                <a:cubicBezTo>
                  <a:pt x="2158557" y="8384"/>
                  <a:pt x="2194942" y="1049"/>
                  <a:pt x="2205325" y="10574"/>
                </a:cubicBezTo>
                <a:cubicBezTo>
                  <a:pt x="2209801" y="6860"/>
                  <a:pt x="2228851" y="11908"/>
                  <a:pt x="2238376" y="10574"/>
                </a:cubicBezTo>
                <a:lnTo>
                  <a:pt x="2240853" y="14289"/>
                </a:lnTo>
                <a:cubicBezTo>
                  <a:pt x="2250139" y="15204"/>
                  <a:pt x="2259503" y="14785"/>
                  <a:pt x="2268666" y="13051"/>
                </a:cubicBezTo>
                <a:cubicBezTo>
                  <a:pt x="2294192" y="20766"/>
                  <a:pt x="2317815" y="13146"/>
                  <a:pt x="2340103" y="13718"/>
                </a:cubicBezTo>
                <a:lnTo>
                  <a:pt x="2340103" y="14765"/>
                </a:lnTo>
                <a:lnTo>
                  <a:pt x="2362677" y="12194"/>
                </a:lnTo>
                <a:cubicBezTo>
                  <a:pt x="2356772" y="15527"/>
                  <a:pt x="2367154" y="9813"/>
                  <a:pt x="2373917" y="10765"/>
                </a:cubicBezTo>
                <a:cubicBezTo>
                  <a:pt x="2383061" y="9213"/>
                  <a:pt x="2392434" y="9737"/>
                  <a:pt x="2401349" y="12289"/>
                </a:cubicBezTo>
                <a:lnTo>
                  <a:pt x="2415732" y="12289"/>
                </a:lnTo>
                <a:cubicBezTo>
                  <a:pt x="2399730" y="14765"/>
                  <a:pt x="2416874" y="17528"/>
                  <a:pt x="2417732" y="21814"/>
                </a:cubicBezTo>
                <a:lnTo>
                  <a:pt x="2427257" y="18385"/>
                </a:lnTo>
                <a:cubicBezTo>
                  <a:pt x="2430972" y="20481"/>
                  <a:pt x="2421352" y="21719"/>
                  <a:pt x="2428114" y="22671"/>
                </a:cubicBezTo>
                <a:cubicBezTo>
                  <a:pt x="2434305" y="20385"/>
                  <a:pt x="2452498" y="20481"/>
                  <a:pt x="2458213" y="16099"/>
                </a:cubicBezTo>
                <a:cubicBezTo>
                  <a:pt x="2456499" y="14680"/>
                  <a:pt x="2454479" y="13670"/>
                  <a:pt x="2452308" y="13146"/>
                </a:cubicBezTo>
                <a:lnTo>
                  <a:pt x="2452403" y="13146"/>
                </a:lnTo>
                <a:cubicBezTo>
                  <a:pt x="2453327" y="12679"/>
                  <a:pt x="2454184" y="12099"/>
                  <a:pt x="2454974" y="11432"/>
                </a:cubicBezTo>
                <a:cubicBezTo>
                  <a:pt x="2466405" y="12384"/>
                  <a:pt x="2461833" y="10574"/>
                  <a:pt x="2461833" y="8670"/>
                </a:cubicBezTo>
                <a:cubicBezTo>
                  <a:pt x="2474787" y="15337"/>
                  <a:pt x="2482502" y="10860"/>
                  <a:pt x="2492027" y="18671"/>
                </a:cubicBezTo>
                <a:cubicBezTo>
                  <a:pt x="2478502" y="10194"/>
                  <a:pt x="2521840" y="18576"/>
                  <a:pt x="2513458" y="10194"/>
                </a:cubicBezTo>
                <a:cubicBezTo>
                  <a:pt x="2523174" y="16956"/>
                  <a:pt x="2520030" y="10480"/>
                  <a:pt x="2526317" y="16290"/>
                </a:cubicBezTo>
                <a:cubicBezTo>
                  <a:pt x="2513258" y="16185"/>
                  <a:pt x="2500304" y="18680"/>
                  <a:pt x="2488217" y="23624"/>
                </a:cubicBezTo>
                <a:lnTo>
                  <a:pt x="2499075" y="27624"/>
                </a:lnTo>
                <a:cubicBezTo>
                  <a:pt x="2492027" y="35530"/>
                  <a:pt x="2474882" y="25052"/>
                  <a:pt x="2468405" y="27624"/>
                </a:cubicBezTo>
                <a:cubicBezTo>
                  <a:pt x="2472786" y="25910"/>
                  <a:pt x="2482788" y="27624"/>
                  <a:pt x="2482788" y="29339"/>
                </a:cubicBezTo>
                <a:lnTo>
                  <a:pt x="2479930" y="23529"/>
                </a:lnTo>
                <a:cubicBezTo>
                  <a:pt x="2467005" y="22357"/>
                  <a:pt x="2453984" y="24110"/>
                  <a:pt x="2441830" y="28672"/>
                </a:cubicBezTo>
                <a:cubicBezTo>
                  <a:pt x="2452117" y="30577"/>
                  <a:pt x="2429257" y="32196"/>
                  <a:pt x="2436782" y="36292"/>
                </a:cubicBezTo>
                <a:lnTo>
                  <a:pt x="2444973" y="35530"/>
                </a:lnTo>
                <a:cubicBezTo>
                  <a:pt x="2448688" y="37626"/>
                  <a:pt x="2440782" y="39435"/>
                  <a:pt x="2436211" y="41150"/>
                </a:cubicBezTo>
                <a:cubicBezTo>
                  <a:pt x="2410398" y="36863"/>
                  <a:pt x="2363535" y="40578"/>
                  <a:pt x="2354010" y="36006"/>
                </a:cubicBezTo>
                <a:cubicBezTo>
                  <a:pt x="2360544" y="37092"/>
                  <a:pt x="2367250" y="36568"/>
                  <a:pt x="2373536" y="34482"/>
                </a:cubicBezTo>
                <a:lnTo>
                  <a:pt x="2361439" y="32101"/>
                </a:lnTo>
                <a:cubicBezTo>
                  <a:pt x="2371250" y="31815"/>
                  <a:pt x="2379061" y="37054"/>
                  <a:pt x="2393539" y="35149"/>
                </a:cubicBezTo>
                <a:cubicBezTo>
                  <a:pt x="2390585" y="31434"/>
                  <a:pt x="2401539" y="26386"/>
                  <a:pt x="2390585" y="21243"/>
                </a:cubicBezTo>
                <a:cubicBezTo>
                  <a:pt x="2362963" y="15432"/>
                  <a:pt x="2367821" y="30863"/>
                  <a:pt x="2334388" y="29434"/>
                </a:cubicBezTo>
                <a:cubicBezTo>
                  <a:pt x="2331340" y="30577"/>
                  <a:pt x="2341341" y="23433"/>
                  <a:pt x="2323625" y="25433"/>
                </a:cubicBezTo>
                <a:cubicBezTo>
                  <a:pt x="2301241" y="29148"/>
                  <a:pt x="2284858" y="37530"/>
                  <a:pt x="2284858" y="45627"/>
                </a:cubicBezTo>
                <a:cubicBezTo>
                  <a:pt x="2294288" y="43246"/>
                  <a:pt x="2313148" y="38483"/>
                  <a:pt x="2316005" y="44389"/>
                </a:cubicBezTo>
                <a:cubicBezTo>
                  <a:pt x="2306575" y="46674"/>
                  <a:pt x="2290383" y="48103"/>
                  <a:pt x="2289525" y="51913"/>
                </a:cubicBezTo>
                <a:cubicBezTo>
                  <a:pt x="2279810" y="45150"/>
                  <a:pt x="2307242" y="49913"/>
                  <a:pt x="2294478" y="44293"/>
                </a:cubicBezTo>
                <a:cubicBezTo>
                  <a:pt x="2290107" y="44522"/>
                  <a:pt x="2285849" y="45722"/>
                  <a:pt x="2282001" y="47817"/>
                </a:cubicBezTo>
                <a:cubicBezTo>
                  <a:pt x="2286382" y="44960"/>
                  <a:pt x="2276095" y="43055"/>
                  <a:pt x="2274095" y="41531"/>
                </a:cubicBezTo>
                <a:cubicBezTo>
                  <a:pt x="2252664" y="41436"/>
                  <a:pt x="2240377" y="38483"/>
                  <a:pt x="2217421" y="37912"/>
                </a:cubicBezTo>
                <a:cubicBezTo>
                  <a:pt x="2216183" y="36959"/>
                  <a:pt x="2213707" y="34768"/>
                  <a:pt x="2214373" y="33149"/>
                </a:cubicBezTo>
                <a:cubicBezTo>
                  <a:pt x="2203133" y="34958"/>
                  <a:pt x="2187132" y="45055"/>
                  <a:pt x="2191323" y="49246"/>
                </a:cubicBezTo>
                <a:cubicBezTo>
                  <a:pt x="2178178" y="49532"/>
                  <a:pt x="2177416" y="46388"/>
                  <a:pt x="2166272" y="48198"/>
                </a:cubicBezTo>
                <a:cubicBezTo>
                  <a:pt x="2184179" y="54294"/>
                  <a:pt x="2162748" y="47246"/>
                  <a:pt x="2160842" y="53723"/>
                </a:cubicBezTo>
                <a:cubicBezTo>
                  <a:pt x="2149127" y="54485"/>
                  <a:pt x="2156557" y="50579"/>
                  <a:pt x="2151317" y="49056"/>
                </a:cubicBezTo>
                <a:lnTo>
                  <a:pt x="2145296" y="53212"/>
                </a:lnTo>
                <a:lnTo>
                  <a:pt x="2144555" y="53723"/>
                </a:lnTo>
                <a:cubicBezTo>
                  <a:pt x="2137507" y="48294"/>
                  <a:pt x="2158176" y="40388"/>
                  <a:pt x="2149889" y="34673"/>
                </a:cubicBezTo>
                <a:cubicBezTo>
                  <a:pt x="2139469" y="30329"/>
                  <a:pt x="2128743" y="26758"/>
                  <a:pt x="2117790" y="24005"/>
                </a:cubicBezTo>
                <a:cubicBezTo>
                  <a:pt x="2112646" y="29530"/>
                  <a:pt x="2113980" y="52104"/>
                  <a:pt x="2122171" y="59438"/>
                </a:cubicBezTo>
                <a:cubicBezTo>
                  <a:pt x="2121314" y="63248"/>
                  <a:pt x="2111313" y="55437"/>
                  <a:pt x="2106264" y="54961"/>
                </a:cubicBezTo>
                <a:cubicBezTo>
                  <a:pt x="2091786" y="48865"/>
                  <a:pt x="2084166" y="59819"/>
                  <a:pt x="2072070" y="57342"/>
                </a:cubicBezTo>
                <a:lnTo>
                  <a:pt x="2081595" y="53914"/>
                </a:lnTo>
                <a:cubicBezTo>
                  <a:pt x="2073965" y="53008"/>
                  <a:pt x="2066231" y="53923"/>
                  <a:pt x="2059020" y="56580"/>
                </a:cubicBezTo>
                <a:cubicBezTo>
                  <a:pt x="2058544" y="54485"/>
                  <a:pt x="2068260" y="45627"/>
                  <a:pt x="2062735" y="43055"/>
                </a:cubicBezTo>
                <a:cubicBezTo>
                  <a:pt x="2040732" y="41912"/>
                  <a:pt x="2020349" y="53723"/>
                  <a:pt x="2021682" y="60104"/>
                </a:cubicBezTo>
                <a:lnTo>
                  <a:pt x="2055020" y="53437"/>
                </a:lnTo>
                <a:cubicBezTo>
                  <a:pt x="2056163" y="58771"/>
                  <a:pt x="2031398" y="58771"/>
                  <a:pt x="2032732" y="65248"/>
                </a:cubicBezTo>
                <a:lnTo>
                  <a:pt x="2002061" y="63343"/>
                </a:lnTo>
                <a:cubicBezTo>
                  <a:pt x="2005966" y="63152"/>
                  <a:pt x="2017777" y="61629"/>
                  <a:pt x="2013110" y="58676"/>
                </a:cubicBezTo>
                <a:cubicBezTo>
                  <a:pt x="1999966" y="58961"/>
                  <a:pt x="2006347" y="57723"/>
                  <a:pt x="1997489" y="55247"/>
                </a:cubicBezTo>
                <a:cubicBezTo>
                  <a:pt x="2016063" y="46208"/>
                  <a:pt x="2033703" y="35359"/>
                  <a:pt x="2050162" y="22862"/>
                </a:cubicBezTo>
                <a:lnTo>
                  <a:pt x="2034255" y="26481"/>
                </a:lnTo>
                <a:lnTo>
                  <a:pt x="2030350" y="23338"/>
                </a:lnTo>
                <a:cubicBezTo>
                  <a:pt x="2009681" y="27529"/>
                  <a:pt x="1991107" y="48484"/>
                  <a:pt x="1985678" y="53914"/>
                </a:cubicBezTo>
                <a:cubicBezTo>
                  <a:pt x="1973772" y="52580"/>
                  <a:pt x="1977963" y="41150"/>
                  <a:pt x="1980725" y="38959"/>
                </a:cubicBezTo>
                <a:cubicBezTo>
                  <a:pt x="1957484" y="38388"/>
                  <a:pt x="1957770" y="55056"/>
                  <a:pt x="1934243" y="53437"/>
                </a:cubicBezTo>
                <a:lnTo>
                  <a:pt x="1943101" y="55913"/>
                </a:lnTo>
                <a:cubicBezTo>
                  <a:pt x="1937482" y="56866"/>
                  <a:pt x="1917383" y="54770"/>
                  <a:pt x="1919479" y="56866"/>
                </a:cubicBezTo>
                <a:cubicBezTo>
                  <a:pt x="1914812" y="54199"/>
                  <a:pt x="1910621" y="46674"/>
                  <a:pt x="1915764" y="44674"/>
                </a:cubicBezTo>
                <a:lnTo>
                  <a:pt x="1895000" y="55437"/>
                </a:lnTo>
                <a:cubicBezTo>
                  <a:pt x="1898048" y="54294"/>
                  <a:pt x="1896047" y="45150"/>
                  <a:pt x="1897286" y="43531"/>
                </a:cubicBezTo>
                <a:cubicBezTo>
                  <a:pt x="1888999" y="43150"/>
                  <a:pt x="1883094" y="54104"/>
                  <a:pt x="1888332" y="55533"/>
                </a:cubicBezTo>
                <a:cubicBezTo>
                  <a:pt x="1879455" y="53028"/>
                  <a:pt x="1870911" y="49446"/>
                  <a:pt x="1862901" y="44865"/>
                </a:cubicBezTo>
                <a:cubicBezTo>
                  <a:pt x="1858043" y="45436"/>
                  <a:pt x="1863281" y="54580"/>
                  <a:pt x="1866806" y="55533"/>
                </a:cubicBezTo>
                <a:cubicBezTo>
                  <a:pt x="1859424" y="57323"/>
                  <a:pt x="1851709" y="57323"/>
                  <a:pt x="1844327" y="55533"/>
                </a:cubicBezTo>
                <a:cubicBezTo>
                  <a:pt x="1862234" y="51627"/>
                  <a:pt x="1849280" y="35054"/>
                  <a:pt x="1852709" y="28101"/>
                </a:cubicBezTo>
                <a:lnTo>
                  <a:pt x="1814323" y="55913"/>
                </a:lnTo>
                <a:cubicBezTo>
                  <a:pt x="1816295" y="52342"/>
                  <a:pt x="1817705" y="48484"/>
                  <a:pt x="1818514" y="44483"/>
                </a:cubicBezTo>
                <a:cubicBezTo>
                  <a:pt x="1816895" y="48532"/>
                  <a:pt x="1804989" y="50842"/>
                  <a:pt x="1790761" y="51997"/>
                </a:cubicBezTo>
                <a:lnTo>
                  <a:pt x="1752319" y="52535"/>
                </a:lnTo>
                <a:lnTo>
                  <a:pt x="1745946" y="49377"/>
                </a:lnTo>
                <a:cubicBezTo>
                  <a:pt x="1740862" y="48817"/>
                  <a:pt x="1734266" y="48960"/>
                  <a:pt x="1730408" y="50389"/>
                </a:cubicBezTo>
                <a:cubicBezTo>
                  <a:pt x="1731741" y="49151"/>
                  <a:pt x="1733456" y="49151"/>
                  <a:pt x="1736790" y="49151"/>
                </a:cubicBezTo>
                <a:cubicBezTo>
                  <a:pt x="1722216" y="43055"/>
                  <a:pt x="1717930" y="61438"/>
                  <a:pt x="1703166" y="54294"/>
                </a:cubicBezTo>
                <a:cubicBezTo>
                  <a:pt x="1716501" y="55056"/>
                  <a:pt x="1719168" y="51722"/>
                  <a:pt x="1718501" y="48580"/>
                </a:cubicBezTo>
                <a:cubicBezTo>
                  <a:pt x="1707548" y="51818"/>
                  <a:pt x="1682021" y="48580"/>
                  <a:pt x="1687355" y="58105"/>
                </a:cubicBezTo>
                <a:cubicBezTo>
                  <a:pt x="1680307" y="56104"/>
                  <a:pt x="1674020" y="57342"/>
                  <a:pt x="1674591" y="52485"/>
                </a:cubicBezTo>
                <a:lnTo>
                  <a:pt x="1647541" y="58199"/>
                </a:lnTo>
                <a:cubicBezTo>
                  <a:pt x="1649540" y="57247"/>
                  <a:pt x="1651350" y="54390"/>
                  <a:pt x="1643445" y="53723"/>
                </a:cubicBezTo>
                <a:cubicBezTo>
                  <a:pt x="1658970" y="55056"/>
                  <a:pt x="1673639" y="46103"/>
                  <a:pt x="1681545" y="52389"/>
                </a:cubicBezTo>
                <a:cubicBezTo>
                  <a:pt x="1682021" y="46484"/>
                  <a:pt x="1676306" y="43340"/>
                  <a:pt x="1683545" y="38292"/>
                </a:cubicBezTo>
                <a:cubicBezTo>
                  <a:pt x="1654303" y="41150"/>
                  <a:pt x="1638301" y="51151"/>
                  <a:pt x="1619918" y="58009"/>
                </a:cubicBezTo>
                <a:lnTo>
                  <a:pt x="1594200" y="53818"/>
                </a:lnTo>
                <a:lnTo>
                  <a:pt x="1593057" y="56485"/>
                </a:lnTo>
                <a:lnTo>
                  <a:pt x="1588581" y="49723"/>
                </a:lnTo>
                <a:cubicBezTo>
                  <a:pt x="1585342" y="51246"/>
                  <a:pt x="1583247" y="52485"/>
                  <a:pt x="1582675" y="51913"/>
                </a:cubicBezTo>
                <a:cubicBezTo>
                  <a:pt x="1582104" y="51342"/>
                  <a:pt x="1582865" y="50484"/>
                  <a:pt x="1584199" y="49436"/>
                </a:cubicBezTo>
                <a:cubicBezTo>
                  <a:pt x="1581970" y="49646"/>
                  <a:pt x="1579789" y="50199"/>
                  <a:pt x="1577722" y="51056"/>
                </a:cubicBezTo>
                <a:cubicBezTo>
                  <a:pt x="1576579" y="47531"/>
                  <a:pt x="1581246" y="43436"/>
                  <a:pt x="1586104" y="39721"/>
                </a:cubicBezTo>
                <a:cubicBezTo>
                  <a:pt x="1588390" y="40959"/>
                  <a:pt x="1590771" y="42293"/>
                  <a:pt x="1593153" y="43436"/>
                </a:cubicBezTo>
                <a:cubicBezTo>
                  <a:pt x="1598201" y="39721"/>
                  <a:pt x="1601915" y="36197"/>
                  <a:pt x="1594867" y="33911"/>
                </a:cubicBezTo>
                <a:lnTo>
                  <a:pt x="1591247" y="35340"/>
                </a:lnTo>
                <a:cubicBezTo>
                  <a:pt x="1594105" y="32863"/>
                  <a:pt x="1596391" y="30768"/>
                  <a:pt x="1594105" y="29720"/>
                </a:cubicBezTo>
                <a:lnTo>
                  <a:pt x="1574389" y="33054"/>
                </a:lnTo>
                <a:cubicBezTo>
                  <a:pt x="1577665" y="34549"/>
                  <a:pt x="1580846" y="36235"/>
                  <a:pt x="1583914" y="38102"/>
                </a:cubicBezTo>
                <a:cubicBezTo>
                  <a:pt x="1571531" y="42960"/>
                  <a:pt x="1557529" y="47913"/>
                  <a:pt x="1568483" y="52485"/>
                </a:cubicBezTo>
                <a:lnTo>
                  <a:pt x="1553529" y="48484"/>
                </a:lnTo>
                <a:cubicBezTo>
                  <a:pt x="1541956" y="53284"/>
                  <a:pt x="1529878" y="56761"/>
                  <a:pt x="1517524" y="58866"/>
                </a:cubicBezTo>
                <a:cubicBezTo>
                  <a:pt x="1516381" y="56485"/>
                  <a:pt x="1522096" y="54485"/>
                  <a:pt x="1518191" y="52771"/>
                </a:cubicBezTo>
                <a:cubicBezTo>
                  <a:pt x="1502570" y="60104"/>
                  <a:pt x="1480091" y="43912"/>
                  <a:pt x="1476662" y="50579"/>
                </a:cubicBezTo>
                <a:cubicBezTo>
                  <a:pt x="1464089" y="52294"/>
                  <a:pt x="1471423" y="56485"/>
                  <a:pt x="1463422" y="58390"/>
                </a:cubicBezTo>
                <a:cubicBezTo>
                  <a:pt x="1463803" y="57628"/>
                  <a:pt x="1464565" y="56009"/>
                  <a:pt x="1462184" y="56009"/>
                </a:cubicBezTo>
                <a:lnTo>
                  <a:pt x="1452659" y="60867"/>
                </a:lnTo>
                <a:cubicBezTo>
                  <a:pt x="1448849" y="59057"/>
                  <a:pt x="1461517" y="57438"/>
                  <a:pt x="1450754" y="55342"/>
                </a:cubicBezTo>
                <a:cubicBezTo>
                  <a:pt x="1436314" y="59504"/>
                  <a:pt x="1421207" y="60800"/>
                  <a:pt x="1406272" y="59152"/>
                </a:cubicBezTo>
                <a:cubicBezTo>
                  <a:pt x="1383983" y="60295"/>
                  <a:pt x="1415226" y="68868"/>
                  <a:pt x="1396747" y="67915"/>
                </a:cubicBezTo>
                <a:cubicBezTo>
                  <a:pt x="1393632" y="61657"/>
                  <a:pt x="1387051" y="57895"/>
                  <a:pt x="1380078" y="58390"/>
                </a:cubicBezTo>
                <a:cubicBezTo>
                  <a:pt x="1373982" y="61152"/>
                  <a:pt x="1374840" y="64295"/>
                  <a:pt x="1364457" y="66010"/>
                </a:cubicBezTo>
                <a:lnTo>
                  <a:pt x="1365124" y="59914"/>
                </a:lnTo>
                <a:cubicBezTo>
                  <a:pt x="1355599" y="60200"/>
                  <a:pt x="1347884" y="61343"/>
                  <a:pt x="1347884" y="56676"/>
                </a:cubicBezTo>
                <a:cubicBezTo>
                  <a:pt x="1342302" y="58838"/>
                  <a:pt x="1336187" y="59266"/>
                  <a:pt x="1330358" y="57914"/>
                </a:cubicBezTo>
                <a:cubicBezTo>
                  <a:pt x="1315880" y="61057"/>
                  <a:pt x="1341026" y="70201"/>
                  <a:pt x="1344455" y="72582"/>
                </a:cubicBezTo>
                <a:cubicBezTo>
                  <a:pt x="1330167" y="67724"/>
                  <a:pt x="1320261" y="70392"/>
                  <a:pt x="1312165" y="63057"/>
                </a:cubicBezTo>
                <a:lnTo>
                  <a:pt x="1324834" y="61438"/>
                </a:lnTo>
                <a:cubicBezTo>
                  <a:pt x="1297878" y="53914"/>
                  <a:pt x="1299211" y="70106"/>
                  <a:pt x="1286734" y="57152"/>
                </a:cubicBezTo>
                <a:cubicBezTo>
                  <a:pt x="1295972" y="57628"/>
                  <a:pt x="1307022" y="54390"/>
                  <a:pt x="1301592" y="51056"/>
                </a:cubicBezTo>
                <a:lnTo>
                  <a:pt x="1288257" y="54199"/>
                </a:lnTo>
                <a:cubicBezTo>
                  <a:pt x="1286638" y="52580"/>
                  <a:pt x="1295877" y="53056"/>
                  <a:pt x="1289782" y="51151"/>
                </a:cubicBezTo>
                <a:cubicBezTo>
                  <a:pt x="1284619" y="52961"/>
                  <a:pt x="1279590" y="55123"/>
                  <a:pt x="1274732" y="57628"/>
                </a:cubicBezTo>
                <a:lnTo>
                  <a:pt x="1250633" y="58676"/>
                </a:lnTo>
                <a:cubicBezTo>
                  <a:pt x="1255206" y="58961"/>
                  <a:pt x="1256349" y="56485"/>
                  <a:pt x="1251682" y="56485"/>
                </a:cubicBezTo>
                <a:lnTo>
                  <a:pt x="1235870" y="59628"/>
                </a:lnTo>
                <a:cubicBezTo>
                  <a:pt x="1240728" y="58105"/>
                  <a:pt x="1235774" y="56199"/>
                  <a:pt x="1228631" y="55247"/>
                </a:cubicBezTo>
                <a:cubicBezTo>
                  <a:pt x="1208248" y="53247"/>
                  <a:pt x="1212343" y="68963"/>
                  <a:pt x="1196531" y="62772"/>
                </a:cubicBezTo>
                <a:cubicBezTo>
                  <a:pt x="1198817" y="62867"/>
                  <a:pt x="1199199" y="62296"/>
                  <a:pt x="1201485" y="62296"/>
                </a:cubicBezTo>
                <a:lnTo>
                  <a:pt x="1193389" y="59533"/>
                </a:lnTo>
                <a:cubicBezTo>
                  <a:pt x="1191293" y="72487"/>
                  <a:pt x="1145478" y="60867"/>
                  <a:pt x="1143668" y="73820"/>
                </a:cubicBezTo>
                <a:cubicBezTo>
                  <a:pt x="1132142" y="68296"/>
                  <a:pt x="1142906" y="70392"/>
                  <a:pt x="1157765" y="64295"/>
                </a:cubicBezTo>
                <a:lnTo>
                  <a:pt x="1149934" y="61928"/>
                </a:lnTo>
                <a:lnTo>
                  <a:pt x="1158908" y="60867"/>
                </a:lnTo>
                <a:cubicBezTo>
                  <a:pt x="1154431" y="61086"/>
                  <a:pt x="1149945" y="60990"/>
                  <a:pt x="1145478" y="60581"/>
                </a:cubicBezTo>
                <a:lnTo>
                  <a:pt x="1149934" y="61928"/>
                </a:lnTo>
                <a:lnTo>
                  <a:pt x="1118617" y="65629"/>
                </a:lnTo>
                <a:cubicBezTo>
                  <a:pt x="1112426" y="63819"/>
                  <a:pt x="1123475" y="55913"/>
                  <a:pt x="1105854" y="58105"/>
                </a:cubicBezTo>
                <a:cubicBezTo>
                  <a:pt x="1080993" y="60581"/>
                  <a:pt x="1110616" y="67534"/>
                  <a:pt x="1095662" y="69058"/>
                </a:cubicBezTo>
                <a:lnTo>
                  <a:pt x="1084803" y="62296"/>
                </a:lnTo>
                <a:cubicBezTo>
                  <a:pt x="1065753" y="67724"/>
                  <a:pt x="1051466" y="63152"/>
                  <a:pt x="1035369" y="62296"/>
                </a:cubicBezTo>
                <a:cubicBezTo>
                  <a:pt x="1033102" y="62410"/>
                  <a:pt x="1030911" y="63096"/>
                  <a:pt x="1028987" y="64295"/>
                </a:cubicBezTo>
                <a:cubicBezTo>
                  <a:pt x="1011842" y="61343"/>
                  <a:pt x="993078" y="70772"/>
                  <a:pt x="980124" y="68582"/>
                </a:cubicBezTo>
                <a:cubicBezTo>
                  <a:pt x="983172" y="67248"/>
                  <a:pt x="972694" y="64391"/>
                  <a:pt x="971170" y="62772"/>
                </a:cubicBezTo>
                <a:lnTo>
                  <a:pt x="947834" y="66867"/>
                </a:lnTo>
                <a:cubicBezTo>
                  <a:pt x="958216" y="64962"/>
                  <a:pt x="957740" y="61152"/>
                  <a:pt x="959645" y="57342"/>
                </a:cubicBezTo>
                <a:cubicBezTo>
                  <a:pt x="954358" y="58085"/>
                  <a:pt x="949110" y="59104"/>
                  <a:pt x="943929" y="60390"/>
                </a:cubicBezTo>
                <a:cubicBezTo>
                  <a:pt x="946976" y="59057"/>
                  <a:pt x="950024" y="57628"/>
                  <a:pt x="946119" y="55913"/>
                </a:cubicBezTo>
                <a:lnTo>
                  <a:pt x="921640" y="62296"/>
                </a:lnTo>
                <a:cubicBezTo>
                  <a:pt x="923802" y="62943"/>
                  <a:pt x="926050" y="63296"/>
                  <a:pt x="928308" y="63343"/>
                </a:cubicBezTo>
                <a:cubicBezTo>
                  <a:pt x="918811" y="64772"/>
                  <a:pt x="909143" y="64543"/>
                  <a:pt x="899733" y="62676"/>
                </a:cubicBezTo>
                <a:cubicBezTo>
                  <a:pt x="900495" y="61152"/>
                  <a:pt x="903448" y="59819"/>
                  <a:pt x="904209" y="58295"/>
                </a:cubicBezTo>
                <a:cubicBezTo>
                  <a:pt x="909162" y="61447"/>
                  <a:pt x="915668" y="60514"/>
                  <a:pt x="919545" y="56104"/>
                </a:cubicBezTo>
                <a:cubicBezTo>
                  <a:pt x="902685" y="56676"/>
                  <a:pt x="915354" y="55056"/>
                  <a:pt x="907257" y="52389"/>
                </a:cubicBezTo>
                <a:cubicBezTo>
                  <a:pt x="895351" y="52485"/>
                  <a:pt x="890398" y="57628"/>
                  <a:pt x="893541" y="60867"/>
                </a:cubicBezTo>
                <a:cubicBezTo>
                  <a:pt x="883121" y="58647"/>
                  <a:pt x="872301" y="59104"/>
                  <a:pt x="862109" y="62200"/>
                </a:cubicBezTo>
                <a:lnTo>
                  <a:pt x="864681" y="57056"/>
                </a:lnTo>
                <a:lnTo>
                  <a:pt x="852108" y="58676"/>
                </a:lnTo>
                <a:lnTo>
                  <a:pt x="862300" y="52294"/>
                </a:lnTo>
                <a:cubicBezTo>
                  <a:pt x="838106" y="48770"/>
                  <a:pt x="857822" y="61247"/>
                  <a:pt x="830962" y="58295"/>
                </a:cubicBezTo>
                <a:lnTo>
                  <a:pt x="830962" y="53723"/>
                </a:lnTo>
                <a:cubicBezTo>
                  <a:pt x="820675" y="55437"/>
                  <a:pt x="817056" y="63248"/>
                  <a:pt x="809055" y="57723"/>
                </a:cubicBezTo>
                <a:cubicBezTo>
                  <a:pt x="798958" y="60486"/>
                  <a:pt x="826199" y="64200"/>
                  <a:pt x="802578" y="65153"/>
                </a:cubicBezTo>
                <a:cubicBezTo>
                  <a:pt x="796234" y="62476"/>
                  <a:pt x="789519" y="60771"/>
                  <a:pt x="782670" y="60104"/>
                </a:cubicBezTo>
                <a:cubicBezTo>
                  <a:pt x="775146" y="62200"/>
                  <a:pt x="788481" y="65534"/>
                  <a:pt x="793243" y="64867"/>
                </a:cubicBezTo>
                <a:cubicBezTo>
                  <a:pt x="757620" y="67153"/>
                  <a:pt x="771145" y="49341"/>
                  <a:pt x="739331" y="55342"/>
                </a:cubicBezTo>
                <a:cubicBezTo>
                  <a:pt x="750285" y="58676"/>
                  <a:pt x="730283" y="64105"/>
                  <a:pt x="756000" y="64105"/>
                </a:cubicBezTo>
                <a:cubicBezTo>
                  <a:pt x="743713" y="66772"/>
                  <a:pt x="731807" y="57438"/>
                  <a:pt x="718948" y="62486"/>
                </a:cubicBezTo>
                <a:lnTo>
                  <a:pt x="727330" y="56580"/>
                </a:lnTo>
                <a:cubicBezTo>
                  <a:pt x="723082" y="56856"/>
                  <a:pt x="718910" y="57790"/>
                  <a:pt x="714947" y="59343"/>
                </a:cubicBezTo>
                <a:lnTo>
                  <a:pt x="715995" y="54770"/>
                </a:lnTo>
                <a:cubicBezTo>
                  <a:pt x="700184" y="62772"/>
                  <a:pt x="686563" y="51056"/>
                  <a:pt x="677038" y="61438"/>
                </a:cubicBezTo>
                <a:cubicBezTo>
                  <a:pt x="683610" y="53247"/>
                  <a:pt x="665227" y="61914"/>
                  <a:pt x="658940" y="58676"/>
                </a:cubicBezTo>
                <a:cubicBezTo>
                  <a:pt x="671990" y="52961"/>
                  <a:pt x="696374" y="58866"/>
                  <a:pt x="698089" y="51342"/>
                </a:cubicBezTo>
                <a:cubicBezTo>
                  <a:pt x="691992" y="49056"/>
                  <a:pt x="686563" y="52771"/>
                  <a:pt x="680753" y="50484"/>
                </a:cubicBezTo>
                <a:cubicBezTo>
                  <a:pt x="684849" y="49608"/>
                  <a:pt x="688773" y="48065"/>
                  <a:pt x="692373" y="45912"/>
                </a:cubicBezTo>
                <a:cubicBezTo>
                  <a:pt x="672276" y="41626"/>
                  <a:pt x="660846" y="50389"/>
                  <a:pt x="648654" y="52389"/>
                </a:cubicBezTo>
                <a:lnTo>
                  <a:pt x="670180" y="50675"/>
                </a:lnTo>
                <a:cubicBezTo>
                  <a:pt x="668465" y="57819"/>
                  <a:pt x="660465" y="51913"/>
                  <a:pt x="654464" y="57819"/>
                </a:cubicBezTo>
                <a:cubicBezTo>
                  <a:pt x="643701" y="53818"/>
                  <a:pt x="635319" y="59628"/>
                  <a:pt x="626556" y="57152"/>
                </a:cubicBezTo>
                <a:cubicBezTo>
                  <a:pt x="628842" y="57247"/>
                  <a:pt x="629032" y="56485"/>
                  <a:pt x="631318" y="56485"/>
                </a:cubicBezTo>
                <a:cubicBezTo>
                  <a:pt x="607887" y="56676"/>
                  <a:pt x="601219" y="45150"/>
                  <a:pt x="592075" y="44198"/>
                </a:cubicBezTo>
                <a:cubicBezTo>
                  <a:pt x="582931" y="43246"/>
                  <a:pt x="565596" y="47341"/>
                  <a:pt x="571882" y="50484"/>
                </a:cubicBezTo>
                <a:cubicBezTo>
                  <a:pt x="564357" y="52580"/>
                  <a:pt x="603029" y="48484"/>
                  <a:pt x="589599" y="58009"/>
                </a:cubicBezTo>
                <a:cubicBezTo>
                  <a:pt x="576263" y="46770"/>
                  <a:pt x="562071" y="62296"/>
                  <a:pt x="532925" y="54580"/>
                </a:cubicBezTo>
                <a:cubicBezTo>
                  <a:pt x="545689" y="50484"/>
                  <a:pt x="525400" y="48103"/>
                  <a:pt x="536830" y="45055"/>
                </a:cubicBezTo>
                <a:cubicBezTo>
                  <a:pt x="529524" y="44741"/>
                  <a:pt x="522314" y="46770"/>
                  <a:pt x="516256" y="50865"/>
                </a:cubicBezTo>
                <a:lnTo>
                  <a:pt x="512065" y="47341"/>
                </a:lnTo>
                <a:cubicBezTo>
                  <a:pt x="493873" y="55247"/>
                  <a:pt x="507779" y="54294"/>
                  <a:pt x="480251" y="58581"/>
                </a:cubicBezTo>
                <a:cubicBezTo>
                  <a:pt x="489491" y="55818"/>
                  <a:pt x="469203" y="53437"/>
                  <a:pt x="476251" y="50961"/>
                </a:cubicBezTo>
                <a:cubicBezTo>
                  <a:pt x="469269" y="50618"/>
                  <a:pt x="462278" y="51618"/>
                  <a:pt x="455677" y="53914"/>
                </a:cubicBezTo>
                <a:lnTo>
                  <a:pt x="456629" y="53437"/>
                </a:lnTo>
                <a:cubicBezTo>
                  <a:pt x="428817" y="55247"/>
                  <a:pt x="433865" y="48960"/>
                  <a:pt x="408528" y="52865"/>
                </a:cubicBezTo>
                <a:lnTo>
                  <a:pt x="411100" y="54961"/>
                </a:lnTo>
                <a:cubicBezTo>
                  <a:pt x="377763" y="60771"/>
                  <a:pt x="335948" y="57056"/>
                  <a:pt x="301563" y="59724"/>
                </a:cubicBezTo>
                <a:lnTo>
                  <a:pt x="313659" y="61438"/>
                </a:lnTo>
                <a:cubicBezTo>
                  <a:pt x="309945" y="60295"/>
                  <a:pt x="290513" y="64772"/>
                  <a:pt x="279846" y="61438"/>
                </a:cubicBezTo>
                <a:cubicBezTo>
                  <a:pt x="282417" y="60924"/>
                  <a:pt x="285036" y="60638"/>
                  <a:pt x="287656" y="60581"/>
                </a:cubicBezTo>
                <a:cubicBezTo>
                  <a:pt x="287370" y="58199"/>
                  <a:pt x="283179" y="54675"/>
                  <a:pt x="274892" y="54104"/>
                </a:cubicBezTo>
                <a:lnTo>
                  <a:pt x="271749" y="57723"/>
                </a:lnTo>
                <a:lnTo>
                  <a:pt x="268415" y="54866"/>
                </a:lnTo>
                <a:cubicBezTo>
                  <a:pt x="255842" y="54866"/>
                  <a:pt x="272130" y="60009"/>
                  <a:pt x="259557" y="60009"/>
                </a:cubicBezTo>
                <a:cubicBezTo>
                  <a:pt x="252223" y="49436"/>
                  <a:pt x="205360" y="58961"/>
                  <a:pt x="194501" y="49436"/>
                </a:cubicBezTo>
                <a:cubicBezTo>
                  <a:pt x="185929" y="57438"/>
                  <a:pt x="218409" y="50579"/>
                  <a:pt x="208884" y="57438"/>
                </a:cubicBezTo>
                <a:cubicBezTo>
                  <a:pt x="204522" y="55609"/>
                  <a:pt x="199883" y="54551"/>
                  <a:pt x="195168" y="54294"/>
                </a:cubicBezTo>
                <a:lnTo>
                  <a:pt x="198026" y="58771"/>
                </a:lnTo>
                <a:cubicBezTo>
                  <a:pt x="159926" y="56199"/>
                  <a:pt x="145353" y="52389"/>
                  <a:pt x="111444" y="53342"/>
                </a:cubicBezTo>
                <a:lnTo>
                  <a:pt x="112873" y="52294"/>
                </a:lnTo>
                <a:cubicBezTo>
                  <a:pt x="104795" y="49979"/>
                  <a:pt x="96118" y="51075"/>
                  <a:pt x="88869" y="55342"/>
                </a:cubicBezTo>
                <a:cubicBezTo>
                  <a:pt x="86393" y="53151"/>
                  <a:pt x="95060" y="52104"/>
                  <a:pt x="90393" y="50294"/>
                </a:cubicBezTo>
                <a:cubicBezTo>
                  <a:pt x="69153" y="61819"/>
                  <a:pt x="47912" y="41817"/>
                  <a:pt x="34958" y="49818"/>
                </a:cubicBezTo>
                <a:cubicBezTo>
                  <a:pt x="36577" y="40769"/>
                  <a:pt x="8859" y="32006"/>
                  <a:pt x="20385" y="24957"/>
                </a:cubicBezTo>
                <a:close/>
                <a:moveTo>
                  <a:pt x="0" y="20004"/>
                </a:moveTo>
                <a:lnTo>
                  <a:pt x="5906" y="14479"/>
                </a:lnTo>
                <a:lnTo>
                  <a:pt x="8192" y="20575"/>
                </a:lnTo>
                <a:cubicBezTo>
                  <a:pt x="6573" y="19241"/>
                  <a:pt x="2191" y="19718"/>
                  <a:pt x="0" y="20004"/>
                </a:cubicBezTo>
                <a:close/>
              </a:path>
            </a:pathLst>
          </a:custGeom>
          <a:gradFill flip="none" rotWithShape="1">
            <a:gsLst>
              <a:gs pos="0">
                <a:srgbClr val="BA1011"/>
              </a:gs>
              <a:gs pos="100000">
                <a:srgbClr val="690D0E">
                  <a:alpha val="0"/>
                </a:srgbClr>
              </a:gs>
              <a:gs pos="44000">
                <a:srgbClr val="690D0E"/>
              </a:gs>
            </a:gsLst>
            <a:lin ang="0" scaled="1"/>
            <a:tileRect/>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Roboto Regular"/>
              <a:ea typeface="思源黑体 CN Regular"/>
              <a:cs typeface="+mn-cs"/>
            </a:endParaRPr>
          </a:p>
        </p:txBody>
      </p:sp>
      <p:sp>
        <p:nvSpPr>
          <p:cNvPr id="55" name="任意多边形: 形状 14">
            <a:extLst>
              <a:ext uri="{FF2B5EF4-FFF2-40B4-BE49-F238E27FC236}">
                <a16:creationId xmlns:a16="http://schemas.microsoft.com/office/drawing/2014/main" id="{3803C0EB-7C66-3C6E-296C-E1D77B7CE99B}"/>
              </a:ext>
            </a:extLst>
          </p:cNvPr>
          <p:cNvSpPr/>
          <p:nvPr/>
        </p:nvSpPr>
        <p:spPr>
          <a:xfrm rot="16200000" flipV="1">
            <a:off x="1549844" y="4947529"/>
            <a:ext cx="2050702" cy="45719"/>
          </a:xfrm>
          <a:custGeom>
            <a:avLst/>
            <a:gdLst>
              <a:gd name="connsiteX0" fmla="*/ 2974276 w 2978753"/>
              <a:gd name="connsiteY0" fmla="*/ 12098 h 73820"/>
              <a:gd name="connsiteX1" fmla="*/ 2978753 w 2978753"/>
              <a:gd name="connsiteY1" fmla="*/ 9240 h 73820"/>
              <a:gd name="connsiteX2" fmla="*/ 2975229 w 2978753"/>
              <a:gd name="connsiteY2" fmla="*/ 13526 h 73820"/>
              <a:gd name="connsiteX3" fmla="*/ 2974276 w 2978753"/>
              <a:gd name="connsiteY3" fmla="*/ 12098 h 73820"/>
              <a:gd name="connsiteX4" fmla="*/ 2893766 w 2978753"/>
              <a:gd name="connsiteY4" fmla="*/ 25770 h 73820"/>
              <a:gd name="connsiteX5" fmla="*/ 2904529 w 2978753"/>
              <a:gd name="connsiteY5" fmla="*/ 21770 h 73820"/>
              <a:gd name="connsiteX6" fmla="*/ 2903196 w 2978753"/>
              <a:gd name="connsiteY6" fmla="*/ 23485 h 73820"/>
              <a:gd name="connsiteX7" fmla="*/ 2834736 w 2978753"/>
              <a:gd name="connsiteY7" fmla="*/ 22575 h 73820"/>
              <a:gd name="connsiteX8" fmla="*/ 2878932 w 2978753"/>
              <a:gd name="connsiteY8" fmla="*/ 19908 h 73820"/>
              <a:gd name="connsiteX9" fmla="*/ 2873407 w 2978753"/>
              <a:gd name="connsiteY9" fmla="*/ 25432 h 73820"/>
              <a:gd name="connsiteX10" fmla="*/ 2871407 w 2978753"/>
              <a:gd name="connsiteY10" fmla="*/ 23908 h 73820"/>
              <a:gd name="connsiteX11" fmla="*/ 2834736 w 2978753"/>
              <a:gd name="connsiteY11" fmla="*/ 22575 h 73820"/>
              <a:gd name="connsiteX12" fmla="*/ 2831306 w 2978753"/>
              <a:gd name="connsiteY12" fmla="*/ 29622 h 73820"/>
              <a:gd name="connsiteX13" fmla="*/ 2844451 w 2978753"/>
              <a:gd name="connsiteY13" fmla="*/ 29242 h 73820"/>
              <a:gd name="connsiteX14" fmla="*/ 2838354 w 2978753"/>
              <a:gd name="connsiteY14" fmla="*/ 31528 h 73820"/>
              <a:gd name="connsiteX15" fmla="*/ 2798540 w 2978753"/>
              <a:gd name="connsiteY15" fmla="*/ 7811 h 73820"/>
              <a:gd name="connsiteX16" fmla="*/ 2805494 w 2978753"/>
              <a:gd name="connsiteY16" fmla="*/ 8002 h 73820"/>
              <a:gd name="connsiteX17" fmla="*/ 2807018 w 2978753"/>
              <a:gd name="connsiteY17" fmla="*/ 8668 h 73820"/>
              <a:gd name="connsiteX18" fmla="*/ 2798540 w 2978753"/>
              <a:gd name="connsiteY18" fmla="*/ 7811 h 73820"/>
              <a:gd name="connsiteX19" fmla="*/ 2784635 w 2978753"/>
              <a:gd name="connsiteY19" fmla="*/ 12383 h 73820"/>
              <a:gd name="connsiteX20" fmla="*/ 2787301 w 2978753"/>
              <a:gd name="connsiteY20" fmla="*/ 17146 h 73820"/>
              <a:gd name="connsiteX21" fmla="*/ 2784635 w 2978753"/>
              <a:gd name="connsiteY21" fmla="*/ 12383 h 73820"/>
              <a:gd name="connsiteX22" fmla="*/ 2772442 w 2978753"/>
              <a:gd name="connsiteY22" fmla="*/ 9525 h 73820"/>
              <a:gd name="connsiteX23" fmla="*/ 2774728 w 2978753"/>
              <a:gd name="connsiteY23" fmla="*/ 4096 h 73820"/>
              <a:gd name="connsiteX24" fmla="*/ 2781967 w 2978753"/>
              <a:gd name="connsiteY24" fmla="*/ 7144 h 73820"/>
              <a:gd name="connsiteX25" fmla="*/ 2768442 w 2978753"/>
              <a:gd name="connsiteY25" fmla="*/ 13431 h 73820"/>
              <a:gd name="connsiteX26" fmla="*/ 2778728 w 2978753"/>
              <a:gd name="connsiteY26" fmla="*/ 11335 h 73820"/>
              <a:gd name="connsiteX27" fmla="*/ 2773109 w 2978753"/>
              <a:gd name="connsiteY27" fmla="*/ 12669 h 73820"/>
              <a:gd name="connsiteX28" fmla="*/ 2768442 w 2978753"/>
              <a:gd name="connsiteY28" fmla="*/ 13431 h 73820"/>
              <a:gd name="connsiteX29" fmla="*/ 2759083 w 2978753"/>
              <a:gd name="connsiteY29" fmla="*/ 22912 h 73820"/>
              <a:gd name="connsiteX30" fmla="*/ 2779467 w 2978753"/>
              <a:gd name="connsiteY30" fmla="*/ 17578 h 73820"/>
              <a:gd name="connsiteX31" fmla="*/ 2762417 w 2978753"/>
              <a:gd name="connsiteY31" fmla="*/ 22817 h 73820"/>
              <a:gd name="connsiteX32" fmla="*/ 2713768 w 2978753"/>
              <a:gd name="connsiteY32" fmla="*/ 6001 h 73820"/>
              <a:gd name="connsiteX33" fmla="*/ 2724626 w 2978753"/>
              <a:gd name="connsiteY33" fmla="*/ 10001 h 73820"/>
              <a:gd name="connsiteX34" fmla="*/ 2717673 w 2978753"/>
              <a:gd name="connsiteY34" fmla="*/ 11716 h 73820"/>
              <a:gd name="connsiteX35" fmla="*/ 2713768 w 2978753"/>
              <a:gd name="connsiteY35" fmla="*/ 6001 h 73820"/>
              <a:gd name="connsiteX36" fmla="*/ 2697290 w 2978753"/>
              <a:gd name="connsiteY36" fmla="*/ 22956 h 73820"/>
              <a:gd name="connsiteX37" fmla="*/ 2715387 w 2978753"/>
              <a:gd name="connsiteY37" fmla="*/ 30004 h 73820"/>
              <a:gd name="connsiteX38" fmla="*/ 2716911 w 2978753"/>
              <a:gd name="connsiteY38" fmla="*/ 29433 h 73820"/>
              <a:gd name="connsiteX39" fmla="*/ 2715768 w 2978753"/>
              <a:gd name="connsiteY39" fmla="*/ 34385 h 73820"/>
              <a:gd name="connsiteX40" fmla="*/ 2715768 w 2978753"/>
              <a:gd name="connsiteY40" fmla="*/ 31052 h 73820"/>
              <a:gd name="connsiteX41" fmla="*/ 2707863 w 2978753"/>
              <a:gd name="connsiteY41" fmla="*/ 32862 h 73820"/>
              <a:gd name="connsiteX42" fmla="*/ 2697290 w 2978753"/>
              <a:gd name="connsiteY42" fmla="*/ 22956 h 73820"/>
              <a:gd name="connsiteX43" fmla="*/ 2695671 w 2978753"/>
              <a:gd name="connsiteY43" fmla="*/ 18574 h 73820"/>
              <a:gd name="connsiteX44" fmla="*/ 2707481 w 2978753"/>
              <a:gd name="connsiteY44" fmla="*/ 15717 h 73820"/>
              <a:gd name="connsiteX45" fmla="*/ 2706719 w 2978753"/>
              <a:gd name="connsiteY45" fmla="*/ 19527 h 73820"/>
              <a:gd name="connsiteX46" fmla="*/ 2690789 w 2978753"/>
              <a:gd name="connsiteY46" fmla="*/ 20721 h 73820"/>
              <a:gd name="connsiteX47" fmla="*/ 2692122 w 2978753"/>
              <a:gd name="connsiteY47" fmla="*/ 19007 h 73820"/>
              <a:gd name="connsiteX48" fmla="*/ 2696218 w 2978753"/>
              <a:gd name="connsiteY48" fmla="*/ 19388 h 73820"/>
              <a:gd name="connsiteX49" fmla="*/ 2681383 w 2978753"/>
              <a:gd name="connsiteY49" fmla="*/ 9049 h 73820"/>
              <a:gd name="connsiteX50" fmla="*/ 2689479 w 2978753"/>
              <a:gd name="connsiteY50" fmla="*/ 13431 h 73820"/>
              <a:gd name="connsiteX51" fmla="*/ 2685478 w 2978753"/>
              <a:gd name="connsiteY51" fmla="*/ 13145 h 73820"/>
              <a:gd name="connsiteX52" fmla="*/ 2670024 w 2978753"/>
              <a:gd name="connsiteY52" fmla="*/ 8339 h 73820"/>
              <a:gd name="connsiteX53" fmla="*/ 2680501 w 2978753"/>
              <a:gd name="connsiteY53" fmla="*/ 3291 h 73820"/>
              <a:gd name="connsiteX54" fmla="*/ 2674596 w 2978753"/>
              <a:gd name="connsiteY54" fmla="*/ 6625 h 73820"/>
              <a:gd name="connsiteX55" fmla="*/ 2651761 w 2978753"/>
              <a:gd name="connsiteY55" fmla="*/ 14670 h 73820"/>
              <a:gd name="connsiteX56" fmla="*/ 2658047 w 2978753"/>
              <a:gd name="connsiteY56" fmla="*/ 12193 h 73820"/>
              <a:gd name="connsiteX57" fmla="*/ 2659666 w 2978753"/>
              <a:gd name="connsiteY57" fmla="*/ 13336 h 73820"/>
              <a:gd name="connsiteX58" fmla="*/ 2651761 w 2978753"/>
              <a:gd name="connsiteY58" fmla="*/ 14670 h 73820"/>
              <a:gd name="connsiteX59" fmla="*/ 2640426 w 2978753"/>
              <a:gd name="connsiteY59" fmla="*/ 26860 h 73820"/>
              <a:gd name="connsiteX60" fmla="*/ 2658142 w 2978753"/>
              <a:gd name="connsiteY60" fmla="*/ 24860 h 73820"/>
              <a:gd name="connsiteX61" fmla="*/ 2649474 w 2978753"/>
              <a:gd name="connsiteY61" fmla="*/ 28289 h 73820"/>
              <a:gd name="connsiteX62" fmla="*/ 2649474 w 2978753"/>
              <a:gd name="connsiteY62" fmla="*/ 30385 h 73820"/>
              <a:gd name="connsiteX63" fmla="*/ 2627281 w 2978753"/>
              <a:gd name="connsiteY63" fmla="*/ 5048 h 73820"/>
              <a:gd name="connsiteX64" fmla="*/ 2646331 w 2978753"/>
              <a:gd name="connsiteY64" fmla="*/ 0 h 73820"/>
              <a:gd name="connsiteX65" fmla="*/ 2647664 w 2978753"/>
              <a:gd name="connsiteY65" fmla="*/ 6382 h 73820"/>
              <a:gd name="connsiteX66" fmla="*/ 2627678 w 2978753"/>
              <a:gd name="connsiteY66" fmla="*/ 5075 h 73820"/>
              <a:gd name="connsiteX67" fmla="*/ 2621281 w 2978753"/>
              <a:gd name="connsiteY67" fmla="*/ 14193 h 73820"/>
              <a:gd name="connsiteX68" fmla="*/ 2637187 w 2978753"/>
              <a:gd name="connsiteY68" fmla="*/ 11907 h 73820"/>
              <a:gd name="connsiteX69" fmla="*/ 2640330 w 2978753"/>
              <a:gd name="connsiteY69" fmla="*/ 15335 h 73820"/>
              <a:gd name="connsiteX70" fmla="*/ 2651760 w 2978753"/>
              <a:gd name="connsiteY70" fmla="*/ 14669 h 73820"/>
              <a:gd name="connsiteX71" fmla="*/ 2641473 w 2978753"/>
              <a:gd name="connsiteY71" fmla="*/ 16097 h 73820"/>
              <a:gd name="connsiteX72" fmla="*/ 2640330 w 2978753"/>
              <a:gd name="connsiteY72" fmla="*/ 15336 h 73820"/>
              <a:gd name="connsiteX73" fmla="*/ 2640331 w 2978753"/>
              <a:gd name="connsiteY73" fmla="*/ 15336 h 73820"/>
              <a:gd name="connsiteX74" fmla="*/ 2621281 w 2978753"/>
              <a:gd name="connsiteY74" fmla="*/ 14193 h 73820"/>
              <a:gd name="connsiteX75" fmla="*/ 2610136 w 2978753"/>
              <a:gd name="connsiteY75" fmla="*/ 12288 h 73820"/>
              <a:gd name="connsiteX76" fmla="*/ 2610612 w 2978753"/>
              <a:gd name="connsiteY76" fmla="*/ 12288 h 73820"/>
              <a:gd name="connsiteX77" fmla="*/ 2610313 w 2978753"/>
              <a:gd name="connsiteY77" fmla="*/ 12319 h 73820"/>
              <a:gd name="connsiteX78" fmla="*/ 2589277 w 2978753"/>
              <a:gd name="connsiteY78" fmla="*/ 14479 h 73820"/>
              <a:gd name="connsiteX79" fmla="*/ 2610313 w 2978753"/>
              <a:gd name="connsiteY79" fmla="*/ 12319 h 73820"/>
              <a:gd name="connsiteX80" fmla="*/ 2610612 w 2978753"/>
              <a:gd name="connsiteY80" fmla="*/ 12371 h 73820"/>
              <a:gd name="connsiteX81" fmla="*/ 2621090 w 2978753"/>
              <a:gd name="connsiteY81" fmla="*/ 14192 h 73820"/>
              <a:gd name="connsiteX82" fmla="*/ 2609565 w 2978753"/>
              <a:gd name="connsiteY82" fmla="*/ 15241 h 73820"/>
              <a:gd name="connsiteX83" fmla="*/ 2619090 w 2978753"/>
              <a:gd name="connsiteY83" fmla="*/ 19812 h 73820"/>
              <a:gd name="connsiteX84" fmla="*/ 2601944 w 2978753"/>
              <a:gd name="connsiteY84" fmla="*/ 25051 h 73820"/>
              <a:gd name="connsiteX85" fmla="*/ 2609660 w 2978753"/>
              <a:gd name="connsiteY85" fmla="*/ 14764 h 73820"/>
              <a:gd name="connsiteX86" fmla="*/ 2589277 w 2978753"/>
              <a:gd name="connsiteY86" fmla="*/ 14479 h 73820"/>
              <a:gd name="connsiteX87" fmla="*/ 2587942 w 2978753"/>
              <a:gd name="connsiteY87" fmla="*/ 37626 h 73820"/>
              <a:gd name="connsiteX88" fmla="*/ 2592324 w 2978753"/>
              <a:gd name="connsiteY88" fmla="*/ 34863 h 73820"/>
              <a:gd name="connsiteX89" fmla="*/ 2592800 w 2978753"/>
              <a:gd name="connsiteY89" fmla="*/ 36958 h 73820"/>
              <a:gd name="connsiteX90" fmla="*/ 2587942 w 2978753"/>
              <a:gd name="connsiteY90" fmla="*/ 37626 h 73820"/>
              <a:gd name="connsiteX91" fmla="*/ 2564416 w 2978753"/>
              <a:gd name="connsiteY91" fmla="*/ 14669 h 73820"/>
              <a:gd name="connsiteX92" fmla="*/ 2573941 w 2978753"/>
              <a:gd name="connsiteY92" fmla="*/ 10097 h 73820"/>
              <a:gd name="connsiteX93" fmla="*/ 2589466 w 2978753"/>
              <a:gd name="connsiteY93" fmla="*/ 15241 h 73820"/>
              <a:gd name="connsiteX94" fmla="*/ 2584990 w 2978753"/>
              <a:gd name="connsiteY94" fmla="*/ 15241 h 73820"/>
              <a:gd name="connsiteX95" fmla="*/ 2586609 w 2978753"/>
              <a:gd name="connsiteY95" fmla="*/ 15145 h 73820"/>
              <a:gd name="connsiteX96" fmla="*/ 2553819 w 2978753"/>
              <a:gd name="connsiteY96" fmla="*/ 14721 h 73820"/>
              <a:gd name="connsiteX97" fmla="*/ 2564106 w 2978753"/>
              <a:gd name="connsiteY97" fmla="*/ 8530 h 73820"/>
              <a:gd name="connsiteX98" fmla="*/ 2561725 w 2978753"/>
              <a:gd name="connsiteY98" fmla="*/ 12912 h 73820"/>
              <a:gd name="connsiteX99" fmla="*/ 2533650 w 2978753"/>
              <a:gd name="connsiteY99" fmla="*/ 38957 h 73820"/>
              <a:gd name="connsiteX100" fmla="*/ 2548890 w 2978753"/>
              <a:gd name="connsiteY100" fmla="*/ 25146 h 73820"/>
              <a:gd name="connsiteX101" fmla="*/ 2567940 w 2978753"/>
              <a:gd name="connsiteY101" fmla="*/ 28480 h 73820"/>
              <a:gd name="connsiteX102" fmla="*/ 2552890 w 2978753"/>
              <a:gd name="connsiteY102" fmla="*/ 20288 h 73820"/>
              <a:gd name="connsiteX103" fmla="*/ 2564129 w 2978753"/>
              <a:gd name="connsiteY103" fmla="*/ 14860 h 73820"/>
              <a:gd name="connsiteX104" fmla="*/ 2563178 w 2978753"/>
              <a:gd name="connsiteY104" fmla="*/ 14098 h 73820"/>
              <a:gd name="connsiteX105" fmla="*/ 2564130 w 2978753"/>
              <a:gd name="connsiteY105" fmla="*/ 14193 h 73820"/>
              <a:gd name="connsiteX106" fmla="*/ 2564130 w 2978753"/>
              <a:gd name="connsiteY106" fmla="*/ 14859 h 73820"/>
              <a:gd name="connsiteX107" fmla="*/ 2564130 w 2978753"/>
              <a:gd name="connsiteY107" fmla="*/ 14859 h 73820"/>
              <a:gd name="connsiteX108" fmla="*/ 2569750 w 2978753"/>
              <a:gd name="connsiteY108" fmla="*/ 37052 h 73820"/>
              <a:gd name="connsiteX109" fmla="*/ 2545651 w 2978753"/>
              <a:gd name="connsiteY109" fmla="*/ 40291 h 73820"/>
              <a:gd name="connsiteX110" fmla="*/ 2546318 w 2978753"/>
              <a:gd name="connsiteY110" fmla="*/ 36481 h 73820"/>
              <a:gd name="connsiteX111" fmla="*/ 2533436 w 2978753"/>
              <a:gd name="connsiteY111" fmla="*/ 11959 h 73820"/>
              <a:gd name="connsiteX112" fmla="*/ 2539532 w 2978753"/>
              <a:gd name="connsiteY112" fmla="*/ 9673 h 73820"/>
              <a:gd name="connsiteX113" fmla="*/ 2538675 w 2978753"/>
              <a:gd name="connsiteY113" fmla="*/ 13388 h 73820"/>
              <a:gd name="connsiteX114" fmla="*/ 2505742 w 2978753"/>
              <a:gd name="connsiteY114" fmla="*/ 24004 h 73820"/>
              <a:gd name="connsiteX115" fmla="*/ 2519458 w 2978753"/>
              <a:gd name="connsiteY115" fmla="*/ 25813 h 73820"/>
              <a:gd name="connsiteX116" fmla="*/ 2520696 w 2978753"/>
              <a:gd name="connsiteY116" fmla="*/ 25813 h 73820"/>
              <a:gd name="connsiteX117" fmla="*/ 2505742 w 2978753"/>
              <a:gd name="connsiteY117" fmla="*/ 24004 h 73820"/>
              <a:gd name="connsiteX118" fmla="*/ 2505527 w 2978753"/>
              <a:gd name="connsiteY118" fmla="*/ 36628 h 73820"/>
              <a:gd name="connsiteX119" fmla="*/ 2509623 w 2978753"/>
              <a:gd name="connsiteY119" fmla="*/ 32723 h 73820"/>
              <a:gd name="connsiteX120" fmla="*/ 2512290 w 2978753"/>
              <a:gd name="connsiteY120" fmla="*/ 37581 h 73820"/>
              <a:gd name="connsiteX121" fmla="*/ 2485263 w 2978753"/>
              <a:gd name="connsiteY121" fmla="*/ 10192 h 73820"/>
              <a:gd name="connsiteX122" fmla="*/ 2495931 w 2978753"/>
              <a:gd name="connsiteY122" fmla="*/ 9049 h 73820"/>
              <a:gd name="connsiteX123" fmla="*/ 2494788 w 2978753"/>
              <a:gd name="connsiteY123" fmla="*/ 11716 h 73820"/>
              <a:gd name="connsiteX124" fmla="*/ 2485263 w 2978753"/>
              <a:gd name="connsiteY124" fmla="*/ 10192 h 73820"/>
              <a:gd name="connsiteX125" fmla="*/ 2484191 w 2978753"/>
              <a:gd name="connsiteY125" fmla="*/ 37677 h 73820"/>
              <a:gd name="connsiteX126" fmla="*/ 2492573 w 2978753"/>
              <a:gd name="connsiteY126" fmla="*/ 37963 h 73820"/>
              <a:gd name="connsiteX127" fmla="*/ 2496097 w 2978753"/>
              <a:gd name="connsiteY127" fmla="*/ 39011 h 73820"/>
              <a:gd name="connsiteX128" fmla="*/ 2452783 w 2978753"/>
              <a:gd name="connsiteY128" fmla="*/ 33243 h 73820"/>
              <a:gd name="connsiteX129" fmla="*/ 2467832 w 2978753"/>
              <a:gd name="connsiteY129" fmla="*/ 32957 h 73820"/>
              <a:gd name="connsiteX130" fmla="*/ 2464689 w 2978753"/>
              <a:gd name="connsiteY130" fmla="*/ 34577 h 73820"/>
              <a:gd name="connsiteX131" fmla="*/ 2438400 w 2978753"/>
              <a:gd name="connsiteY131" fmla="*/ 11050 h 73820"/>
              <a:gd name="connsiteX132" fmla="*/ 2445258 w 2978753"/>
              <a:gd name="connsiteY132" fmla="*/ 10383 h 73820"/>
              <a:gd name="connsiteX133" fmla="*/ 2446401 w 2978753"/>
              <a:gd name="connsiteY133" fmla="*/ 11050 h 73820"/>
              <a:gd name="connsiteX134" fmla="*/ 2438400 w 2978753"/>
              <a:gd name="connsiteY134" fmla="*/ 11050 h 73820"/>
              <a:gd name="connsiteX135" fmla="*/ 2425541 w 2978753"/>
              <a:gd name="connsiteY135" fmla="*/ 11431 h 73820"/>
              <a:gd name="connsiteX136" fmla="*/ 2433352 w 2978753"/>
              <a:gd name="connsiteY136" fmla="*/ 10573 h 73820"/>
              <a:gd name="connsiteX137" fmla="*/ 2429161 w 2978753"/>
              <a:gd name="connsiteY137" fmla="*/ 14002 h 73820"/>
              <a:gd name="connsiteX138" fmla="*/ 2425541 w 2978753"/>
              <a:gd name="connsiteY138" fmla="*/ 11431 h 73820"/>
              <a:gd name="connsiteX139" fmla="*/ 2399730 w 2978753"/>
              <a:gd name="connsiteY139" fmla="*/ 15527 h 73820"/>
              <a:gd name="connsiteX140" fmla="*/ 2408025 w 2978753"/>
              <a:gd name="connsiteY140" fmla="*/ 16552 h 73820"/>
              <a:gd name="connsiteX141" fmla="*/ 2408016 w 2978753"/>
              <a:gd name="connsiteY141" fmla="*/ 16575 h 73820"/>
              <a:gd name="connsiteX142" fmla="*/ 2408207 w 2978753"/>
              <a:gd name="connsiteY142" fmla="*/ 16575 h 73820"/>
              <a:gd name="connsiteX143" fmla="*/ 2408025 w 2978753"/>
              <a:gd name="connsiteY143" fmla="*/ 16552 h 73820"/>
              <a:gd name="connsiteX144" fmla="*/ 2408778 w 2978753"/>
              <a:gd name="connsiteY144" fmla="*/ 14575 h 73820"/>
              <a:gd name="connsiteX145" fmla="*/ 2399730 w 2978753"/>
              <a:gd name="connsiteY145" fmla="*/ 15527 h 73820"/>
              <a:gd name="connsiteX146" fmla="*/ 2358962 w 2978753"/>
              <a:gd name="connsiteY146" fmla="*/ 47626 h 73820"/>
              <a:gd name="connsiteX147" fmla="*/ 2358962 w 2978753"/>
              <a:gd name="connsiteY147" fmla="*/ 41721 h 73820"/>
              <a:gd name="connsiteX148" fmla="*/ 2364676 w 2978753"/>
              <a:gd name="connsiteY148" fmla="*/ 45340 h 73820"/>
              <a:gd name="connsiteX149" fmla="*/ 2312480 w 2978753"/>
              <a:gd name="connsiteY149" fmla="*/ 33624 h 73820"/>
              <a:gd name="connsiteX150" fmla="*/ 2325434 w 2978753"/>
              <a:gd name="connsiteY150" fmla="*/ 32290 h 73820"/>
              <a:gd name="connsiteX151" fmla="*/ 2319528 w 2978753"/>
              <a:gd name="connsiteY151" fmla="*/ 35623 h 73820"/>
              <a:gd name="connsiteX152" fmla="*/ 2312480 w 2978753"/>
              <a:gd name="connsiteY152" fmla="*/ 33624 h 73820"/>
              <a:gd name="connsiteX153" fmla="*/ 2285429 w 2978753"/>
              <a:gd name="connsiteY153" fmla="*/ 11621 h 73820"/>
              <a:gd name="connsiteX154" fmla="*/ 2301716 w 2978753"/>
              <a:gd name="connsiteY154" fmla="*/ 14098 h 73820"/>
              <a:gd name="connsiteX155" fmla="*/ 2285429 w 2978753"/>
              <a:gd name="connsiteY155" fmla="*/ 11621 h 73820"/>
              <a:gd name="connsiteX156" fmla="*/ 2266474 w 2978753"/>
              <a:gd name="connsiteY156" fmla="*/ 11621 h 73820"/>
              <a:gd name="connsiteX157" fmla="*/ 2285428 w 2978753"/>
              <a:gd name="connsiteY157" fmla="*/ 11621 h 73820"/>
              <a:gd name="connsiteX158" fmla="*/ 2269902 w 2978753"/>
              <a:gd name="connsiteY158" fmla="*/ 12574 h 73820"/>
              <a:gd name="connsiteX159" fmla="*/ 2266474 w 2978753"/>
              <a:gd name="connsiteY159" fmla="*/ 11621 h 73820"/>
              <a:gd name="connsiteX160" fmla="*/ 2132243 w 2978753"/>
              <a:gd name="connsiteY160" fmla="*/ 40059 h 73820"/>
              <a:gd name="connsiteX161" fmla="*/ 2135005 w 2978753"/>
              <a:gd name="connsiteY161" fmla="*/ 30342 h 73820"/>
              <a:gd name="connsiteX162" fmla="*/ 2135481 w 2978753"/>
              <a:gd name="connsiteY162" fmla="*/ 40059 h 73820"/>
              <a:gd name="connsiteX163" fmla="*/ 1959424 w 2978753"/>
              <a:gd name="connsiteY163" fmla="*/ 57270 h 73820"/>
              <a:gd name="connsiteX164" fmla="*/ 1969485 w 2978753"/>
              <a:gd name="connsiteY164" fmla="*/ 55056 h 73820"/>
              <a:gd name="connsiteX165" fmla="*/ 1977105 w 2978753"/>
              <a:gd name="connsiteY165" fmla="*/ 59437 h 73820"/>
              <a:gd name="connsiteX166" fmla="*/ 1959578 w 2978753"/>
              <a:gd name="connsiteY166" fmla="*/ 62485 h 73820"/>
              <a:gd name="connsiteX167" fmla="*/ 1959424 w 2978753"/>
              <a:gd name="connsiteY167" fmla="*/ 57270 h 73820"/>
              <a:gd name="connsiteX168" fmla="*/ 1956150 w 2978753"/>
              <a:gd name="connsiteY168" fmla="*/ 8287 h 73820"/>
              <a:gd name="connsiteX169" fmla="*/ 1971390 w 2978753"/>
              <a:gd name="connsiteY169" fmla="*/ 13050 h 73820"/>
              <a:gd name="connsiteX170" fmla="*/ 1958531 w 2978753"/>
              <a:gd name="connsiteY170" fmla="*/ 12383 h 73820"/>
              <a:gd name="connsiteX171" fmla="*/ 1826419 w 2978753"/>
              <a:gd name="connsiteY171" fmla="*/ 59056 h 73820"/>
              <a:gd name="connsiteX172" fmla="*/ 1838039 w 2978753"/>
              <a:gd name="connsiteY172" fmla="*/ 43721 h 73820"/>
              <a:gd name="connsiteX173" fmla="*/ 1843849 w 2978753"/>
              <a:gd name="connsiteY173" fmla="*/ 55627 h 73820"/>
              <a:gd name="connsiteX174" fmla="*/ 1826419 w 2978753"/>
              <a:gd name="connsiteY174" fmla="*/ 59056 h 73820"/>
              <a:gd name="connsiteX175" fmla="*/ 1749077 w 2978753"/>
              <a:gd name="connsiteY175" fmla="*/ 52580 h 73820"/>
              <a:gd name="connsiteX176" fmla="*/ 1752319 w 2978753"/>
              <a:gd name="connsiteY176" fmla="*/ 52535 h 73820"/>
              <a:gd name="connsiteX177" fmla="*/ 1752410 w 2978753"/>
              <a:gd name="connsiteY177" fmla="*/ 52580 h 73820"/>
              <a:gd name="connsiteX178" fmla="*/ 1583246 w 2978753"/>
              <a:gd name="connsiteY178" fmla="*/ 37625 h 73820"/>
              <a:gd name="connsiteX179" fmla="*/ 1590579 w 2978753"/>
              <a:gd name="connsiteY179" fmla="*/ 34862 h 73820"/>
              <a:gd name="connsiteX180" fmla="*/ 1585436 w 2978753"/>
              <a:gd name="connsiteY180" fmla="*/ 38863 h 73820"/>
              <a:gd name="connsiteX181" fmla="*/ 1349693 w 2978753"/>
              <a:gd name="connsiteY181" fmla="*/ 66580 h 73820"/>
              <a:gd name="connsiteX182" fmla="*/ 1358170 w 2978753"/>
              <a:gd name="connsiteY182" fmla="*/ 68580 h 73820"/>
              <a:gd name="connsiteX183" fmla="*/ 1357408 w 2978753"/>
              <a:gd name="connsiteY183" fmla="*/ 70009 h 73820"/>
              <a:gd name="connsiteX184" fmla="*/ 1316642 w 2978753"/>
              <a:gd name="connsiteY184" fmla="*/ 58866 h 73820"/>
              <a:gd name="connsiteX185" fmla="*/ 1329881 w 2978753"/>
              <a:gd name="connsiteY185" fmla="*/ 57628 h 73820"/>
              <a:gd name="connsiteX186" fmla="*/ 1316642 w 2978753"/>
              <a:gd name="connsiteY186" fmla="*/ 58866 h 73820"/>
              <a:gd name="connsiteX187" fmla="*/ 1222034 w 2978753"/>
              <a:gd name="connsiteY187" fmla="*/ 60727 h 73820"/>
              <a:gd name="connsiteX188" fmla="*/ 1226320 w 2978753"/>
              <a:gd name="connsiteY188" fmla="*/ 66347 h 73820"/>
              <a:gd name="connsiteX189" fmla="*/ 1224034 w 2978753"/>
              <a:gd name="connsiteY189" fmla="*/ 66251 h 73820"/>
              <a:gd name="connsiteX190" fmla="*/ 1111091 w 2978753"/>
              <a:gd name="connsiteY190" fmla="*/ 72580 h 73820"/>
              <a:gd name="connsiteX191" fmla="*/ 1125664 w 2978753"/>
              <a:gd name="connsiteY191" fmla="*/ 71819 h 73820"/>
              <a:gd name="connsiteX192" fmla="*/ 1111091 w 2978753"/>
              <a:gd name="connsiteY192" fmla="*/ 72580 h 73820"/>
              <a:gd name="connsiteX193" fmla="*/ 864848 w 2978753"/>
              <a:gd name="connsiteY193" fmla="*/ 30546 h 73820"/>
              <a:gd name="connsiteX194" fmla="*/ 864871 w 2978753"/>
              <a:gd name="connsiteY194" fmla="*/ 30482 h 73820"/>
              <a:gd name="connsiteX195" fmla="*/ 866776 w 2978753"/>
              <a:gd name="connsiteY195" fmla="*/ 31339 h 73820"/>
              <a:gd name="connsiteX196" fmla="*/ 17884 w 2978753"/>
              <a:gd name="connsiteY196" fmla="*/ 12245 h 73820"/>
              <a:gd name="connsiteX197" fmla="*/ 27790 w 2978753"/>
              <a:gd name="connsiteY197" fmla="*/ 14245 h 73820"/>
              <a:gd name="connsiteX198" fmla="*/ 24266 w 2978753"/>
              <a:gd name="connsiteY198" fmla="*/ 15483 h 73820"/>
              <a:gd name="connsiteX199" fmla="*/ 11717 w 2978753"/>
              <a:gd name="connsiteY199" fmla="*/ 26005 h 73820"/>
              <a:gd name="connsiteX200" fmla="*/ 44102 w 2978753"/>
              <a:gd name="connsiteY200" fmla="*/ 19528 h 73820"/>
              <a:gd name="connsiteX201" fmla="*/ 71534 w 2978753"/>
              <a:gd name="connsiteY201" fmla="*/ 25910 h 73820"/>
              <a:gd name="connsiteX202" fmla="*/ 70772 w 2978753"/>
              <a:gd name="connsiteY202" fmla="*/ 19433 h 73820"/>
              <a:gd name="connsiteX203" fmla="*/ 74582 w 2978753"/>
              <a:gd name="connsiteY203" fmla="*/ 15814 h 73820"/>
              <a:gd name="connsiteX204" fmla="*/ 272416 w 2978753"/>
              <a:gd name="connsiteY204" fmla="*/ 24386 h 73820"/>
              <a:gd name="connsiteX205" fmla="*/ 272416 w 2978753"/>
              <a:gd name="connsiteY205" fmla="*/ 20385 h 73820"/>
              <a:gd name="connsiteX206" fmla="*/ 290323 w 2978753"/>
              <a:gd name="connsiteY206" fmla="*/ 16480 h 73820"/>
              <a:gd name="connsiteX207" fmla="*/ 307754 w 2978753"/>
              <a:gd name="connsiteY207" fmla="*/ 24862 h 73820"/>
              <a:gd name="connsiteX208" fmla="*/ 309754 w 2978753"/>
              <a:gd name="connsiteY208" fmla="*/ 18099 h 73820"/>
              <a:gd name="connsiteX209" fmla="*/ 401670 w 2978753"/>
              <a:gd name="connsiteY209" fmla="*/ 19719 h 73820"/>
              <a:gd name="connsiteX210" fmla="*/ 411195 w 2978753"/>
              <a:gd name="connsiteY210" fmla="*/ 27434 h 73820"/>
              <a:gd name="connsiteX211" fmla="*/ 434151 w 2978753"/>
              <a:gd name="connsiteY211" fmla="*/ 17337 h 73820"/>
              <a:gd name="connsiteX212" fmla="*/ 469679 w 2978753"/>
              <a:gd name="connsiteY212" fmla="*/ 32006 h 73820"/>
              <a:gd name="connsiteX213" fmla="*/ 476918 w 2978753"/>
              <a:gd name="connsiteY213" fmla="*/ 25433 h 73820"/>
              <a:gd name="connsiteX214" fmla="*/ 517875 w 2978753"/>
              <a:gd name="connsiteY214" fmla="*/ 22004 h 73820"/>
              <a:gd name="connsiteX215" fmla="*/ 602933 w 2978753"/>
              <a:gd name="connsiteY215" fmla="*/ 28481 h 73820"/>
              <a:gd name="connsiteX216" fmla="*/ 612458 w 2978753"/>
              <a:gd name="connsiteY216" fmla="*/ 22481 h 73820"/>
              <a:gd name="connsiteX217" fmla="*/ 604267 w 2978753"/>
              <a:gd name="connsiteY217" fmla="*/ 16956 h 73820"/>
              <a:gd name="connsiteX218" fmla="*/ 624746 w 2978753"/>
              <a:gd name="connsiteY218" fmla="*/ 17623 h 73820"/>
              <a:gd name="connsiteX219" fmla="*/ 630080 w 2978753"/>
              <a:gd name="connsiteY219" fmla="*/ 17623 h 73820"/>
              <a:gd name="connsiteX220" fmla="*/ 638081 w 2978753"/>
              <a:gd name="connsiteY220" fmla="*/ 22195 h 73820"/>
              <a:gd name="connsiteX221" fmla="*/ 660465 w 2978753"/>
              <a:gd name="connsiteY221" fmla="*/ 16670 h 73820"/>
              <a:gd name="connsiteX222" fmla="*/ 658274 w 2978753"/>
              <a:gd name="connsiteY222" fmla="*/ 15814 h 73820"/>
              <a:gd name="connsiteX223" fmla="*/ 667799 w 2978753"/>
              <a:gd name="connsiteY223" fmla="*/ 15337 h 73820"/>
              <a:gd name="connsiteX224" fmla="*/ 665894 w 2978753"/>
              <a:gd name="connsiteY224" fmla="*/ 23624 h 73820"/>
              <a:gd name="connsiteX225" fmla="*/ 685706 w 2978753"/>
              <a:gd name="connsiteY225" fmla="*/ 18766 h 73820"/>
              <a:gd name="connsiteX226" fmla="*/ 679800 w 2978753"/>
              <a:gd name="connsiteY226" fmla="*/ 23910 h 73820"/>
              <a:gd name="connsiteX227" fmla="*/ 696183 w 2978753"/>
              <a:gd name="connsiteY227" fmla="*/ 23910 h 73820"/>
              <a:gd name="connsiteX228" fmla="*/ 690754 w 2978753"/>
              <a:gd name="connsiteY228" fmla="*/ 16861 h 73820"/>
              <a:gd name="connsiteX229" fmla="*/ 836010 w 2978753"/>
              <a:gd name="connsiteY229" fmla="*/ 21814 h 73820"/>
              <a:gd name="connsiteX230" fmla="*/ 852858 w 2978753"/>
              <a:gd name="connsiteY230" fmla="*/ 25612 h 73820"/>
              <a:gd name="connsiteX231" fmla="*/ 864848 w 2978753"/>
              <a:gd name="connsiteY231" fmla="*/ 30546 h 73820"/>
              <a:gd name="connsiteX232" fmla="*/ 863490 w 2978753"/>
              <a:gd name="connsiteY232" fmla="*/ 34280 h 73820"/>
              <a:gd name="connsiteX233" fmla="*/ 878397 w 2978753"/>
              <a:gd name="connsiteY233" fmla="*/ 36578 h 73820"/>
              <a:gd name="connsiteX234" fmla="*/ 871729 w 2978753"/>
              <a:gd name="connsiteY234" fmla="*/ 26291 h 73820"/>
              <a:gd name="connsiteX235" fmla="*/ 891351 w 2978753"/>
              <a:gd name="connsiteY235" fmla="*/ 22004 h 73820"/>
              <a:gd name="connsiteX236" fmla="*/ 973361 w 2978753"/>
              <a:gd name="connsiteY236" fmla="*/ 17909 h 73820"/>
              <a:gd name="connsiteX237" fmla="*/ 970408 w 2978753"/>
              <a:gd name="connsiteY237" fmla="*/ 20005 h 73820"/>
              <a:gd name="connsiteX238" fmla="*/ 1035749 w 2978753"/>
              <a:gd name="connsiteY238" fmla="*/ 21909 h 73820"/>
              <a:gd name="connsiteX239" fmla="*/ 1038035 w 2978753"/>
              <a:gd name="connsiteY239" fmla="*/ 26672 h 73820"/>
              <a:gd name="connsiteX240" fmla="*/ 1090233 w 2978753"/>
              <a:gd name="connsiteY240" fmla="*/ 21719 h 73820"/>
              <a:gd name="connsiteX241" fmla="*/ 1090995 w 2978753"/>
              <a:gd name="connsiteY241" fmla="*/ 24862 h 73820"/>
              <a:gd name="connsiteX242" fmla="*/ 1122427 w 2978753"/>
              <a:gd name="connsiteY242" fmla="*/ 18862 h 73820"/>
              <a:gd name="connsiteX243" fmla="*/ 1121665 w 2978753"/>
              <a:gd name="connsiteY243" fmla="*/ 20290 h 73820"/>
              <a:gd name="connsiteX244" fmla="*/ 1150240 w 2978753"/>
              <a:gd name="connsiteY244" fmla="*/ 19528 h 73820"/>
              <a:gd name="connsiteX245" fmla="*/ 1208342 w 2978753"/>
              <a:gd name="connsiteY245" fmla="*/ 26386 h 73820"/>
              <a:gd name="connsiteX246" fmla="*/ 1244347 w 2978753"/>
              <a:gd name="connsiteY246" fmla="*/ 18766 h 73820"/>
              <a:gd name="connsiteX247" fmla="*/ 1246633 w 2978753"/>
              <a:gd name="connsiteY247" fmla="*/ 20766 h 73820"/>
              <a:gd name="connsiteX248" fmla="*/ 1290829 w 2978753"/>
              <a:gd name="connsiteY248" fmla="*/ 22290 h 73820"/>
              <a:gd name="connsiteX249" fmla="*/ 1291877 w 2978753"/>
              <a:gd name="connsiteY249" fmla="*/ 15432 h 73820"/>
              <a:gd name="connsiteX250" fmla="*/ 1341216 w 2978753"/>
              <a:gd name="connsiteY250" fmla="*/ 11146 h 73820"/>
              <a:gd name="connsiteX251" fmla="*/ 1348741 w 2978753"/>
              <a:gd name="connsiteY251" fmla="*/ 20005 h 73820"/>
              <a:gd name="connsiteX252" fmla="*/ 1368934 w 2978753"/>
              <a:gd name="connsiteY252" fmla="*/ 12575 h 73820"/>
              <a:gd name="connsiteX253" fmla="*/ 1363219 w 2978753"/>
              <a:gd name="connsiteY253" fmla="*/ 14575 h 73820"/>
              <a:gd name="connsiteX254" fmla="*/ 1396556 w 2978753"/>
              <a:gd name="connsiteY254" fmla="*/ 29244 h 73820"/>
              <a:gd name="connsiteX255" fmla="*/ 1390842 w 2978753"/>
              <a:gd name="connsiteY255" fmla="*/ 26577 h 73820"/>
              <a:gd name="connsiteX256" fmla="*/ 1431418 w 2978753"/>
              <a:gd name="connsiteY256" fmla="*/ 28672 h 73820"/>
              <a:gd name="connsiteX257" fmla="*/ 1429894 w 2978753"/>
              <a:gd name="connsiteY257" fmla="*/ 24100 h 73820"/>
              <a:gd name="connsiteX258" fmla="*/ 1469804 w 2978753"/>
              <a:gd name="connsiteY258" fmla="*/ 27529 h 73820"/>
              <a:gd name="connsiteX259" fmla="*/ 1469804 w 2978753"/>
              <a:gd name="connsiteY259" fmla="*/ 28291 h 73820"/>
              <a:gd name="connsiteX260" fmla="*/ 1494664 w 2978753"/>
              <a:gd name="connsiteY260" fmla="*/ 25815 h 73820"/>
              <a:gd name="connsiteX261" fmla="*/ 1490473 w 2978753"/>
              <a:gd name="connsiteY261" fmla="*/ 24767 h 73820"/>
              <a:gd name="connsiteX262" fmla="*/ 1522477 w 2978753"/>
              <a:gd name="connsiteY262" fmla="*/ 24767 h 73820"/>
              <a:gd name="connsiteX263" fmla="*/ 1534002 w 2978753"/>
              <a:gd name="connsiteY263" fmla="*/ 24767 h 73820"/>
              <a:gd name="connsiteX264" fmla="*/ 1576770 w 2978753"/>
              <a:gd name="connsiteY264" fmla="*/ 22386 h 73820"/>
              <a:gd name="connsiteX265" fmla="*/ 1573817 w 2978753"/>
              <a:gd name="connsiteY265" fmla="*/ 28291 h 73820"/>
              <a:gd name="connsiteX266" fmla="*/ 1596010 w 2978753"/>
              <a:gd name="connsiteY266" fmla="*/ 26386 h 73820"/>
              <a:gd name="connsiteX267" fmla="*/ 1619156 w 2978753"/>
              <a:gd name="connsiteY267" fmla="*/ 10289 h 73820"/>
              <a:gd name="connsiteX268" fmla="*/ 1613346 w 2978753"/>
              <a:gd name="connsiteY268" fmla="*/ 13622 h 73820"/>
              <a:gd name="connsiteX269" fmla="*/ 1621442 w 2978753"/>
              <a:gd name="connsiteY269" fmla="*/ 12956 h 73820"/>
              <a:gd name="connsiteX270" fmla="*/ 1619251 w 2978753"/>
              <a:gd name="connsiteY270" fmla="*/ 18385 h 73820"/>
              <a:gd name="connsiteX271" fmla="*/ 1661637 w 2978753"/>
              <a:gd name="connsiteY271" fmla="*/ 15242 h 73820"/>
              <a:gd name="connsiteX272" fmla="*/ 1662971 w 2978753"/>
              <a:gd name="connsiteY272" fmla="*/ 21624 h 73820"/>
              <a:gd name="connsiteX273" fmla="*/ 1682021 w 2978753"/>
              <a:gd name="connsiteY273" fmla="*/ 18004 h 73820"/>
              <a:gd name="connsiteX274" fmla="*/ 1792797 w 2978753"/>
              <a:gd name="connsiteY274" fmla="*/ 25624 h 73820"/>
              <a:gd name="connsiteX275" fmla="*/ 1813942 w 2978753"/>
              <a:gd name="connsiteY275" fmla="*/ 23624 h 73820"/>
              <a:gd name="connsiteX276" fmla="*/ 1812990 w 2978753"/>
              <a:gd name="connsiteY276" fmla="*/ 27338 h 73820"/>
              <a:gd name="connsiteX277" fmla="*/ 1848994 w 2978753"/>
              <a:gd name="connsiteY277" fmla="*/ 17813 h 73820"/>
              <a:gd name="connsiteX278" fmla="*/ 1852804 w 2978753"/>
              <a:gd name="connsiteY278" fmla="*/ 27910 h 73820"/>
              <a:gd name="connsiteX279" fmla="*/ 1867759 w 2978753"/>
              <a:gd name="connsiteY279" fmla="*/ 20099 h 73820"/>
              <a:gd name="connsiteX280" fmla="*/ 1870616 w 2978753"/>
              <a:gd name="connsiteY280" fmla="*/ 25910 h 73820"/>
              <a:gd name="connsiteX281" fmla="*/ 1890333 w 2978753"/>
              <a:gd name="connsiteY281" fmla="*/ 25433 h 73820"/>
              <a:gd name="connsiteX282" fmla="*/ 1889094 w 2978753"/>
              <a:gd name="connsiteY282" fmla="*/ 27148 h 73820"/>
              <a:gd name="connsiteX283" fmla="*/ 1923099 w 2978753"/>
              <a:gd name="connsiteY283" fmla="*/ 16099 h 73820"/>
              <a:gd name="connsiteX284" fmla="*/ 1945768 w 2978753"/>
              <a:gd name="connsiteY284" fmla="*/ 21528 h 73820"/>
              <a:gd name="connsiteX285" fmla="*/ 1953864 w 2978753"/>
              <a:gd name="connsiteY285" fmla="*/ 18766 h 73820"/>
              <a:gd name="connsiteX286" fmla="*/ 1955483 w 2978753"/>
              <a:gd name="connsiteY286" fmla="*/ 13146 h 73820"/>
              <a:gd name="connsiteX287" fmla="*/ 1956912 w 2978753"/>
              <a:gd name="connsiteY287" fmla="*/ 13146 h 73820"/>
              <a:gd name="connsiteX288" fmla="*/ 1959484 w 2978753"/>
              <a:gd name="connsiteY288" fmla="*/ 17718 h 73820"/>
              <a:gd name="connsiteX289" fmla="*/ 1975962 w 2978753"/>
              <a:gd name="connsiteY289" fmla="*/ 16099 h 73820"/>
              <a:gd name="connsiteX290" fmla="*/ 1969771 w 2978753"/>
              <a:gd name="connsiteY290" fmla="*/ 13813 h 73820"/>
              <a:gd name="connsiteX291" fmla="*/ 1977105 w 2978753"/>
              <a:gd name="connsiteY291" fmla="*/ 16099 h 73820"/>
              <a:gd name="connsiteX292" fmla="*/ 1978058 w 2978753"/>
              <a:gd name="connsiteY292" fmla="*/ 16099 h 73820"/>
              <a:gd name="connsiteX293" fmla="*/ 1979296 w 2978753"/>
              <a:gd name="connsiteY293" fmla="*/ 16099 h 73820"/>
              <a:gd name="connsiteX294" fmla="*/ 1990917 w 2978753"/>
              <a:gd name="connsiteY294" fmla="*/ 16099 h 73820"/>
              <a:gd name="connsiteX295" fmla="*/ 2062164 w 2978753"/>
              <a:gd name="connsiteY295" fmla="*/ 16099 h 73820"/>
              <a:gd name="connsiteX296" fmla="*/ 2052639 w 2978753"/>
              <a:gd name="connsiteY296" fmla="*/ 16099 h 73820"/>
              <a:gd name="connsiteX297" fmla="*/ 2104455 w 2978753"/>
              <a:gd name="connsiteY297" fmla="*/ 18766 h 73820"/>
              <a:gd name="connsiteX298" fmla="*/ 2103598 w 2978753"/>
              <a:gd name="connsiteY298" fmla="*/ 14480 h 73820"/>
              <a:gd name="connsiteX299" fmla="*/ 2140936 w 2978753"/>
              <a:gd name="connsiteY299" fmla="*/ 11432 h 73820"/>
              <a:gd name="connsiteX300" fmla="*/ 2141602 w 2978753"/>
              <a:gd name="connsiteY300" fmla="*/ 6574 h 73820"/>
              <a:gd name="connsiteX301" fmla="*/ 2205325 w 2978753"/>
              <a:gd name="connsiteY301" fmla="*/ 10574 h 73820"/>
              <a:gd name="connsiteX302" fmla="*/ 2238376 w 2978753"/>
              <a:gd name="connsiteY302" fmla="*/ 10574 h 73820"/>
              <a:gd name="connsiteX303" fmla="*/ 2240853 w 2978753"/>
              <a:gd name="connsiteY303" fmla="*/ 14289 h 73820"/>
              <a:gd name="connsiteX304" fmla="*/ 2268666 w 2978753"/>
              <a:gd name="connsiteY304" fmla="*/ 13051 h 73820"/>
              <a:gd name="connsiteX305" fmla="*/ 2340103 w 2978753"/>
              <a:gd name="connsiteY305" fmla="*/ 13718 h 73820"/>
              <a:gd name="connsiteX306" fmla="*/ 2340103 w 2978753"/>
              <a:gd name="connsiteY306" fmla="*/ 14765 h 73820"/>
              <a:gd name="connsiteX307" fmla="*/ 2362677 w 2978753"/>
              <a:gd name="connsiteY307" fmla="*/ 12194 h 73820"/>
              <a:gd name="connsiteX308" fmla="*/ 2373917 w 2978753"/>
              <a:gd name="connsiteY308" fmla="*/ 10765 h 73820"/>
              <a:gd name="connsiteX309" fmla="*/ 2401349 w 2978753"/>
              <a:gd name="connsiteY309" fmla="*/ 12289 h 73820"/>
              <a:gd name="connsiteX310" fmla="*/ 2415732 w 2978753"/>
              <a:gd name="connsiteY310" fmla="*/ 12289 h 73820"/>
              <a:gd name="connsiteX311" fmla="*/ 2417732 w 2978753"/>
              <a:gd name="connsiteY311" fmla="*/ 21814 h 73820"/>
              <a:gd name="connsiteX312" fmla="*/ 2427257 w 2978753"/>
              <a:gd name="connsiteY312" fmla="*/ 18385 h 73820"/>
              <a:gd name="connsiteX313" fmla="*/ 2428114 w 2978753"/>
              <a:gd name="connsiteY313" fmla="*/ 22671 h 73820"/>
              <a:gd name="connsiteX314" fmla="*/ 2458213 w 2978753"/>
              <a:gd name="connsiteY314" fmla="*/ 16099 h 73820"/>
              <a:gd name="connsiteX315" fmla="*/ 2452308 w 2978753"/>
              <a:gd name="connsiteY315" fmla="*/ 13146 h 73820"/>
              <a:gd name="connsiteX316" fmla="*/ 2452403 w 2978753"/>
              <a:gd name="connsiteY316" fmla="*/ 13146 h 73820"/>
              <a:gd name="connsiteX317" fmla="*/ 2454974 w 2978753"/>
              <a:gd name="connsiteY317" fmla="*/ 11432 h 73820"/>
              <a:gd name="connsiteX318" fmla="*/ 2461833 w 2978753"/>
              <a:gd name="connsiteY318" fmla="*/ 8670 h 73820"/>
              <a:gd name="connsiteX319" fmla="*/ 2492027 w 2978753"/>
              <a:gd name="connsiteY319" fmla="*/ 18671 h 73820"/>
              <a:gd name="connsiteX320" fmla="*/ 2513458 w 2978753"/>
              <a:gd name="connsiteY320" fmla="*/ 10194 h 73820"/>
              <a:gd name="connsiteX321" fmla="*/ 2526317 w 2978753"/>
              <a:gd name="connsiteY321" fmla="*/ 16290 h 73820"/>
              <a:gd name="connsiteX322" fmla="*/ 2488217 w 2978753"/>
              <a:gd name="connsiteY322" fmla="*/ 23624 h 73820"/>
              <a:gd name="connsiteX323" fmla="*/ 2499075 w 2978753"/>
              <a:gd name="connsiteY323" fmla="*/ 27624 h 73820"/>
              <a:gd name="connsiteX324" fmla="*/ 2468405 w 2978753"/>
              <a:gd name="connsiteY324" fmla="*/ 27624 h 73820"/>
              <a:gd name="connsiteX325" fmla="*/ 2482788 w 2978753"/>
              <a:gd name="connsiteY325" fmla="*/ 29339 h 73820"/>
              <a:gd name="connsiteX326" fmla="*/ 2479930 w 2978753"/>
              <a:gd name="connsiteY326" fmla="*/ 23529 h 73820"/>
              <a:gd name="connsiteX327" fmla="*/ 2441830 w 2978753"/>
              <a:gd name="connsiteY327" fmla="*/ 28672 h 73820"/>
              <a:gd name="connsiteX328" fmla="*/ 2436782 w 2978753"/>
              <a:gd name="connsiteY328" fmla="*/ 36292 h 73820"/>
              <a:gd name="connsiteX329" fmla="*/ 2444973 w 2978753"/>
              <a:gd name="connsiteY329" fmla="*/ 35530 h 73820"/>
              <a:gd name="connsiteX330" fmla="*/ 2436211 w 2978753"/>
              <a:gd name="connsiteY330" fmla="*/ 41150 h 73820"/>
              <a:gd name="connsiteX331" fmla="*/ 2354010 w 2978753"/>
              <a:gd name="connsiteY331" fmla="*/ 36006 h 73820"/>
              <a:gd name="connsiteX332" fmla="*/ 2373536 w 2978753"/>
              <a:gd name="connsiteY332" fmla="*/ 34482 h 73820"/>
              <a:gd name="connsiteX333" fmla="*/ 2361439 w 2978753"/>
              <a:gd name="connsiteY333" fmla="*/ 32101 h 73820"/>
              <a:gd name="connsiteX334" fmla="*/ 2393539 w 2978753"/>
              <a:gd name="connsiteY334" fmla="*/ 35149 h 73820"/>
              <a:gd name="connsiteX335" fmla="*/ 2390585 w 2978753"/>
              <a:gd name="connsiteY335" fmla="*/ 21243 h 73820"/>
              <a:gd name="connsiteX336" fmla="*/ 2334388 w 2978753"/>
              <a:gd name="connsiteY336" fmla="*/ 29434 h 73820"/>
              <a:gd name="connsiteX337" fmla="*/ 2323625 w 2978753"/>
              <a:gd name="connsiteY337" fmla="*/ 25433 h 73820"/>
              <a:gd name="connsiteX338" fmla="*/ 2284858 w 2978753"/>
              <a:gd name="connsiteY338" fmla="*/ 45627 h 73820"/>
              <a:gd name="connsiteX339" fmla="*/ 2316005 w 2978753"/>
              <a:gd name="connsiteY339" fmla="*/ 44389 h 73820"/>
              <a:gd name="connsiteX340" fmla="*/ 2289525 w 2978753"/>
              <a:gd name="connsiteY340" fmla="*/ 51913 h 73820"/>
              <a:gd name="connsiteX341" fmla="*/ 2294478 w 2978753"/>
              <a:gd name="connsiteY341" fmla="*/ 44293 h 73820"/>
              <a:gd name="connsiteX342" fmla="*/ 2282001 w 2978753"/>
              <a:gd name="connsiteY342" fmla="*/ 47817 h 73820"/>
              <a:gd name="connsiteX343" fmla="*/ 2274095 w 2978753"/>
              <a:gd name="connsiteY343" fmla="*/ 41531 h 73820"/>
              <a:gd name="connsiteX344" fmla="*/ 2217421 w 2978753"/>
              <a:gd name="connsiteY344" fmla="*/ 37912 h 73820"/>
              <a:gd name="connsiteX345" fmla="*/ 2214373 w 2978753"/>
              <a:gd name="connsiteY345" fmla="*/ 33149 h 73820"/>
              <a:gd name="connsiteX346" fmla="*/ 2191323 w 2978753"/>
              <a:gd name="connsiteY346" fmla="*/ 49246 h 73820"/>
              <a:gd name="connsiteX347" fmla="*/ 2166272 w 2978753"/>
              <a:gd name="connsiteY347" fmla="*/ 48198 h 73820"/>
              <a:gd name="connsiteX348" fmla="*/ 2160842 w 2978753"/>
              <a:gd name="connsiteY348" fmla="*/ 53723 h 73820"/>
              <a:gd name="connsiteX349" fmla="*/ 2151317 w 2978753"/>
              <a:gd name="connsiteY349" fmla="*/ 49056 h 73820"/>
              <a:gd name="connsiteX350" fmla="*/ 2145296 w 2978753"/>
              <a:gd name="connsiteY350" fmla="*/ 53212 h 73820"/>
              <a:gd name="connsiteX351" fmla="*/ 2144555 w 2978753"/>
              <a:gd name="connsiteY351" fmla="*/ 53723 h 73820"/>
              <a:gd name="connsiteX352" fmla="*/ 2149889 w 2978753"/>
              <a:gd name="connsiteY352" fmla="*/ 34673 h 73820"/>
              <a:gd name="connsiteX353" fmla="*/ 2117790 w 2978753"/>
              <a:gd name="connsiteY353" fmla="*/ 24005 h 73820"/>
              <a:gd name="connsiteX354" fmla="*/ 2122171 w 2978753"/>
              <a:gd name="connsiteY354" fmla="*/ 59438 h 73820"/>
              <a:gd name="connsiteX355" fmla="*/ 2106264 w 2978753"/>
              <a:gd name="connsiteY355" fmla="*/ 54961 h 73820"/>
              <a:gd name="connsiteX356" fmla="*/ 2072070 w 2978753"/>
              <a:gd name="connsiteY356" fmla="*/ 57342 h 73820"/>
              <a:gd name="connsiteX357" fmla="*/ 2081595 w 2978753"/>
              <a:gd name="connsiteY357" fmla="*/ 53914 h 73820"/>
              <a:gd name="connsiteX358" fmla="*/ 2059020 w 2978753"/>
              <a:gd name="connsiteY358" fmla="*/ 56580 h 73820"/>
              <a:gd name="connsiteX359" fmla="*/ 2062735 w 2978753"/>
              <a:gd name="connsiteY359" fmla="*/ 43055 h 73820"/>
              <a:gd name="connsiteX360" fmla="*/ 2021682 w 2978753"/>
              <a:gd name="connsiteY360" fmla="*/ 60104 h 73820"/>
              <a:gd name="connsiteX361" fmla="*/ 2055020 w 2978753"/>
              <a:gd name="connsiteY361" fmla="*/ 53437 h 73820"/>
              <a:gd name="connsiteX362" fmla="*/ 2032732 w 2978753"/>
              <a:gd name="connsiteY362" fmla="*/ 65248 h 73820"/>
              <a:gd name="connsiteX363" fmla="*/ 2002061 w 2978753"/>
              <a:gd name="connsiteY363" fmla="*/ 63343 h 73820"/>
              <a:gd name="connsiteX364" fmla="*/ 2013110 w 2978753"/>
              <a:gd name="connsiteY364" fmla="*/ 58676 h 73820"/>
              <a:gd name="connsiteX365" fmla="*/ 1997489 w 2978753"/>
              <a:gd name="connsiteY365" fmla="*/ 55247 h 73820"/>
              <a:gd name="connsiteX366" fmla="*/ 2050162 w 2978753"/>
              <a:gd name="connsiteY366" fmla="*/ 22862 h 73820"/>
              <a:gd name="connsiteX367" fmla="*/ 2034255 w 2978753"/>
              <a:gd name="connsiteY367" fmla="*/ 26481 h 73820"/>
              <a:gd name="connsiteX368" fmla="*/ 2030350 w 2978753"/>
              <a:gd name="connsiteY368" fmla="*/ 23338 h 73820"/>
              <a:gd name="connsiteX369" fmla="*/ 1985678 w 2978753"/>
              <a:gd name="connsiteY369" fmla="*/ 53914 h 73820"/>
              <a:gd name="connsiteX370" fmla="*/ 1980725 w 2978753"/>
              <a:gd name="connsiteY370" fmla="*/ 38959 h 73820"/>
              <a:gd name="connsiteX371" fmla="*/ 1934243 w 2978753"/>
              <a:gd name="connsiteY371" fmla="*/ 53437 h 73820"/>
              <a:gd name="connsiteX372" fmla="*/ 1943101 w 2978753"/>
              <a:gd name="connsiteY372" fmla="*/ 55913 h 73820"/>
              <a:gd name="connsiteX373" fmla="*/ 1919479 w 2978753"/>
              <a:gd name="connsiteY373" fmla="*/ 56866 h 73820"/>
              <a:gd name="connsiteX374" fmla="*/ 1915764 w 2978753"/>
              <a:gd name="connsiteY374" fmla="*/ 44674 h 73820"/>
              <a:gd name="connsiteX375" fmla="*/ 1895000 w 2978753"/>
              <a:gd name="connsiteY375" fmla="*/ 55437 h 73820"/>
              <a:gd name="connsiteX376" fmla="*/ 1897286 w 2978753"/>
              <a:gd name="connsiteY376" fmla="*/ 43531 h 73820"/>
              <a:gd name="connsiteX377" fmla="*/ 1888332 w 2978753"/>
              <a:gd name="connsiteY377" fmla="*/ 55533 h 73820"/>
              <a:gd name="connsiteX378" fmla="*/ 1862901 w 2978753"/>
              <a:gd name="connsiteY378" fmla="*/ 44865 h 73820"/>
              <a:gd name="connsiteX379" fmla="*/ 1866806 w 2978753"/>
              <a:gd name="connsiteY379" fmla="*/ 55533 h 73820"/>
              <a:gd name="connsiteX380" fmla="*/ 1844327 w 2978753"/>
              <a:gd name="connsiteY380" fmla="*/ 55533 h 73820"/>
              <a:gd name="connsiteX381" fmla="*/ 1852709 w 2978753"/>
              <a:gd name="connsiteY381" fmla="*/ 28101 h 73820"/>
              <a:gd name="connsiteX382" fmla="*/ 1814323 w 2978753"/>
              <a:gd name="connsiteY382" fmla="*/ 55913 h 73820"/>
              <a:gd name="connsiteX383" fmla="*/ 1818514 w 2978753"/>
              <a:gd name="connsiteY383" fmla="*/ 44483 h 73820"/>
              <a:gd name="connsiteX384" fmla="*/ 1790761 w 2978753"/>
              <a:gd name="connsiteY384" fmla="*/ 51997 h 73820"/>
              <a:gd name="connsiteX385" fmla="*/ 1752319 w 2978753"/>
              <a:gd name="connsiteY385" fmla="*/ 52535 h 73820"/>
              <a:gd name="connsiteX386" fmla="*/ 1745946 w 2978753"/>
              <a:gd name="connsiteY386" fmla="*/ 49377 h 73820"/>
              <a:gd name="connsiteX387" fmla="*/ 1730408 w 2978753"/>
              <a:gd name="connsiteY387" fmla="*/ 50389 h 73820"/>
              <a:gd name="connsiteX388" fmla="*/ 1736790 w 2978753"/>
              <a:gd name="connsiteY388" fmla="*/ 49151 h 73820"/>
              <a:gd name="connsiteX389" fmla="*/ 1703166 w 2978753"/>
              <a:gd name="connsiteY389" fmla="*/ 54294 h 73820"/>
              <a:gd name="connsiteX390" fmla="*/ 1718501 w 2978753"/>
              <a:gd name="connsiteY390" fmla="*/ 48580 h 73820"/>
              <a:gd name="connsiteX391" fmla="*/ 1687355 w 2978753"/>
              <a:gd name="connsiteY391" fmla="*/ 58105 h 73820"/>
              <a:gd name="connsiteX392" fmla="*/ 1674591 w 2978753"/>
              <a:gd name="connsiteY392" fmla="*/ 52485 h 73820"/>
              <a:gd name="connsiteX393" fmla="*/ 1647541 w 2978753"/>
              <a:gd name="connsiteY393" fmla="*/ 58199 h 73820"/>
              <a:gd name="connsiteX394" fmla="*/ 1643445 w 2978753"/>
              <a:gd name="connsiteY394" fmla="*/ 53723 h 73820"/>
              <a:gd name="connsiteX395" fmla="*/ 1681545 w 2978753"/>
              <a:gd name="connsiteY395" fmla="*/ 52389 h 73820"/>
              <a:gd name="connsiteX396" fmla="*/ 1683545 w 2978753"/>
              <a:gd name="connsiteY396" fmla="*/ 38292 h 73820"/>
              <a:gd name="connsiteX397" fmla="*/ 1619918 w 2978753"/>
              <a:gd name="connsiteY397" fmla="*/ 58009 h 73820"/>
              <a:gd name="connsiteX398" fmla="*/ 1594200 w 2978753"/>
              <a:gd name="connsiteY398" fmla="*/ 53818 h 73820"/>
              <a:gd name="connsiteX399" fmla="*/ 1593057 w 2978753"/>
              <a:gd name="connsiteY399" fmla="*/ 56485 h 73820"/>
              <a:gd name="connsiteX400" fmla="*/ 1588581 w 2978753"/>
              <a:gd name="connsiteY400" fmla="*/ 49723 h 73820"/>
              <a:gd name="connsiteX401" fmla="*/ 1582675 w 2978753"/>
              <a:gd name="connsiteY401" fmla="*/ 51913 h 73820"/>
              <a:gd name="connsiteX402" fmla="*/ 1584199 w 2978753"/>
              <a:gd name="connsiteY402" fmla="*/ 49436 h 73820"/>
              <a:gd name="connsiteX403" fmla="*/ 1577722 w 2978753"/>
              <a:gd name="connsiteY403" fmla="*/ 51056 h 73820"/>
              <a:gd name="connsiteX404" fmla="*/ 1586104 w 2978753"/>
              <a:gd name="connsiteY404" fmla="*/ 39721 h 73820"/>
              <a:gd name="connsiteX405" fmla="*/ 1593153 w 2978753"/>
              <a:gd name="connsiteY405" fmla="*/ 43436 h 73820"/>
              <a:gd name="connsiteX406" fmla="*/ 1594867 w 2978753"/>
              <a:gd name="connsiteY406" fmla="*/ 33911 h 73820"/>
              <a:gd name="connsiteX407" fmla="*/ 1591247 w 2978753"/>
              <a:gd name="connsiteY407" fmla="*/ 35340 h 73820"/>
              <a:gd name="connsiteX408" fmla="*/ 1594105 w 2978753"/>
              <a:gd name="connsiteY408" fmla="*/ 29720 h 73820"/>
              <a:gd name="connsiteX409" fmla="*/ 1574389 w 2978753"/>
              <a:gd name="connsiteY409" fmla="*/ 33054 h 73820"/>
              <a:gd name="connsiteX410" fmla="*/ 1583914 w 2978753"/>
              <a:gd name="connsiteY410" fmla="*/ 38102 h 73820"/>
              <a:gd name="connsiteX411" fmla="*/ 1568483 w 2978753"/>
              <a:gd name="connsiteY411" fmla="*/ 52485 h 73820"/>
              <a:gd name="connsiteX412" fmla="*/ 1553529 w 2978753"/>
              <a:gd name="connsiteY412" fmla="*/ 48484 h 73820"/>
              <a:gd name="connsiteX413" fmla="*/ 1517524 w 2978753"/>
              <a:gd name="connsiteY413" fmla="*/ 58866 h 73820"/>
              <a:gd name="connsiteX414" fmla="*/ 1518191 w 2978753"/>
              <a:gd name="connsiteY414" fmla="*/ 52771 h 73820"/>
              <a:gd name="connsiteX415" fmla="*/ 1476662 w 2978753"/>
              <a:gd name="connsiteY415" fmla="*/ 50579 h 73820"/>
              <a:gd name="connsiteX416" fmla="*/ 1463422 w 2978753"/>
              <a:gd name="connsiteY416" fmla="*/ 58390 h 73820"/>
              <a:gd name="connsiteX417" fmla="*/ 1462184 w 2978753"/>
              <a:gd name="connsiteY417" fmla="*/ 56009 h 73820"/>
              <a:gd name="connsiteX418" fmla="*/ 1452659 w 2978753"/>
              <a:gd name="connsiteY418" fmla="*/ 60867 h 73820"/>
              <a:gd name="connsiteX419" fmla="*/ 1450754 w 2978753"/>
              <a:gd name="connsiteY419" fmla="*/ 55342 h 73820"/>
              <a:gd name="connsiteX420" fmla="*/ 1406272 w 2978753"/>
              <a:gd name="connsiteY420" fmla="*/ 59152 h 73820"/>
              <a:gd name="connsiteX421" fmla="*/ 1396747 w 2978753"/>
              <a:gd name="connsiteY421" fmla="*/ 67915 h 73820"/>
              <a:gd name="connsiteX422" fmla="*/ 1380078 w 2978753"/>
              <a:gd name="connsiteY422" fmla="*/ 58390 h 73820"/>
              <a:gd name="connsiteX423" fmla="*/ 1364457 w 2978753"/>
              <a:gd name="connsiteY423" fmla="*/ 66010 h 73820"/>
              <a:gd name="connsiteX424" fmla="*/ 1365124 w 2978753"/>
              <a:gd name="connsiteY424" fmla="*/ 59914 h 73820"/>
              <a:gd name="connsiteX425" fmla="*/ 1347884 w 2978753"/>
              <a:gd name="connsiteY425" fmla="*/ 56676 h 73820"/>
              <a:gd name="connsiteX426" fmla="*/ 1330358 w 2978753"/>
              <a:gd name="connsiteY426" fmla="*/ 57914 h 73820"/>
              <a:gd name="connsiteX427" fmla="*/ 1344455 w 2978753"/>
              <a:gd name="connsiteY427" fmla="*/ 72582 h 73820"/>
              <a:gd name="connsiteX428" fmla="*/ 1312165 w 2978753"/>
              <a:gd name="connsiteY428" fmla="*/ 63057 h 73820"/>
              <a:gd name="connsiteX429" fmla="*/ 1324834 w 2978753"/>
              <a:gd name="connsiteY429" fmla="*/ 61438 h 73820"/>
              <a:gd name="connsiteX430" fmla="*/ 1286734 w 2978753"/>
              <a:gd name="connsiteY430" fmla="*/ 57152 h 73820"/>
              <a:gd name="connsiteX431" fmla="*/ 1301592 w 2978753"/>
              <a:gd name="connsiteY431" fmla="*/ 51056 h 73820"/>
              <a:gd name="connsiteX432" fmla="*/ 1288257 w 2978753"/>
              <a:gd name="connsiteY432" fmla="*/ 54199 h 73820"/>
              <a:gd name="connsiteX433" fmla="*/ 1289782 w 2978753"/>
              <a:gd name="connsiteY433" fmla="*/ 51151 h 73820"/>
              <a:gd name="connsiteX434" fmla="*/ 1274732 w 2978753"/>
              <a:gd name="connsiteY434" fmla="*/ 57628 h 73820"/>
              <a:gd name="connsiteX435" fmla="*/ 1250633 w 2978753"/>
              <a:gd name="connsiteY435" fmla="*/ 58676 h 73820"/>
              <a:gd name="connsiteX436" fmla="*/ 1251682 w 2978753"/>
              <a:gd name="connsiteY436" fmla="*/ 56485 h 73820"/>
              <a:gd name="connsiteX437" fmla="*/ 1235870 w 2978753"/>
              <a:gd name="connsiteY437" fmla="*/ 59628 h 73820"/>
              <a:gd name="connsiteX438" fmla="*/ 1228631 w 2978753"/>
              <a:gd name="connsiteY438" fmla="*/ 55247 h 73820"/>
              <a:gd name="connsiteX439" fmla="*/ 1196531 w 2978753"/>
              <a:gd name="connsiteY439" fmla="*/ 62772 h 73820"/>
              <a:gd name="connsiteX440" fmla="*/ 1201485 w 2978753"/>
              <a:gd name="connsiteY440" fmla="*/ 62296 h 73820"/>
              <a:gd name="connsiteX441" fmla="*/ 1193389 w 2978753"/>
              <a:gd name="connsiteY441" fmla="*/ 59533 h 73820"/>
              <a:gd name="connsiteX442" fmla="*/ 1143668 w 2978753"/>
              <a:gd name="connsiteY442" fmla="*/ 73820 h 73820"/>
              <a:gd name="connsiteX443" fmla="*/ 1157765 w 2978753"/>
              <a:gd name="connsiteY443" fmla="*/ 64295 h 73820"/>
              <a:gd name="connsiteX444" fmla="*/ 1149934 w 2978753"/>
              <a:gd name="connsiteY444" fmla="*/ 61928 h 73820"/>
              <a:gd name="connsiteX445" fmla="*/ 1158908 w 2978753"/>
              <a:gd name="connsiteY445" fmla="*/ 60867 h 73820"/>
              <a:gd name="connsiteX446" fmla="*/ 1145478 w 2978753"/>
              <a:gd name="connsiteY446" fmla="*/ 60581 h 73820"/>
              <a:gd name="connsiteX447" fmla="*/ 1149934 w 2978753"/>
              <a:gd name="connsiteY447" fmla="*/ 61928 h 73820"/>
              <a:gd name="connsiteX448" fmla="*/ 1118617 w 2978753"/>
              <a:gd name="connsiteY448" fmla="*/ 65629 h 73820"/>
              <a:gd name="connsiteX449" fmla="*/ 1105854 w 2978753"/>
              <a:gd name="connsiteY449" fmla="*/ 58105 h 73820"/>
              <a:gd name="connsiteX450" fmla="*/ 1095662 w 2978753"/>
              <a:gd name="connsiteY450" fmla="*/ 69058 h 73820"/>
              <a:gd name="connsiteX451" fmla="*/ 1084803 w 2978753"/>
              <a:gd name="connsiteY451" fmla="*/ 62296 h 73820"/>
              <a:gd name="connsiteX452" fmla="*/ 1035369 w 2978753"/>
              <a:gd name="connsiteY452" fmla="*/ 62296 h 73820"/>
              <a:gd name="connsiteX453" fmla="*/ 1028987 w 2978753"/>
              <a:gd name="connsiteY453" fmla="*/ 64295 h 73820"/>
              <a:gd name="connsiteX454" fmla="*/ 980124 w 2978753"/>
              <a:gd name="connsiteY454" fmla="*/ 68582 h 73820"/>
              <a:gd name="connsiteX455" fmla="*/ 971170 w 2978753"/>
              <a:gd name="connsiteY455" fmla="*/ 62772 h 73820"/>
              <a:gd name="connsiteX456" fmla="*/ 947834 w 2978753"/>
              <a:gd name="connsiteY456" fmla="*/ 66867 h 73820"/>
              <a:gd name="connsiteX457" fmla="*/ 959645 w 2978753"/>
              <a:gd name="connsiteY457" fmla="*/ 57342 h 73820"/>
              <a:gd name="connsiteX458" fmla="*/ 943929 w 2978753"/>
              <a:gd name="connsiteY458" fmla="*/ 60390 h 73820"/>
              <a:gd name="connsiteX459" fmla="*/ 946119 w 2978753"/>
              <a:gd name="connsiteY459" fmla="*/ 55913 h 73820"/>
              <a:gd name="connsiteX460" fmla="*/ 921640 w 2978753"/>
              <a:gd name="connsiteY460" fmla="*/ 62296 h 73820"/>
              <a:gd name="connsiteX461" fmla="*/ 928308 w 2978753"/>
              <a:gd name="connsiteY461" fmla="*/ 63343 h 73820"/>
              <a:gd name="connsiteX462" fmla="*/ 899733 w 2978753"/>
              <a:gd name="connsiteY462" fmla="*/ 62676 h 73820"/>
              <a:gd name="connsiteX463" fmla="*/ 904209 w 2978753"/>
              <a:gd name="connsiteY463" fmla="*/ 58295 h 73820"/>
              <a:gd name="connsiteX464" fmla="*/ 919545 w 2978753"/>
              <a:gd name="connsiteY464" fmla="*/ 56104 h 73820"/>
              <a:gd name="connsiteX465" fmla="*/ 907257 w 2978753"/>
              <a:gd name="connsiteY465" fmla="*/ 52389 h 73820"/>
              <a:gd name="connsiteX466" fmla="*/ 893541 w 2978753"/>
              <a:gd name="connsiteY466" fmla="*/ 60867 h 73820"/>
              <a:gd name="connsiteX467" fmla="*/ 862109 w 2978753"/>
              <a:gd name="connsiteY467" fmla="*/ 62200 h 73820"/>
              <a:gd name="connsiteX468" fmla="*/ 864681 w 2978753"/>
              <a:gd name="connsiteY468" fmla="*/ 57056 h 73820"/>
              <a:gd name="connsiteX469" fmla="*/ 852108 w 2978753"/>
              <a:gd name="connsiteY469" fmla="*/ 58676 h 73820"/>
              <a:gd name="connsiteX470" fmla="*/ 862300 w 2978753"/>
              <a:gd name="connsiteY470" fmla="*/ 52294 h 73820"/>
              <a:gd name="connsiteX471" fmla="*/ 830962 w 2978753"/>
              <a:gd name="connsiteY471" fmla="*/ 58295 h 73820"/>
              <a:gd name="connsiteX472" fmla="*/ 830962 w 2978753"/>
              <a:gd name="connsiteY472" fmla="*/ 53723 h 73820"/>
              <a:gd name="connsiteX473" fmla="*/ 809055 w 2978753"/>
              <a:gd name="connsiteY473" fmla="*/ 57723 h 73820"/>
              <a:gd name="connsiteX474" fmla="*/ 802578 w 2978753"/>
              <a:gd name="connsiteY474" fmla="*/ 65153 h 73820"/>
              <a:gd name="connsiteX475" fmla="*/ 782670 w 2978753"/>
              <a:gd name="connsiteY475" fmla="*/ 60104 h 73820"/>
              <a:gd name="connsiteX476" fmla="*/ 793243 w 2978753"/>
              <a:gd name="connsiteY476" fmla="*/ 64867 h 73820"/>
              <a:gd name="connsiteX477" fmla="*/ 739331 w 2978753"/>
              <a:gd name="connsiteY477" fmla="*/ 55342 h 73820"/>
              <a:gd name="connsiteX478" fmla="*/ 756000 w 2978753"/>
              <a:gd name="connsiteY478" fmla="*/ 64105 h 73820"/>
              <a:gd name="connsiteX479" fmla="*/ 718948 w 2978753"/>
              <a:gd name="connsiteY479" fmla="*/ 62486 h 73820"/>
              <a:gd name="connsiteX480" fmla="*/ 727330 w 2978753"/>
              <a:gd name="connsiteY480" fmla="*/ 56580 h 73820"/>
              <a:gd name="connsiteX481" fmla="*/ 714947 w 2978753"/>
              <a:gd name="connsiteY481" fmla="*/ 59343 h 73820"/>
              <a:gd name="connsiteX482" fmla="*/ 715995 w 2978753"/>
              <a:gd name="connsiteY482" fmla="*/ 54770 h 73820"/>
              <a:gd name="connsiteX483" fmla="*/ 677038 w 2978753"/>
              <a:gd name="connsiteY483" fmla="*/ 61438 h 73820"/>
              <a:gd name="connsiteX484" fmla="*/ 658940 w 2978753"/>
              <a:gd name="connsiteY484" fmla="*/ 58676 h 73820"/>
              <a:gd name="connsiteX485" fmla="*/ 698089 w 2978753"/>
              <a:gd name="connsiteY485" fmla="*/ 51342 h 73820"/>
              <a:gd name="connsiteX486" fmla="*/ 680753 w 2978753"/>
              <a:gd name="connsiteY486" fmla="*/ 50484 h 73820"/>
              <a:gd name="connsiteX487" fmla="*/ 692373 w 2978753"/>
              <a:gd name="connsiteY487" fmla="*/ 45912 h 73820"/>
              <a:gd name="connsiteX488" fmla="*/ 648654 w 2978753"/>
              <a:gd name="connsiteY488" fmla="*/ 52389 h 73820"/>
              <a:gd name="connsiteX489" fmla="*/ 670180 w 2978753"/>
              <a:gd name="connsiteY489" fmla="*/ 50675 h 73820"/>
              <a:gd name="connsiteX490" fmla="*/ 654464 w 2978753"/>
              <a:gd name="connsiteY490" fmla="*/ 57819 h 73820"/>
              <a:gd name="connsiteX491" fmla="*/ 626556 w 2978753"/>
              <a:gd name="connsiteY491" fmla="*/ 57152 h 73820"/>
              <a:gd name="connsiteX492" fmla="*/ 631318 w 2978753"/>
              <a:gd name="connsiteY492" fmla="*/ 56485 h 73820"/>
              <a:gd name="connsiteX493" fmla="*/ 592075 w 2978753"/>
              <a:gd name="connsiteY493" fmla="*/ 44198 h 73820"/>
              <a:gd name="connsiteX494" fmla="*/ 571882 w 2978753"/>
              <a:gd name="connsiteY494" fmla="*/ 50484 h 73820"/>
              <a:gd name="connsiteX495" fmla="*/ 589599 w 2978753"/>
              <a:gd name="connsiteY495" fmla="*/ 58009 h 73820"/>
              <a:gd name="connsiteX496" fmla="*/ 532925 w 2978753"/>
              <a:gd name="connsiteY496" fmla="*/ 54580 h 73820"/>
              <a:gd name="connsiteX497" fmla="*/ 536830 w 2978753"/>
              <a:gd name="connsiteY497" fmla="*/ 45055 h 73820"/>
              <a:gd name="connsiteX498" fmla="*/ 516256 w 2978753"/>
              <a:gd name="connsiteY498" fmla="*/ 50865 h 73820"/>
              <a:gd name="connsiteX499" fmla="*/ 512065 w 2978753"/>
              <a:gd name="connsiteY499" fmla="*/ 47341 h 73820"/>
              <a:gd name="connsiteX500" fmla="*/ 480251 w 2978753"/>
              <a:gd name="connsiteY500" fmla="*/ 58581 h 73820"/>
              <a:gd name="connsiteX501" fmla="*/ 476251 w 2978753"/>
              <a:gd name="connsiteY501" fmla="*/ 50961 h 73820"/>
              <a:gd name="connsiteX502" fmla="*/ 455677 w 2978753"/>
              <a:gd name="connsiteY502" fmla="*/ 53914 h 73820"/>
              <a:gd name="connsiteX503" fmla="*/ 456629 w 2978753"/>
              <a:gd name="connsiteY503" fmla="*/ 53437 h 73820"/>
              <a:gd name="connsiteX504" fmla="*/ 408528 w 2978753"/>
              <a:gd name="connsiteY504" fmla="*/ 52865 h 73820"/>
              <a:gd name="connsiteX505" fmla="*/ 411100 w 2978753"/>
              <a:gd name="connsiteY505" fmla="*/ 54961 h 73820"/>
              <a:gd name="connsiteX506" fmla="*/ 301563 w 2978753"/>
              <a:gd name="connsiteY506" fmla="*/ 59724 h 73820"/>
              <a:gd name="connsiteX507" fmla="*/ 313659 w 2978753"/>
              <a:gd name="connsiteY507" fmla="*/ 61438 h 73820"/>
              <a:gd name="connsiteX508" fmla="*/ 279846 w 2978753"/>
              <a:gd name="connsiteY508" fmla="*/ 61438 h 73820"/>
              <a:gd name="connsiteX509" fmla="*/ 287656 w 2978753"/>
              <a:gd name="connsiteY509" fmla="*/ 60581 h 73820"/>
              <a:gd name="connsiteX510" fmla="*/ 274892 w 2978753"/>
              <a:gd name="connsiteY510" fmla="*/ 54104 h 73820"/>
              <a:gd name="connsiteX511" fmla="*/ 271749 w 2978753"/>
              <a:gd name="connsiteY511" fmla="*/ 57723 h 73820"/>
              <a:gd name="connsiteX512" fmla="*/ 268415 w 2978753"/>
              <a:gd name="connsiteY512" fmla="*/ 54866 h 73820"/>
              <a:gd name="connsiteX513" fmla="*/ 259557 w 2978753"/>
              <a:gd name="connsiteY513" fmla="*/ 60009 h 73820"/>
              <a:gd name="connsiteX514" fmla="*/ 194501 w 2978753"/>
              <a:gd name="connsiteY514" fmla="*/ 49436 h 73820"/>
              <a:gd name="connsiteX515" fmla="*/ 208884 w 2978753"/>
              <a:gd name="connsiteY515" fmla="*/ 57438 h 73820"/>
              <a:gd name="connsiteX516" fmla="*/ 195168 w 2978753"/>
              <a:gd name="connsiteY516" fmla="*/ 54294 h 73820"/>
              <a:gd name="connsiteX517" fmla="*/ 198026 w 2978753"/>
              <a:gd name="connsiteY517" fmla="*/ 58771 h 73820"/>
              <a:gd name="connsiteX518" fmla="*/ 111444 w 2978753"/>
              <a:gd name="connsiteY518" fmla="*/ 53342 h 73820"/>
              <a:gd name="connsiteX519" fmla="*/ 112873 w 2978753"/>
              <a:gd name="connsiteY519" fmla="*/ 52294 h 73820"/>
              <a:gd name="connsiteX520" fmla="*/ 88869 w 2978753"/>
              <a:gd name="connsiteY520" fmla="*/ 55342 h 73820"/>
              <a:gd name="connsiteX521" fmla="*/ 90393 w 2978753"/>
              <a:gd name="connsiteY521" fmla="*/ 50294 h 73820"/>
              <a:gd name="connsiteX522" fmla="*/ 34958 w 2978753"/>
              <a:gd name="connsiteY522" fmla="*/ 49818 h 73820"/>
              <a:gd name="connsiteX523" fmla="*/ 20385 w 2978753"/>
              <a:gd name="connsiteY523" fmla="*/ 24957 h 73820"/>
              <a:gd name="connsiteX524" fmla="*/ 0 w 2978753"/>
              <a:gd name="connsiteY524" fmla="*/ 20004 h 73820"/>
              <a:gd name="connsiteX525" fmla="*/ 5906 w 2978753"/>
              <a:gd name="connsiteY525" fmla="*/ 14479 h 73820"/>
              <a:gd name="connsiteX526" fmla="*/ 8192 w 2978753"/>
              <a:gd name="connsiteY526" fmla="*/ 20575 h 73820"/>
              <a:gd name="connsiteX527" fmla="*/ 0 w 2978753"/>
              <a:gd name="connsiteY527" fmla="*/ 20004 h 73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Lst>
            <a:rect l="l" t="t" r="r" b="b"/>
            <a:pathLst>
              <a:path w="2978753" h="73820">
                <a:moveTo>
                  <a:pt x="2974276" y="12098"/>
                </a:moveTo>
                <a:cubicBezTo>
                  <a:pt x="2974205" y="11002"/>
                  <a:pt x="2975038" y="9669"/>
                  <a:pt x="2978753" y="9240"/>
                </a:cubicBezTo>
                <a:cubicBezTo>
                  <a:pt x="2978087" y="9907"/>
                  <a:pt x="2979611" y="13526"/>
                  <a:pt x="2975229" y="13526"/>
                </a:cubicBezTo>
                <a:cubicBezTo>
                  <a:pt x="2975324" y="14050"/>
                  <a:pt x="2974348" y="13193"/>
                  <a:pt x="2974276" y="12098"/>
                </a:cubicBezTo>
                <a:close/>
                <a:moveTo>
                  <a:pt x="2893766" y="25770"/>
                </a:moveTo>
                <a:lnTo>
                  <a:pt x="2904529" y="21770"/>
                </a:lnTo>
                <a:lnTo>
                  <a:pt x="2903196" y="23485"/>
                </a:lnTo>
                <a:close/>
                <a:moveTo>
                  <a:pt x="2834736" y="22575"/>
                </a:moveTo>
                <a:cubicBezTo>
                  <a:pt x="2849518" y="22937"/>
                  <a:pt x="2864301" y="22051"/>
                  <a:pt x="2878932" y="19908"/>
                </a:cubicBezTo>
                <a:lnTo>
                  <a:pt x="2873407" y="25432"/>
                </a:lnTo>
                <a:lnTo>
                  <a:pt x="2871407" y="23908"/>
                </a:lnTo>
                <a:cubicBezTo>
                  <a:pt x="2859310" y="21432"/>
                  <a:pt x="2841118" y="29338"/>
                  <a:pt x="2834736" y="22575"/>
                </a:cubicBezTo>
                <a:close/>
                <a:moveTo>
                  <a:pt x="2831306" y="29622"/>
                </a:moveTo>
                <a:cubicBezTo>
                  <a:pt x="2830830" y="27432"/>
                  <a:pt x="2841403" y="30385"/>
                  <a:pt x="2844451" y="29242"/>
                </a:cubicBezTo>
                <a:lnTo>
                  <a:pt x="2838354" y="31528"/>
                </a:lnTo>
                <a:close/>
                <a:moveTo>
                  <a:pt x="2798540" y="7811"/>
                </a:moveTo>
                <a:cubicBezTo>
                  <a:pt x="2801969" y="8002"/>
                  <a:pt x="2803970" y="8002"/>
                  <a:pt x="2805494" y="8002"/>
                </a:cubicBezTo>
                <a:lnTo>
                  <a:pt x="2807018" y="8668"/>
                </a:lnTo>
                <a:cubicBezTo>
                  <a:pt x="2790730" y="10097"/>
                  <a:pt x="2800826" y="10478"/>
                  <a:pt x="2798540" y="7811"/>
                </a:cubicBezTo>
                <a:close/>
                <a:moveTo>
                  <a:pt x="2784635" y="12383"/>
                </a:moveTo>
                <a:cubicBezTo>
                  <a:pt x="2802636" y="11431"/>
                  <a:pt x="2805208" y="16193"/>
                  <a:pt x="2787301" y="17146"/>
                </a:cubicBezTo>
                <a:cubicBezTo>
                  <a:pt x="2796731" y="14764"/>
                  <a:pt x="2789873" y="13907"/>
                  <a:pt x="2784635" y="12383"/>
                </a:cubicBezTo>
                <a:close/>
                <a:moveTo>
                  <a:pt x="2772442" y="9525"/>
                </a:moveTo>
                <a:cubicBezTo>
                  <a:pt x="2767108" y="6954"/>
                  <a:pt x="2764917" y="5430"/>
                  <a:pt x="2774728" y="4096"/>
                </a:cubicBezTo>
                <a:cubicBezTo>
                  <a:pt x="2771584" y="5239"/>
                  <a:pt x="2779966" y="5620"/>
                  <a:pt x="2781967" y="7144"/>
                </a:cubicBezTo>
                <a:close/>
                <a:moveTo>
                  <a:pt x="2768442" y="13431"/>
                </a:moveTo>
                <a:lnTo>
                  <a:pt x="2778728" y="11335"/>
                </a:lnTo>
                <a:cubicBezTo>
                  <a:pt x="2774347" y="12764"/>
                  <a:pt x="2772251" y="14764"/>
                  <a:pt x="2773109" y="12669"/>
                </a:cubicBezTo>
                <a:cubicBezTo>
                  <a:pt x="2769870" y="16764"/>
                  <a:pt x="2769775" y="14574"/>
                  <a:pt x="2768442" y="13431"/>
                </a:cubicBezTo>
                <a:close/>
                <a:moveTo>
                  <a:pt x="2759083" y="22912"/>
                </a:moveTo>
                <a:lnTo>
                  <a:pt x="2779467" y="17578"/>
                </a:lnTo>
                <a:lnTo>
                  <a:pt x="2762417" y="22817"/>
                </a:lnTo>
                <a:close/>
                <a:moveTo>
                  <a:pt x="2713768" y="6001"/>
                </a:moveTo>
                <a:cubicBezTo>
                  <a:pt x="2714244" y="8097"/>
                  <a:pt x="2721007" y="9049"/>
                  <a:pt x="2724626" y="10001"/>
                </a:cubicBezTo>
                <a:lnTo>
                  <a:pt x="2717673" y="11716"/>
                </a:lnTo>
                <a:cubicBezTo>
                  <a:pt x="2716911" y="9811"/>
                  <a:pt x="2713197" y="7430"/>
                  <a:pt x="2713768" y="6001"/>
                </a:cubicBezTo>
                <a:close/>
                <a:moveTo>
                  <a:pt x="2697290" y="22956"/>
                </a:moveTo>
                <a:cubicBezTo>
                  <a:pt x="2695766" y="23527"/>
                  <a:pt x="2706815" y="28575"/>
                  <a:pt x="2715387" y="30004"/>
                </a:cubicBezTo>
                <a:lnTo>
                  <a:pt x="2716911" y="29433"/>
                </a:lnTo>
                <a:cubicBezTo>
                  <a:pt x="2726436" y="31433"/>
                  <a:pt x="2718816" y="33338"/>
                  <a:pt x="2715768" y="34385"/>
                </a:cubicBezTo>
                <a:cubicBezTo>
                  <a:pt x="2715768" y="33052"/>
                  <a:pt x="2720150" y="32290"/>
                  <a:pt x="2715768" y="31052"/>
                </a:cubicBezTo>
                <a:cubicBezTo>
                  <a:pt x="2713006" y="30719"/>
                  <a:pt x="2710206" y="31357"/>
                  <a:pt x="2707863" y="32862"/>
                </a:cubicBezTo>
                <a:cubicBezTo>
                  <a:pt x="2703595" y="30452"/>
                  <a:pt x="2699976" y="27052"/>
                  <a:pt x="2697290" y="22956"/>
                </a:cubicBezTo>
                <a:close/>
                <a:moveTo>
                  <a:pt x="2695671" y="18574"/>
                </a:moveTo>
                <a:lnTo>
                  <a:pt x="2707481" y="15717"/>
                </a:lnTo>
                <a:cubicBezTo>
                  <a:pt x="2704433" y="16860"/>
                  <a:pt x="2706719" y="18384"/>
                  <a:pt x="2706719" y="19527"/>
                </a:cubicBezTo>
                <a:close/>
                <a:moveTo>
                  <a:pt x="2690789" y="20721"/>
                </a:moveTo>
                <a:lnTo>
                  <a:pt x="2692122" y="19007"/>
                </a:lnTo>
                <a:lnTo>
                  <a:pt x="2696218" y="19388"/>
                </a:lnTo>
                <a:close/>
                <a:moveTo>
                  <a:pt x="2681383" y="9049"/>
                </a:moveTo>
                <a:cubicBezTo>
                  <a:pt x="2684583" y="9297"/>
                  <a:pt x="2687516" y="10887"/>
                  <a:pt x="2689479" y="13431"/>
                </a:cubicBezTo>
                <a:lnTo>
                  <a:pt x="2685478" y="13145"/>
                </a:lnTo>
                <a:close/>
                <a:moveTo>
                  <a:pt x="2670024" y="8339"/>
                </a:moveTo>
                <a:lnTo>
                  <a:pt x="2680501" y="3291"/>
                </a:lnTo>
                <a:lnTo>
                  <a:pt x="2674596" y="6625"/>
                </a:lnTo>
                <a:close/>
                <a:moveTo>
                  <a:pt x="2651761" y="14670"/>
                </a:moveTo>
                <a:cubicBezTo>
                  <a:pt x="2653760" y="13621"/>
                  <a:pt x="2655865" y="12793"/>
                  <a:pt x="2658047" y="12193"/>
                </a:cubicBezTo>
                <a:cubicBezTo>
                  <a:pt x="2658533" y="12650"/>
                  <a:pt x="2659076" y="13031"/>
                  <a:pt x="2659666" y="13336"/>
                </a:cubicBezTo>
                <a:cubicBezTo>
                  <a:pt x="2657066" y="13955"/>
                  <a:pt x="2654418" y="14403"/>
                  <a:pt x="2651761" y="14670"/>
                </a:cubicBezTo>
                <a:close/>
                <a:moveTo>
                  <a:pt x="2640426" y="26860"/>
                </a:moveTo>
                <a:lnTo>
                  <a:pt x="2658142" y="24860"/>
                </a:lnTo>
                <a:cubicBezTo>
                  <a:pt x="2656904" y="26480"/>
                  <a:pt x="2659094" y="29146"/>
                  <a:pt x="2649474" y="28289"/>
                </a:cubicBezTo>
                <a:lnTo>
                  <a:pt x="2649474" y="30385"/>
                </a:lnTo>
                <a:close/>
                <a:moveTo>
                  <a:pt x="2627281" y="5048"/>
                </a:moveTo>
                <a:cubicBezTo>
                  <a:pt x="2633310" y="2343"/>
                  <a:pt x="2639749" y="638"/>
                  <a:pt x="2646331" y="0"/>
                </a:cubicBezTo>
                <a:cubicBezTo>
                  <a:pt x="2641663" y="1714"/>
                  <a:pt x="2652045" y="3619"/>
                  <a:pt x="2647664" y="6382"/>
                </a:cubicBezTo>
                <a:lnTo>
                  <a:pt x="2627678" y="5075"/>
                </a:lnTo>
                <a:close/>
                <a:moveTo>
                  <a:pt x="2621281" y="14193"/>
                </a:moveTo>
                <a:cubicBezTo>
                  <a:pt x="2626671" y="14260"/>
                  <a:pt x="2632034" y="13488"/>
                  <a:pt x="2637187" y="11907"/>
                </a:cubicBezTo>
                <a:lnTo>
                  <a:pt x="2640330" y="15335"/>
                </a:lnTo>
                <a:lnTo>
                  <a:pt x="2651760" y="14669"/>
                </a:lnTo>
                <a:cubicBezTo>
                  <a:pt x="2648598" y="16307"/>
                  <a:pt x="2644969" y="16812"/>
                  <a:pt x="2641473" y="16097"/>
                </a:cubicBezTo>
                <a:lnTo>
                  <a:pt x="2640330" y="15336"/>
                </a:lnTo>
                <a:lnTo>
                  <a:pt x="2640331" y="15336"/>
                </a:lnTo>
                <a:cubicBezTo>
                  <a:pt x="2633968" y="15326"/>
                  <a:pt x="2627605" y="14946"/>
                  <a:pt x="2621281" y="14193"/>
                </a:cubicBezTo>
                <a:close/>
                <a:moveTo>
                  <a:pt x="2610136" y="12288"/>
                </a:moveTo>
                <a:lnTo>
                  <a:pt x="2610612" y="12288"/>
                </a:lnTo>
                <a:lnTo>
                  <a:pt x="2610313" y="12319"/>
                </a:lnTo>
                <a:close/>
                <a:moveTo>
                  <a:pt x="2589277" y="14479"/>
                </a:moveTo>
                <a:lnTo>
                  <a:pt x="2610313" y="12319"/>
                </a:lnTo>
                <a:lnTo>
                  <a:pt x="2610612" y="12371"/>
                </a:lnTo>
                <a:lnTo>
                  <a:pt x="2621090" y="14192"/>
                </a:lnTo>
                <a:cubicBezTo>
                  <a:pt x="2617232" y="14288"/>
                  <a:pt x="2613374" y="14640"/>
                  <a:pt x="2609565" y="15241"/>
                </a:cubicBezTo>
                <a:cubicBezTo>
                  <a:pt x="2625185" y="17527"/>
                  <a:pt x="2597753" y="20860"/>
                  <a:pt x="2619090" y="19812"/>
                </a:cubicBezTo>
                <a:cubicBezTo>
                  <a:pt x="2611469" y="21622"/>
                  <a:pt x="2615089" y="25051"/>
                  <a:pt x="2601944" y="25051"/>
                </a:cubicBezTo>
                <a:cubicBezTo>
                  <a:pt x="2595372" y="20575"/>
                  <a:pt x="2606135" y="18860"/>
                  <a:pt x="2609660" y="14764"/>
                </a:cubicBezTo>
                <a:cubicBezTo>
                  <a:pt x="2602869" y="15221"/>
                  <a:pt x="2596049" y="15126"/>
                  <a:pt x="2589277" y="14479"/>
                </a:cubicBezTo>
                <a:close/>
                <a:moveTo>
                  <a:pt x="2587942" y="37626"/>
                </a:moveTo>
                <a:cubicBezTo>
                  <a:pt x="2581179" y="36291"/>
                  <a:pt x="2586133" y="34577"/>
                  <a:pt x="2592324" y="34863"/>
                </a:cubicBezTo>
                <a:lnTo>
                  <a:pt x="2592800" y="36958"/>
                </a:lnTo>
                <a:cubicBezTo>
                  <a:pt x="2591276" y="37626"/>
                  <a:pt x="2589561" y="37053"/>
                  <a:pt x="2587942" y="37626"/>
                </a:cubicBezTo>
                <a:close/>
                <a:moveTo>
                  <a:pt x="2564416" y="14669"/>
                </a:moveTo>
                <a:cubicBezTo>
                  <a:pt x="2564416" y="13336"/>
                  <a:pt x="2566416" y="12002"/>
                  <a:pt x="2573941" y="10097"/>
                </a:cubicBezTo>
                <a:cubicBezTo>
                  <a:pt x="2578818" y="12602"/>
                  <a:pt x="2584056" y="14336"/>
                  <a:pt x="2589466" y="15241"/>
                </a:cubicBezTo>
                <a:lnTo>
                  <a:pt x="2584990" y="15241"/>
                </a:lnTo>
                <a:lnTo>
                  <a:pt x="2586609" y="15145"/>
                </a:lnTo>
                <a:close/>
                <a:moveTo>
                  <a:pt x="2553819" y="14721"/>
                </a:moveTo>
                <a:lnTo>
                  <a:pt x="2564106" y="8530"/>
                </a:lnTo>
                <a:lnTo>
                  <a:pt x="2561725" y="12912"/>
                </a:lnTo>
                <a:close/>
                <a:moveTo>
                  <a:pt x="2533650" y="38957"/>
                </a:moveTo>
                <a:cubicBezTo>
                  <a:pt x="2530506" y="32004"/>
                  <a:pt x="2554890" y="29813"/>
                  <a:pt x="2548890" y="25146"/>
                </a:cubicBezTo>
                <a:cubicBezTo>
                  <a:pt x="2556034" y="27147"/>
                  <a:pt x="2553462" y="30385"/>
                  <a:pt x="2567940" y="28480"/>
                </a:cubicBezTo>
                <a:cubicBezTo>
                  <a:pt x="2577084" y="25051"/>
                  <a:pt x="2556700" y="22289"/>
                  <a:pt x="2552890" y="20288"/>
                </a:cubicBezTo>
                <a:lnTo>
                  <a:pt x="2564129" y="14860"/>
                </a:lnTo>
                <a:lnTo>
                  <a:pt x="2563178" y="14098"/>
                </a:lnTo>
                <a:lnTo>
                  <a:pt x="2564130" y="14193"/>
                </a:lnTo>
                <a:lnTo>
                  <a:pt x="2564130" y="14859"/>
                </a:lnTo>
                <a:lnTo>
                  <a:pt x="2564130" y="14859"/>
                </a:lnTo>
                <a:cubicBezTo>
                  <a:pt x="2573369" y="21813"/>
                  <a:pt x="2580322" y="34195"/>
                  <a:pt x="2569750" y="37052"/>
                </a:cubicBezTo>
                <a:cubicBezTo>
                  <a:pt x="2558986" y="32957"/>
                  <a:pt x="2546413" y="36481"/>
                  <a:pt x="2545651" y="40291"/>
                </a:cubicBezTo>
                <a:cubicBezTo>
                  <a:pt x="2542127" y="39243"/>
                  <a:pt x="2546699" y="37624"/>
                  <a:pt x="2546318" y="36481"/>
                </a:cubicBezTo>
                <a:close/>
                <a:moveTo>
                  <a:pt x="2533436" y="11959"/>
                </a:moveTo>
                <a:lnTo>
                  <a:pt x="2539532" y="9673"/>
                </a:lnTo>
                <a:lnTo>
                  <a:pt x="2538675" y="13388"/>
                </a:lnTo>
                <a:close/>
                <a:moveTo>
                  <a:pt x="2505742" y="24004"/>
                </a:moveTo>
                <a:cubicBezTo>
                  <a:pt x="2513647" y="22194"/>
                  <a:pt x="2521553" y="20384"/>
                  <a:pt x="2519458" y="25813"/>
                </a:cubicBezTo>
                <a:lnTo>
                  <a:pt x="2520696" y="25813"/>
                </a:lnTo>
                <a:cubicBezTo>
                  <a:pt x="2513266" y="26576"/>
                  <a:pt x="2506599" y="27813"/>
                  <a:pt x="2505742" y="24004"/>
                </a:cubicBezTo>
                <a:close/>
                <a:moveTo>
                  <a:pt x="2505527" y="36628"/>
                </a:moveTo>
                <a:lnTo>
                  <a:pt x="2509623" y="32723"/>
                </a:lnTo>
                <a:lnTo>
                  <a:pt x="2512290" y="37581"/>
                </a:lnTo>
                <a:close/>
                <a:moveTo>
                  <a:pt x="2485263" y="10192"/>
                </a:moveTo>
                <a:lnTo>
                  <a:pt x="2495931" y="9049"/>
                </a:lnTo>
                <a:cubicBezTo>
                  <a:pt x="2492597" y="9049"/>
                  <a:pt x="2494597" y="10383"/>
                  <a:pt x="2494788" y="11716"/>
                </a:cubicBezTo>
                <a:cubicBezTo>
                  <a:pt x="2491759" y="10544"/>
                  <a:pt x="2488511" y="10020"/>
                  <a:pt x="2485263" y="10192"/>
                </a:cubicBezTo>
                <a:close/>
                <a:moveTo>
                  <a:pt x="2484191" y="37677"/>
                </a:moveTo>
                <a:lnTo>
                  <a:pt x="2492573" y="37963"/>
                </a:lnTo>
                <a:lnTo>
                  <a:pt x="2496097" y="39011"/>
                </a:lnTo>
                <a:close/>
                <a:moveTo>
                  <a:pt x="2452783" y="33243"/>
                </a:moveTo>
                <a:cubicBezTo>
                  <a:pt x="2452783" y="31814"/>
                  <a:pt x="2460784" y="32767"/>
                  <a:pt x="2467832" y="32957"/>
                </a:cubicBezTo>
                <a:cubicBezTo>
                  <a:pt x="2466022" y="33243"/>
                  <a:pt x="2464689" y="33720"/>
                  <a:pt x="2464689" y="34577"/>
                </a:cubicBezTo>
                <a:close/>
                <a:moveTo>
                  <a:pt x="2438400" y="11050"/>
                </a:moveTo>
                <a:lnTo>
                  <a:pt x="2445258" y="10383"/>
                </a:lnTo>
                <a:cubicBezTo>
                  <a:pt x="2444972" y="11050"/>
                  <a:pt x="2445353" y="11050"/>
                  <a:pt x="2446401" y="11050"/>
                </a:cubicBezTo>
                <a:cubicBezTo>
                  <a:pt x="2443733" y="10850"/>
                  <a:pt x="2441067" y="10850"/>
                  <a:pt x="2438400" y="11050"/>
                </a:cubicBezTo>
                <a:close/>
                <a:moveTo>
                  <a:pt x="2425541" y="11431"/>
                </a:moveTo>
                <a:cubicBezTo>
                  <a:pt x="2429494" y="9645"/>
                  <a:pt x="2435352" y="8144"/>
                  <a:pt x="2433352" y="10573"/>
                </a:cubicBezTo>
                <a:cubicBezTo>
                  <a:pt x="2431351" y="9049"/>
                  <a:pt x="2432685" y="14955"/>
                  <a:pt x="2429161" y="14002"/>
                </a:cubicBezTo>
                <a:cubicBezTo>
                  <a:pt x="2419541" y="15288"/>
                  <a:pt x="2421588" y="13216"/>
                  <a:pt x="2425541" y="11431"/>
                </a:cubicBezTo>
                <a:close/>
                <a:moveTo>
                  <a:pt x="2399730" y="15527"/>
                </a:moveTo>
                <a:lnTo>
                  <a:pt x="2408025" y="16552"/>
                </a:lnTo>
                <a:lnTo>
                  <a:pt x="2408016" y="16575"/>
                </a:lnTo>
                <a:lnTo>
                  <a:pt x="2408207" y="16575"/>
                </a:lnTo>
                <a:lnTo>
                  <a:pt x="2408025" y="16552"/>
                </a:lnTo>
                <a:lnTo>
                  <a:pt x="2408778" y="14575"/>
                </a:lnTo>
                <a:cubicBezTo>
                  <a:pt x="2407636" y="15814"/>
                  <a:pt x="2403921" y="15814"/>
                  <a:pt x="2399730" y="15527"/>
                </a:cubicBezTo>
                <a:close/>
                <a:moveTo>
                  <a:pt x="2358962" y="47626"/>
                </a:moveTo>
                <a:lnTo>
                  <a:pt x="2358962" y="41721"/>
                </a:lnTo>
                <a:cubicBezTo>
                  <a:pt x="2360428" y="43512"/>
                  <a:pt x="2362428" y="44778"/>
                  <a:pt x="2364676" y="45340"/>
                </a:cubicBezTo>
                <a:close/>
                <a:moveTo>
                  <a:pt x="2312480" y="33624"/>
                </a:moveTo>
                <a:lnTo>
                  <a:pt x="2325434" y="32290"/>
                </a:lnTo>
                <a:cubicBezTo>
                  <a:pt x="2327434" y="33909"/>
                  <a:pt x="2322672" y="34481"/>
                  <a:pt x="2319528" y="35623"/>
                </a:cubicBezTo>
                <a:cubicBezTo>
                  <a:pt x="2314766" y="36290"/>
                  <a:pt x="2311146" y="35338"/>
                  <a:pt x="2312480" y="33624"/>
                </a:cubicBezTo>
                <a:close/>
                <a:moveTo>
                  <a:pt x="2285429" y="11621"/>
                </a:moveTo>
                <a:cubicBezTo>
                  <a:pt x="2290925" y="11878"/>
                  <a:pt x="2296392" y="12716"/>
                  <a:pt x="2301716" y="14098"/>
                </a:cubicBezTo>
                <a:cubicBezTo>
                  <a:pt x="2299716" y="17526"/>
                  <a:pt x="2293334" y="14002"/>
                  <a:pt x="2285429" y="11621"/>
                </a:cubicBezTo>
                <a:close/>
                <a:moveTo>
                  <a:pt x="2266474" y="11621"/>
                </a:moveTo>
                <a:cubicBezTo>
                  <a:pt x="2272588" y="9335"/>
                  <a:pt x="2279313" y="9335"/>
                  <a:pt x="2285428" y="11621"/>
                </a:cubicBezTo>
                <a:cubicBezTo>
                  <a:pt x="2280237" y="11431"/>
                  <a:pt x="2275036" y="11745"/>
                  <a:pt x="2269902" y="12574"/>
                </a:cubicBezTo>
                <a:cubicBezTo>
                  <a:pt x="2268740" y="12345"/>
                  <a:pt x="2267588" y="12031"/>
                  <a:pt x="2266474" y="11621"/>
                </a:cubicBezTo>
                <a:close/>
                <a:moveTo>
                  <a:pt x="2132243" y="40059"/>
                </a:moveTo>
                <a:lnTo>
                  <a:pt x="2135005" y="30342"/>
                </a:lnTo>
                <a:lnTo>
                  <a:pt x="2135481" y="40059"/>
                </a:lnTo>
                <a:close/>
                <a:moveTo>
                  <a:pt x="1959424" y="57270"/>
                </a:moveTo>
                <a:cubicBezTo>
                  <a:pt x="1961269" y="56508"/>
                  <a:pt x="1964817" y="56246"/>
                  <a:pt x="1969485" y="55056"/>
                </a:cubicBezTo>
                <a:cubicBezTo>
                  <a:pt x="1965770" y="57056"/>
                  <a:pt x="1980724" y="57056"/>
                  <a:pt x="1977105" y="59437"/>
                </a:cubicBezTo>
                <a:cubicBezTo>
                  <a:pt x="1963198" y="56484"/>
                  <a:pt x="1974914" y="64771"/>
                  <a:pt x="1959578" y="62485"/>
                </a:cubicBezTo>
                <a:cubicBezTo>
                  <a:pt x="1957435" y="59294"/>
                  <a:pt x="1957578" y="58032"/>
                  <a:pt x="1959424" y="57270"/>
                </a:cubicBezTo>
                <a:close/>
                <a:moveTo>
                  <a:pt x="1956150" y="8287"/>
                </a:moveTo>
                <a:cubicBezTo>
                  <a:pt x="1955293" y="4001"/>
                  <a:pt x="1963769" y="9526"/>
                  <a:pt x="1971390" y="13050"/>
                </a:cubicBezTo>
                <a:cubicBezTo>
                  <a:pt x="1967189" y="11964"/>
                  <a:pt x="1962817" y="11735"/>
                  <a:pt x="1958531" y="12383"/>
                </a:cubicBezTo>
                <a:close/>
                <a:moveTo>
                  <a:pt x="1826419" y="59056"/>
                </a:moveTo>
                <a:lnTo>
                  <a:pt x="1838039" y="43721"/>
                </a:lnTo>
                <a:lnTo>
                  <a:pt x="1843849" y="55627"/>
                </a:lnTo>
                <a:cubicBezTo>
                  <a:pt x="1837829" y="53827"/>
                  <a:pt x="1831305" y="55113"/>
                  <a:pt x="1826419" y="59056"/>
                </a:cubicBezTo>
                <a:close/>
                <a:moveTo>
                  <a:pt x="1749077" y="52580"/>
                </a:moveTo>
                <a:lnTo>
                  <a:pt x="1752319" y="52535"/>
                </a:lnTo>
                <a:lnTo>
                  <a:pt x="1752410" y="52580"/>
                </a:lnTo>
                <a:close/>
                <a:moveTo>
                  <a:pt x="1583246" y="37625"/>
                </a:moveTo>
                <a:lnTo>
                  <a:pt x="1590579" y="34862"/>
                </a:lnTo>
                <a:lnTo>
                  <a:pt x="1585436" y="38863"/>
                </a:lnTo>
                <a:close/>
                <a:moveTo>
                  <a:pt x="1349693" y="66580"/>
                </a:moveTo>
                <a:cubicBezTo>
                  <a:pt x="1354360" y="66866"/>
                  <a:pt x="1356646" y="66961"/>
                  <a:pt x="1358170" y="68580"/>
                </a:cubicBezTo>
                <a:lnTo>
                  <a:pt x="1357408" y="70009"/>
                </a:lnTo>
                <a:close/>
                <a:moveTo>
                  <a:pt x="1316642" y="58866"/>
                </a:moveTo>
                <a:cubicBezTo>
                  <a:pt x="1319214" y="61533"/>
                  <a:pt x="1326357" y="58581"/>
                  <a:pt x="1329881" y="57628"/>
                </a:cubicBezTo>
                <a:cubicBezTo>
                  <a:pt x="1323785" y="56104"/>
                  <a:pt x="1320642" y="53532"/>
                  <a:pt x="1316642" y="58866"/>
                </a:cubicBezTo>
                <a:close/>
                <a:moveTo>
                  <a:pt x="1222034" y="60727"/>
                </a:moveTo>
                <a:lnTo>
                  <a:pt x="1226320" y="66347"/>
                </a:lnTo>
                <a:lnTo>
                  <a:pt x="1224034" y="66251"/>
                </a:lnTo>
                <a:close/>
                <a:moveTo>
                  <a:pt x="1111091" y="72580"/>
                </a:moveTo>
                <a:cubicBezTo>
                  <a:pt x="1109758" y="65532"/>
                  <a:pt x="1115663" y="72771"/>
                  <a:pt x="1125664" y="71819"/>
                </a:cubicBezTo>
                <a:cubicBezTo>
                  <a:pt x="1121092" y="71533"/>
                  <a:pt x="1115663" y="72580"/>
                  <a:pt x="1111091" y="72580"/>
                </a:cubicBezTo>
                <a:close/>
                <a:moveTo>
                  <a:pt x="864848" y="30546"/>
                </a:moveTo>
                <a:lnTo>
                  <a:pt x="864871" y="30482"/>
                </a:lnTo>
                <a:lnTo>
                  <a:pt x="866776" y="31339"/>
                </a:lnTo>
                <a:close/>
                <a:moveTo>
                  <a:pt x="17884" y="12245"/>
                </a:moveTo>
                <a:lnTo>
                  <a:pt x="27790" y="14245"/>
                </a:lnTo>
                <a:lnTo>
                  <a:pt x="24266" y="15483"/>
                </a:lnTo>
                <a:close/>
                <a:moveTo>
                  <a:pt x="11717" y="26005"/>
                </a:moveTo>
                <a:cubicBezTo>
                  <a:pt x="14574" y="19528"/>
                  <a:pt x="39054" y="25815"/>
                  <a:pt x="44102" y="19528"/>
                </a:cubicBezTo>
                <a:lnTo>
                  <a:pt x="71534" y="25910"/>
                </a:lnTo>
                <a:cubicBezTo>
                  <a:pt x="70772" y="23624"/>
                  <a:pt x="75153" y="20195"/>
                  <a:pt x="70772" y="19433"/>
                </a:cubicBezTo>
                <a:cubicBezTo>
                  <a:pt x="77535" y="19338"/>
                  <a:pt x="83535" y="19052"/>
                  <a:pt x="74582" y="15814"/>
                </a:cubicBezTo>
                <a:cubicBezTo>
                  <a:pt x="140304" y="31149"/>
                  <a:pt x="207741" y="16290"/>
                  <a:pt x="272416" y="24386"/>
                </a:cubicBezTo>
                <a:cubicBezTo>
                  <a:pt x="276607" y="23910"/>
                  <a:pt x="274035" y="21719"/>
                  <a:pt x="272416" y="20385"/>
                </a:cubicBezTo>
                <a:cubicBezTo>
                  <a:pt x="284323" y="26005"/>
                  <a:pt x="283751" y="17337"/>
                  <a:pt x="290323" y="16480"/>
                </a:cubicBezTo>
                <a:lnTo>
                  <a:pt x="307754" y="24862"/>
                </a:lnTo>
                <a:cubicBezTo>
                  <a:pt x="314802" y="22386"/>
                  <a:pt x="309278" y="19814"/>
                  <a:pt x="309754" y="18099"/>
                </a:cubicBezTo>
                <a:cubicBezTo>
                  <a:pt x="342806" y="16480"/>
                  <a:pt x="374905" y="24672"/>
                  <a:pt x="401670" y="19719"/>
                </a:cubicBezTo>
                <a:cubicBezTo>
                  <a:pt x="410529" y="22671"/>
                  <a:pt x="399956" y="26386"/>
                  <a:pt x="411195" y="27434"/>
                </a:cubicBezTo>
                <a:cubicBezTo>
                  <a:pt x="396051" y="18862"/>
                  <a:pt x="443676" y="23433"/>
                  <a:pt x="434151" y="17337"/>
                </a:cubicBezTo>
                <a:cubicBezTo>
                  <a:pt x="445009" y="26481"/>
                  <a:pt x="474537" y="19242"/>
                  <a:pt x="469679" y="32006"/>
                </a:cubicBezTo>
                <a:cubicBezTo>
                  <a:pt x="483109" y="32768"/>
                  <a:pt x="480823" y="26577"/>
                  <a:pt x="476918" y="25433"/>
                </a:cubicBezTo>
                <a:cubicBezTo>
                  <a:pt x="490662" y="26643"/>
                  <a:pt x="504521" y="25481"/>
                  <a:pt x="517875" y="22004"/>
                </a:cubicBezTo>
                <a:cubicBezTo>
                  <a:pt x="526733" y="24957"/>
                  <a:pt x="589027" y="18956"/>
                  <a:pt x="602933" y="28481"/>
                </a:cubicBezTo>
                <a:cubicBezTo>
                  <a:pt x="593408" y="22481"/>
                  <a:pt x="602933" y="25243"/>
                  <a:pt x="612458" y="22481"/>
                </a:cubicBezTo>
                <a:lnTo>
                  <a:pt x="604267" y="16956"/>
                </a:lnTo>
                <a:lnTo>
                  <a:pt x="624746" y="17623"/>
                </a:lnTo>
                <a:cubicBezTo>
                  <a:pt x="628937" y="16861"/>
                  <a:pt x="630080" y="17623"/>
                  <a:pt x="630080" y="17623"/>
                </a:cubicBezTo>
                <a:cubicBezTo>
                  <a:pt x="633604" y="17909"/>
                  <a:pt x="629222" y="20766"/>
                  <a:pt x="638081" y="22195"/>
                </a:cubicBezTo>
                <a:cubicBezTo>
                  <a:pt x="645930" y="22681"/>
                  <a:pt x="653740" y="20748"/>
                  <a:pt x="660465" y="16670"/>
                </a:cubicBezTo>
                <a:lnTo>
                  <a:pt x="658274" y="15814"/>
                </a:lnTo>
                <a:lnTo>
                  <a:pt x="667799" y="15337"/>
                </a:lnTo>
                <a:cubicBezTo>
                  <a:pt x="674752" y="15432"/>
                  <a:pt x="643129" y="20766"/>
                  <a:pt x="665894" y="23624"/>
                </a:cubicBezTo>
                <a:cubicBezTo>
                  <a:pt x="666656" y="22100"/>
                  <a:pt x="679610" y="14861"/>
                  <a:pt x="685706" y="18766"/>
                </a:cubicBezTo>
                <a:cubicBezTo>
                  <a:pt x="674085" y="18480"/>
                  <a:pt x="675514" y="22290"/>
                  <a:pt x="679800" y="23910"/>
                </a:cubicBezTo>
                <a:lnTo>
                  <a:pt x="696183" y="23910"/>
                </a:lnTo>
                <a:lnTo>
                  <a:pt x="690754" y="16861"/>
                </a:lnTo>
                <a:cubicBezTo>
                  <a:pt x="737522" y="17242"/>
                  <a:pt x="786100" y="22290"/>
                  <a:pt x="836010" y="21814"/>
                </a:cubicBezTo>
                <a:cubicBezTo>
                  <a:pt x="835677" y="25005"/>
                  <a:pt x="844512" y="25148"/>
                  <a:pt x="852858" y="25612"/>
                </a:cubicBezTo>
                <a:lnTo>
                  <a:pt x="864848" y="30546"/>
                </a:lnTo>
                <a:lnTo>
                  <a:pt x="863490" y="34280"/>
                </a:lnTo>
                <a:cubicBezTo>
                  <a:pt x="867205" y="35816"/>
                  <a:pt x="873635" y="37102"/>
                  <a:pt x="878397" y="36578"/>
                </a:cubicBezTo>
                <a:cubicBezTo>
                  <a:pt x="868014" y="33721"/>
                  <a:pt x="897065" y="27624"/>
                  <a:pt x="871729" y="26291"/>
                </a:cubicBezTo>
                <a:lnTo>
                  <a:pt x="891351" y="22004"/>
                </a:lnTo>
                <a:cubicBezTo>
                  <a:pt x="902209" y="4860"/>
                  <a:pt x="943643" y="23433"/>
                  <a:pt x="973361" y="17909"/>
                </a:cubicBezTo>
                <a:cubicBezTo>
                  <a:pt x="972132" y="18176"/>
                  <a:pt x="971066" y="18928"/>
                  <a:pt x="970408" y="20005"/>
                </a:cubicBezTo>
                <a:cubicBezTo>
                  <a:pt x="996792" y="14575"/>
                  <a:pt x="1029558" y="24672"/>
                  <a:pt x="1035749" y="21909"/>
                </a:cubicBezTo>
                <a:lnTo>
                  <a:pt x="1038035" y="26672"/>
                </a:lnTo>
                <a:cubicBezTo>
                  <a:pt x="1054533" y="19795"/>
                  <a:pt x="1072735" y="18061"/>
                  <a:pt x="1090233" y="21719"/>
                </a:cubicBezTo>
                <a:cubicBezTo>
                  <a:pt x="1089851" y="22481"/>
                  <a:pt x="1086709" y="23814"/>
                  <a:pt x="1090995" y="24862"/>
                </a:cubicBezTo>
                <a:cubicBezTo>
                  <a:pt x="1100501" y="19385"/>
                  <a:pt x="1111569" y="17270"/>
                  <a:pt x="1122427" y="18862"/>
                </a:cubicBezTo>
                <a:lnTo>
                  <a:pt x="1121665" y="20290"/>
                </a:lnTo>
                <a:lnTo>
                  <a:pt x="1150240" y="19528"/>
                </a:lnTo>
                <a:cubicBezTo>
                  <a:pt x="1150049" y="34101"/>
                  <a:pt x="1199675" y="10670"/>
                  <a:pt x="1208342" y="26386"/>
                </a:cubicBezTo>
                <a:cubicBezTo>
                  <a:pt x="1213962" y="22195"/>
                  <a:pt x="1234822" y="20861"/>
                  <a:pt x="1244347" y="18766"/>
                </a:cubicBezTo>
                <a:cubicBezTo>
                  <a:pt x="1244442" y="19433"/>
                  <a:pt x="1245014" y="20099"/>
                  <a:pt x="1246633" y="20766"/>
                </a:cubicBezTo>
                <a:cubicBezTo>
                  <a:pt x="1257682" y="12765"/>
                  <a:pt x="1278542" y="23147"/>
                  <a:pt x="1290829" y="22290"/>
                </a:cubicBezTo>
                <a:cubicBezTo>
                  <a:pt x="1298830" y="20385"/>
                  <a:pt x="1295306" y="17909"/>
                  <a:pt x="1291877" y="15432"/>
                </a:cubicBezTo>
                <a:cubicBezTo>
                  <a:pt x="1307689" y="21624"/>
                  <a:pt x="1335501" y="8574"/>
                  <a:pt x="1341216" y="11146"/>
                </a:cubicBezTo>
                <a:cubicBezTo>
                  <a:pt x="1352837" y="11813"/>
                  <a:pt x="1345598" y="16766"/>
                  <a:pt x="1348741" y="20005"/>
                </a:cubicBezTo>
                <a:cubicBezTo>
                  <a:pt x="1365982" y="18576"/>
                  <a:pt x="1345883" y="6765"/>
                  <a:pt x="1368934" y="12575"/>
                </a:cubicBezTo>
                <a:cubicBezTo>
                  <a:pt x="1366267" y="13242"/>
                  <a:pt x="1361314" y="13718"/>
                  <a:pt x="1363219" y="14575"/>
                </a:cubicBezTo>
                <a:cubicBezTo>
                  <a:pt x="1372077" y="15814"/>
                  <a:pt x="1387794" y="32577"/>
                  <a:pt x="1396556" y="29244"/>
                </a:cubicBezTo>
                <a:lnTo>
                  <a:pt x="1390842" y="26577"/>
                </a:lnTo>
                <a:cubicBezTo>
                  <a:pt x="1406844" y="22862"/>
                  <a:pt x="1428846" y="38197"/>
                  <a:pt x="1431418" y="28672"/>
                </a:cubicBezTo>
                <a:lnTo>
                  <a:pt x="1429894" y="24100"/>
                </a:lnTo>
                <a:cubicBezTo>
                  <a:pt x="1457612" y="30101"/>
                  <a:pt x="1441229" y="22290"/>
                  <a:pt x="1469804" y="27529"/>
                </a:cubicBezTo>
                <a:lnTo>
                  <a:pt x="1469804" y="28291"/>
                </a:lnTo>
                <a:cubicBezTo>
                  <a:pt x="1482091" y="27434"/>
                  <a:pt x="1488664" y="33149"/>
                  <a:pt x="1494664" y="25815"/>
                </a:cubicBezTo>
                <a:lnTo>
                  <a:pt x="1490473" y="24767"/>
                </a:lnTo>
                <a:cubicBezTo>
                  <a:pt x="1505713" y="23814"/>
                  <a:pt x="1507047" y="24767"/>
                  <a:pt x="1522477" y="24767"/>
                </a:cubicBezTo>
                <a:cubicBezTo>
                  <a:pt x="1526239" y="23671"/>
                  <a:pt x="1530240" y="23671"/>
                  <a:pt x="1534002" y="24767"/>
                </a:cubicBezTo>
                <a:cubicBezTo>
                  <a:pt x="1534669" y="18671"/>
                  <a:pt x="1569912" y="22386"/>
                  <a:pt x="1576770" y="22386"/>
                </a:cubicBezTo>
                <a:cubicBezTo>
                  <a:pt x="1564292" y="23243"/>
                  <a:pt x="1570388" y="25815"/>
                  <a:pt x="1573817" y="28291"/>
                </a:cubicBezTo>
                <a:cubicBezTo>
                  <a:pt x="1580199" y="23357"/>
                  <a:pt x="1588876" y="22614"/>
                  <a:pt x="1596010" y="26386"/>
                </a:cubicBezTo>
                <a:cubicBezTo>
                  <a:pt x="1597439" y="18862"/>
                  <a:pt x="1599439" y="10765"/>
                  <a:pt x="1619156" y="10289"/>
                </a:cubicBezTo>
                <a:cubicBezTo>
                  <a:pt x="1616108" y="11432"/>
                  <a:pt x="1611345" y="12003"/>
                  <a:pt x="1613346" y="13622"/>
                </a:cubicBezTo>
                <a:cubicBezTo>
                  <a:pt x="1615346" y="15242"/>
                  <a:pt x="1619918" y="13527"/>
                  <a:pt x="1621442" y="12956"/>
                </a:cubicBezTo>
                <a:cubicBezTo>
                  <a:pt x="1623442" y="14480"/>
                  <a:pt x="1617060" y="15718"/>
                  <a:pt x="1619251" y="18385"/>
                </a:cubicBezTo>
                <a:cubicBezTo>
                  <a:pt x="1632586" y="11051"/>
                  <a:pt x="1642587" y="17813"/>
                  <a:pt x="1661637" y="15242"/>
                </a:cubicBezTo>
                <a:cubicBezTo>
                  <a:pt x="1655541" y="17528"/>
                  <a:pt x="1660780" y="19052"/>
                  <a:pt x="1662971" y="21624"/>
                </a:cubicBezTo>
                <a:cubicBezTo>
                  <a:pt x="1664399" y="13051"/>
                  <a:pt x="1689355" y="29148"/>
                  <a:pt x="1682021" y="18004"/>
                </a:cubicBezTo>
                <a:cubicBezTo>
                  <a:pt x="1719835" y="24672"/>
                  <a:pt x="1778033" y="18480"/>
                  <a:pt x="1792797" y="25624"/>
                </a:cubicBezTo>
                <a:cubicBezTo>
                  <a:pt x="1796797" y="28767"/>
                  <a:pt x="1807274" y="23624"/>
                  <a:pt x="1813942" y="23624"/>
                </a:cubicBezTo>
                <a:lnTo>
                  <a:pt x="1812990" y="27338"/>
                </a:lnTo>
                <a:cubicBezTo>
                  <a:pt x="1831468" y="20385"/>
                  <a:pt x="1827373" y="24767"/>
                  <a:pt x="1848994" y="17813"/>
                </a:cubicBezTo>
                <a:cubicBezTo>
                  <a:pt x="1840040" y="22290"/>
                  <a:pt x="1843755" y="24386"/>
                  <a:pt x="1852804" y="27910"/>
                </a:cubicBezTo>
                <a:lnTo>
                  <a:pt x="1867759" y="20099"/>
                </a:lnTo>
                <a:lnTo>
                  <a:pt x="1870616" y="25910"/>
                </a:lnTo>
                <a:cubicBezTo>
                  <a:pt x="1877055" y="24176"/>
                  <a:pt x="1883817" y="24014"/>
                  <a:pt x="1890333" y="25433"/>
                </a:cubicBezTo>
                <a:cubicBezTo>
                  <a:pt x="1887094" y="25529"/>
                  <a:pt x="1889094" y="26005"/>
                  <a:pt x="1889094" y="27148"/>
                </a:cubicBezTo>
                <a:cubicBezTo>
                  <a:pt x="1892333" y="18956"/>
                  <a:pt x="1918908" y="19909"/>
                  <a:pt x="1923099" y="16099"/>
                </a:cubicBezTo>
                <a:cubicBezTo>
                  <a:pt x="1929766" y="24005"/>
                  <a:pt x="1940910" y="14099"/>
                  <a:pt x="1945768" y="21528"/>
                </a:cubicBezTo>
                <a:cubicBezTo>
                  <a:pt x="1948359" y="20309"/>
                  <a:pt x="1951074" y="19376"/>
                  <a:pt x="1953864" y="18766"/>
                </a:cubicBezTo>
                <a:cubicBezTo>
                  <a:pt x="1950626" y="15242"/>
                  <a:pt x="1949483" y="11432"/>
                  <a:pt x="1955483" y="13146"/>
                </a:cubicBezTo>
                <a:lnTo>
                  <a:pt x="1956912" y="13146"/>
                </a:lnTo>
                <a:lnTo>
                  <a:pt x="1959484" y="17718"/>
                </a:lnTo>
                <a:cubicBezTo>
                  <a:pt x="1964932" y="16804"/>
                  <a:pt x="1970438" y="16261"/>
                  <a:pt x="1975962" y="16099"/>
                </a:cubicBezTo>
                <a:cubicBezTo>
                  <a:pt x="1973819" y="15575"/>
                  <a:pt x="1971743" y="14804"/>
                  <a:pt x="1969771" y="13813"/>
                </a:cubicBezTo>
                <a:cubicBezTo>
                  <a:pt x="1972343" y="14480"/>
                  <a:pt x="1974819" y="15337"/>
                  <a:pt x="1977105" y="16099"/>
                </a:cubicBezTo>
                <a:lnTo>
                  <a:pt x="1978058" y="16099"/>
                </a:lnTo>
                <a:lnTo>
                  <a:pt x="1979296" y="16099"/>
                </a:lnTo>
                <a:lnTo>
                  <a:pt x="1990917" y="16099"/>
                </a:lnTo>
                <a:cubicBezTo>
                  <a:pt x="2012348" y="23147"/>
                  <a:pt x="2038542" y="6574"/>
                  <a:pt x="2062164" y="16099"/>
                </a:cubicBezTo>
                <a:cubicBezTo>
                  <a:pt x="2059020" y="14956"/>
                  <a:pt x="2053972" y="14480"/>
                  <a:pt x="2052639" y="16099"/>
                </a:cubicBezTo>
                <a:cubicBezTo>
                  <a:pt x="2072355" y="15718"/>
                  <a:pt x="2091977" y="22290"/>
                  <a:pt x="2104455" y="18766"/>
                </a:cubicBezTo>
                <a:lnTo>
                  <a:pt x="2103598" y="14480"/>
                </a:lnTo>
                <a:cubicBezTo>
                  <a:pt x="2115942" y="12489"/>
                  <a:pt x="2128429" y="11470"/>
                  <a:pt x="2140936" y="11432"/>
                </a:cubicBezTo>
                <a:lnTo>
                  <a:pt x="2141602" y="6574"/>
                </a:lnTo>
                <a:cubicBezTo>
                  <a:pt x="2158557" y="8384"/>
                  <a:pt x="2194942" y="1049"/>
                  <a:pt x="2205325" y="10574"/>
                </a:cubicBezTo>
                <a:cubicBezTo>
                  <a:pt x="2209801" y="6860"/>
                  <a:pt x="2228851" y="11908"/>
                  <a:pt x="2238376" y="10574"/>
                </a:cubicBezTo>
                <a:lnTo>
                  <a:pt x="2240853" y="14289"/>
                </a:lnTo>
                <a:cubicBezTo>
                  <a:pt x="2250139" y="15204"/>
                  <a:pt x="2259503" y="14785"/>
                  <a:pt x="2268666" y="13051"/>
                </a:cubicBezTo>
                <a:cubicBezTo>
                  <a:pt x="2294192" y="20766"/>
                  <a:pt x="2317815" y="13146"/>
                  <a:pt x="2340103" y="13718"/>
                </a:cubicBezTo>
                <a:lnTo>
                  <a:pt x="2340103" y="14765"/>
                </a:lnTo>
                <a:lnTo>
                  <a:pt x="2362677" y="12194"/>
                </a:lnTo>
                <a:cubicBezTo>
                  <a:pt x="2356772" y="15527"/>
                  <a:pt x="2367154" y="9813"/>
                  <a:pt x="2373917" y="10765"/>
                </a:cubicBezTo>
                <a:cubicBezTo>
                  <a:pt x="2383061" y="9213"/>
                  <a:pt x="2392434" y="9737"/>
                  <a:pt x="2401349" y="12289"/>
                </a:cubicBezTo>
                <a:lnTo>
                  <a:pt x="2415732" y="12289"/>
                </a:lnTo>
                <a:cubicBezTo>
                  <a:pt x="2399730" y="14765"/>
                  <a:pt x="2416874" y="17528"/>
                  <a:pt x="2417732" y="21814"/>
                </a:cubicBezTo>
                <a:lnTo>
                  <a:pt x="2427257" y="18385"/>
                </a:lnTo>
                <a:cubicBezTo>
                  <a:pt x="2430972" y="20481"/>
                  <a:pt x="2421352" y="21719"/>
                  <a:pt x="2428114" y="22671"/>
                </a:cubicBezTo>
                <a:cubicBezTo>
                  <a:pt x="2434305" y="20385"/>
                  <a:pt x="2452498" y="20481"/>
                  <a:pt x="2458213" y="16099"/>
                </a:cubicBezTo>
                <a:cubicBezTo>
                  <a:pt x="2456499" y="14680"/>
                  <a:pt x="2454479" y="13670"/>
                  <a:pt x="2452308" y="13146"/>
                </a:cubicBezTo>
                <a:lnTo>
                  <a:pt x="2452403" y="13146"/>
                </a:lnTo>
                <a:cubicBezTo>
                  <a:pt x="2453327" y="12679"/>
                  <a:pt x="2454184" y="12099"/>
                  <a:pt x="2454974" y="11432"/>
                </a:cubicBezTo>
                <a:cubicBezTo>
                  <a:pt x="2466405" y="12384"/>
                  <a:pt x="2461833" y="10574"/>
                  <a:pt x="2461833" y="8670"/>
                </a:cubicBezTo>
                <a:cubicBezTo>
                  <a:pt x="2474787" y="15337"/>
                  <a:pt x="2482502" y="10860"/>
                  <a:pt x="2492027" y="18671"/>
                </a:cubicBezTo>
                <a:cubicBezTo>
                  <a:pt x="2478502" y="10194"/>
                  <a:pt x="2521840" y="18576"/>
                  <a:pt x="2513458" y="10194"/>
                </a:cubicBezTo>
                <a:cubicBezTo>
                  <a:pt x="2523174" y="16956"/>
                  <a:pt x="2520030" y="10480"/>
                  <a:pt x="2526317" y="16290"/>
                </a:cubicBezTo>
                <a:cubicBezTo>
                  <a:pt x="2513258" y="16185"/>
                  <a:pt x="2500304" y="18680"/>
                  <a:pt x="2488217" y="23624"/>
                </a:cubicBezTo>
                <a:lnTo>
                  <a:pt x="2499075" y="27624"/>
                </a:lnTo>
                <a:cubicBezTo>
                  <a:pt x="2492027" y="35530"/>
                  <a:pt x="2474882" y="25052"/>
                  <a:pt x="2468405" y="27624"/>
                </a:cubicBezTo>
                <a:cubicBezTo>
                  <a:pt x="2472786" y="25910"/>
                  <a:pt x="2482788" y="27624"/>
                  <a:pt x="2482788" y="29339"/>
                </a:cubicBezTo>
                <a:lnTo>
                  <a:pt x="2479930" y="23529"/>
                </a:lnTo>
                <a:cubicBezTo>
                  <a:pt x="2467005" y="22357"/>
                  <a:pt x="2453984" y="24110"/>
                  <a:pt x="2441830" y="28672"/>
                </a:cubicBezTo>
                <a:cubicBezTo>
                  <a:pt x="2452117" y="30577"/>
                  <a:pt x="2429257" y="32196"/>
                  <a:pt x="2436782" y="36292"/>
                </a:cubicBezTo>
                <a:lnTo>
                  <a:pt x="2444973" y="35530"/>
                </a:lnTo>
                <a:cubicBezTo>
                  <a:pt x="2448688" y="37626"/>
                  <a:pt x="2440782" y="39435"/>
                  <a:pt x="2436211" y="41150"/>
                </a:cubicBezTo>
                <a:cubicBezTo>
                  <a:pt x="2410398" y="36863"/>
                  <a:pt x="2363535" y="40578"/>
                  <a:pt x="2354010" y="36006"/>
                </a:cubicBezTo>
                <a:cubicBezTo>
                  <a:pt x="2360544" y="37092"/>
                  <a:pt x="2367250" y="36568"/>
                  <a:pt x="2373536" y="34482"/>
                </a:cubicBezTo>
                <a:lnTo>
                  <a:pt x="2361439" y="32101"/>
                </a:lnTo>
                <a:cubicBezTo>
                  <a:pt x="2371250" y="31815"/>
                  <a:pt x="2379061" y="37054"/>
                  <a:pt x="2393539" y="35149"/>
                </a:cubicBezTo>
                <a:cubicBezTo>
                  <a:pt x="2390585" y="31434"/>
                  <a:pt x="2401539" y="26386"/>
                  <a:pt x="2390585" y="21243"/>
                </a:cubicBezTo>
                <a:cubicBezTo>
                  <a:pt x="2362963" y="15432"/>
                  <a:pt x="2367821" y="30863"/>
                  <a:pt x="2334388" y="29434"/>
                </a:cubicBezTo>
                <a:cubicBezTo>
                  <a:pt x="2331340" y="30577"/>
                  <a:pt x="2341341" y="23433"/>
                  <a:pt x="2323625" y="25433"/>
                </a:cubicBezTo>
                <a:cubicBezTo>
                  <a:pt x="2301241" y="29148"/>
                  <a:pt x="2284858" y="37530"/>
                  <a:pt x="2284858" y="45627"/>
                </a:cubicBezTo>
                <a:cubicBezTo>
                  <a:pt x="2294288" y="43246"/>
                  <a:pt x="2313148" y="38483"/>
                  <a:pt x="2316005" y="44389"/>
                </a:cubicBezTo>
                <a:cubicBezTo>
                  <a:pt x="2306575" y="46674"/>
                  <a:pt x="2290383" y="48103"/>
                  <a:pt x="2289525" y="51913"/>
                </a:cubicBezTo>
                <a:cubicBezTo>
                  <a:pt x="2279810" y="45150"/>
                  <a:pt x="2307242" y="49913"/>
                  <a:pt x="2294478" y="44293"/>
                </a:cubicBezTo>
                <a:cubicBezTo>
                  <a:pt x="2290107" y="44522"/>
                  <a:pt x="2285849" y="45722"/>
                  <a:pt x="2282001" y="47817"/>
                </a:cubicBezTo>
                <a:cubicBezTo>
                  <a:pt x="2286382" y="44960"/>
                  <a:pt x="2276095" y="43055"/>
                  <a:pt x="2274095" y="41531"/>
                </a:cubicBezTo>
                <a:cubicBezTo>
                  <a:pt x="2252664" y="41436"/>
                  <a:pt x="2240377" y="38483"/>
                  <a:pt x="2217421" y="37912"/>
                </a:cubicBezTo>
                <a:cubicBezTo>
                  <a:pt x="2216183" y="36959"/>
                  <a:pt x="2213707" y="34768"/>
                  <a:pt x="2214373" y="33149"/>
                </a:cubicBezTo>
                <a:cubicBezTo>
                  <a:pt x="2203133" y="34958"/>
                  <a:pt x="2187132" y="45055"/>
                  <a:pt x="2191323" y="49246"/>
                </a:cubicBezTo>
                <a:cubicBezTo>
                  <a:pt x="2178178" y="49532"/>
                  <a:pt x="2177416" y="46388"/>
                  <a:pt x="2166272" y="48198"/>
                </a:cubicBezTo>
                <a:cubicBezTo>
                  <a:pt x="2184179" y="54294"/>
                  <a:pt x="2162748" y="47246"/>
                  <a:pt x="2160842" y="53723"/>
                </a:cubicBezTo>
                <a:cubicBezTo>
                  <a:pt x="2149127" y="54485"/>
                  <a:pt x="2156557" y="50579"/>
                  <a:pt x="2151317" y="49056"/>
                </a:cubicBezTo>
                <a:lnTo>
                  <a:pt x="2145296" y="53212"/>
                </a:lnTo>
                <a:lnTo>
                  <a:pt x="2144555" y="53723"/>
                </a:lnTo>
                <a:cubicBezTo>
                  <a:pt x="2137507" y="48294"/>
                  <a:pt x="2158176" y="40388"/>
                  <a:pt x="2149889" y="34673"/>
                </a:cubicBezTo>
                <a:cubicBezTo>
                  <a:pt x="2139469" y="30329"/>
                  <a:pt x="2128743" y="26758"/>
                  <a:pt x="2117790" y="24005"/>
                </a:cubicBezTo>
                <a:cubicBezTo>
                  <a:pt x="2112646" y="29530"/>
                  <a:pt x="2113980" y="52104"/>
                  <a:pt x="2122171" y="59438"/>
                </a:cubicBezTo>
                <a:cubicBezTo>
                  <a:pt x="2121314" y="63248"/>
                  <a:pt x="2111313" y="55437"/>
                  <a:pt x="2106264" y="54961"/>
                </a:cubicBezTo>
                <a:cubicBezTo>
                  <a:pt x="2091786" y="48865"/>
                  <a:pt x="2084166" y="59819"/>
                  <a:pt x="2072070" y="57342"/>
                </a:cubicBezTo>
                <a:lnTo>
                  <a:pt x="2081595" y="53914"/>
                </a:lnTo>
                <a:cubicBezTo>
                  <a:pt x="2073965" y="53008"/>
                  <a:pt x="2066231" y="53923"/>
                  <a:pt x="2059020" y="56580"/>
                </a:cubicBezTo>
                <a:cubicBezTo>
                  <a:pt x="2058544" y="54485"/>
                  <a:pt x="2068260" y="45627"/>
                  <a:pt x="2062735" y="43055"/>
                </a:cubicBezTo>
                <a:cubicBezTo>
                  <a:pt x="2040732" y="41912"/>
                  <a:pt x="2020349" y="53723"/>
                  <a:pt x="2021682" y="60104"/>
                </a:cubicBezTo>
                <a:lnTo>
                  <a:pt x="2055020" y="53437"/>
                </a:lnTo>
                <a:cubicBezTo>
                  <a:pt x="2056163" y="58771"/>
                  <a:pt x="2031398" y="58771"/>
                  <a:pt x="2032732" y="65248"/>
                </a:cubicBezTo>
                <a:lnTo>
                  <a:pt x="2002061" y="63343"/>
                </a:lnTo>
                <a:cubicBezTo>
                  <a:pt x="2005966" y="63152"/>
                  <a:pt x="2017777" y="61629"/>
                  <a:pt x="2013110" y="58676"/>
                </a:cubicBezTo>
                <a:cubicBezTo>
                  <a:pt x="1999966" y="58961"/>
                  <a:pt x="2006347" y="57723"/>
                  <a:pt x="1997489" y="55247"/>
                </a:cubicBezTo>
                <a:cubicBezTo>
                  <a:pt x="2016063" y="46208"/>
                  <a:pt x="2033703" y="35359"/>
                  <a:pt x="2050162" y="22862"/>
                </a:cubicBezTo>
                <a:lnTo>
                  <a:pt x="2034255" y="26481"/>
                </a:lnTo>
                <a:lnTo>
                  <a:pt x="2030350" y="23338"/>
                </a:lnTo>
                <a:cubicBezTo>
                  <a:pt x="2009681" y="27529"/>
                  <a:pt x="1991107" y="48484"/>
                  <a:pt x="1985678" y="53914"/>
                </a:cubicBezTo>
                <a:cubicBezTo>
                  <a:pt x="1973772" y="52580"/>
                  <a:pt x="1977963" y="41150"/>
                  <a:pt x="1980725" y="38959"/>
                </a:cubicBezTo>
                <a:cubicBezTo>
                  <a:pt x="1957484" y="38388"/>
                  <a:pt x="1957770" y="55056"/>
                  <a:pt x="1934243" y="53437"/>
                </a:cubicBezTo>
                <a:lnTo>
                  <a:pt x="1943101" y="55913"/>
                </a:lnTo>
                <a:cubicBezTo>
                  <a:pt x="1937482" y="56866"/>
                  <a:pt x="1917383" y="54770"/>
                  <a:pt x="1919479" y="56866"/>
                </a:cubicBezTo>
                <a:cubicBezTo>
                  <a:pt x="1914812" y="54199"/>
                  <a:pt x="1910621" y="46674"/>
                  <a:pt x="1915764" y="44674"/>
                </a:cubicBezTo>
                <a:lnTo>
                  <a:pt x="1895000" y="55437"/>
                </a:lnTo>
                <a:cubicBezTo>
                  <a:pt x="1898048" y="54294"/>
                  <a:pt x="1896047" y="45150"/>
                  <a:pt x="1897286" y="43531"/>
                </a:cubicBezTo>
                <a:cubicBezTo>
                  <a:pt x="1888999" y="43150"/>
                  <a:pt x="1883094" y="54104"/>
                  <a:pt x="1888332" y="55533"/>
                </a:cubicBezTo>
                <a:cubicBezTo>
                  <a:pt x="1879455" y="53028"/>
                  <a:pt x="1870911" y="49446"/>
                  <a:pt x="1862901" y="44865"/>
                </a:cubicBezTo>
                <a:cubicBezTo>
                  <a:pt x="1858043" y="45436"/>
                  <a:pt x="1863281" y="54580"/>
                  <a:pt x="1866806" y="55533"/>
                </a:cubicBezTo>
                <a:cubicBezTo>
                  <a:pt x="1859424" y="57323"/>
                  <a:pt x="1851709" y="57323"/>
                  <a:pt x="1844327" y="55533"/>
                </a:cubicBezTo>
                <a:cubicBezTo>
                  <a:pt x="1862234" y="51627"/>
                  <a:pt x="1849280" y="35054"/>
                  <a:pt x="1852709" y="28101"/>
                </a:cubicBezTo>
                <a:lnTo>
                  <a:pt x="1814323" y="55913"/>
                </a:lnTo>
                <a:cubicBezTo>
                  <a:pt x="1816295" y="52342"/>
                  <a:pt x="1817705" y="48484"/>
                  <a:pt x="1818514" y="44483"/>
                </a:cubicBezTo>
                <a:cubicBezTo>
                  <a:pt x="1816895" y="48532"/>
                  <a:pt x="1804989" y="50842"/>
                  <a:pt x="1790761" y="51997"/>
                </a:cubicBezTo>
                <a:lnTo>
                  <a:pt x="1752319" y="52535"/>
                </a:lnTo>
                <a:lnTo>
                  <a:pt x="1745946" y="49377"/>
                </a:lnTo>
                <a:cubicBezTo>
                  <a:pt x="1740862" y="48817"/>
                  <a:pt x="1734266" y="48960"/>
                  <a:pt x="1730408" y="50389"/>
                </a:cubicBezTo>
                <a:cubicBezTo>
                  <a:pt x="1731741" y="49151"/>
                  <a:pt x="1733456" y="49151"/>
                  <a:pt x="1736790" y="49151"/>
                </a:cubicBezTo>
                <a:cubicBezTo>
                  <a:pt x="1722216" y="43055"/>
                  <a:pt x="1717930" y="61438"/>
                  <a:pt x="1703166" y="54294"/>
                </a:cubicBezTo>
                <a:cubicBezTo>
                  <a:pt x="1716501" y="55056"/>
                  <a:pt x="1719168" y="51722"/>
                  <a:pt x="1718501" y="48580"/>
                </a:cubicBezTo>
                <a:cubicBezTo>
                  <a:pt x="1707548" y="51818"/>
                  <a:pt x="1682021" y="48580"/>
                  <a:pt x="1687355" y="58105"/>
                </a:cubicBezTo>
                <a:cubicBezTo>
                  <a:pt x="1680307" y="56104"/>
                  <a:pt x="1674020" y="57342"/>
                  <a:pt x="1674591" y="52485"/>
                </a:cubicBezTo>
                <a:lnTo>
                  <a:pt x="1647541" y="58199"/>
                </a:lnTo>
                <a:cubicBezTo>
                  <a:pt x="1649540" y="57247"/>
                  <a:pt x="1651350" y="54390"/>
                  <a:pt x="1643445" y="53723"/>
                </a:cubicBezTo>
                <a:cubicBezTo>
                  <a:pt x="1658970" y="55056"/>
                  <a:pt x="1673639" y="46103"/>
                  <a:pt x="1681545" y="52389"/>
                </a:cubicBezTo>
                <a:cubicBezTo>
                  <a:pt x="1682021" y="46484"/>
                  <a:pt x="1676306" y="43340"/>
                  <a:pt x="1683545" y="38292"/>
                </a:cubicBezTo>
                <a:cubicBezTo>
                  <a:pt x="1654303" y="41150"/>
                  <a:pt x="1638301" y="51151"/>
                  <a:pt x="1619918" y="58009"/>
                </a:cubicBezTo>
                <a:lnTo>
                  <a:pt x="1594200" y="53818"/>
                </a:lnTo>
                <a:lnTo>
                  <a:pt x="1593057" y="56485"/>
                </a:lnTo>
                <a:lnTo>
                  <a:pt x="1588581" y="49723"/>
                </a:lnTo>
                <a:cubicBezTo>
                  <a:pt x="1585342" y="51246"/>
                  <a:pt x="1583247" y="52485"/>
                  <a:pt x="1582675" y="51913"/>
                </a:cubicBezTo>
                <a:cubicBezTo>
                  <a:pt x="1582104" y="51342"/>
                  <a:pt x="1582865" y="50484"/>
                  <a:pt x="1584199" y="49436"/>
                </a:cubicBezTo>
                <a:cubicBezTo>
                  <a:pt x="1581970" y="49646"/>
                  <a:pt x="1579789" y="50199"/>
                  <a:pt x="1577722" y="51056"/>
                </a:cubicBezTo>
                <a:cubicBezTo>
                  <a:pt x="1576579" y="47531"/>
                  <a:pt x="1581246" y="43436"/>
                  <a:pt x="1586104" y="39721"/>
                </a:cubicBezTo>
                <a:cubicBezTo>
                  <a:pt x="1588390" y="40959"/>
                  <a:pt x="1590771" y="42293"/>
                  <a:pt x="1593153" y="43436"/>
                </a:cubicBezTo>
                <a:cubicBezTo>
                  <a:pt x="1598201" y="39721"/>
                  <a:pt x="1601915" y="36197"/>
                  <a:pt x="1594867" y="33911"/>
                </a:cubicBezTo>
                <a:lnTo>
                  <a:pt x="1591247" y="35340"/>
                </a:lnTo>
                <a:cubicBezTo>
                  <a:pt x="1594105" y="32863"/>
                  <a:pt x="1596391" y="30768"/>
                  <a:pt x="1594105" y="29720"/>
                </a:cubicBezTo>
                <a:lnTo>
                  <a:pt x="1574389" y="33054"/>
                </a:lnTo>
                <a:cubicBezTo>
                  <a:pt x="1577665" y="34549"/>
                  <a:pt x="1580846" y="36235"/>
                  <a:pt x="1583914" y="38102"/>
                </a:cubicBezTo>
                <a:cubicBezTo>
                  <a:pt x="1571531" y="42960"/>
                  <a:pt x="1557529" y="47913"/>
                  <a:pt x="1568483" y="52485"/>
                </a:cubicBezTo>
                <a:lnTo>
                  <a:pt x="1553529" y="48484"/>
                </a:lnTo>
                <a:cubicBezTo>
                  <a:pt x="1541956" y="53284"/>
                  <a:pt x="1529878" y="56761"/>
                  <a:pt x="1517524" y="58866"/>
                </a:cubicBezTo>
                <a:cubicBezTo>
                  <a:pt x="1516381" y="56485"/>
                  <a:pt x="1522096" y="54485"/>
                  <a:pt x="1518191" y="52771"/>
                </a:cubicBezTo>
                <a:cubicBezTo>
                  <a:pt x="1502570" y="60104"/>
                  <a:pt x="1480091" y="43912"/>
                  <a:pt x="1476662" y="50579"/>
                </a:cubicBezTo>
                <a:cubicBezTo>
                  <a:pt x="1464089" y="52294"/>
                  <a:pt x="1471423" y="56485"/>
                  <a:pt x="1463422" y="58390"/>
                </a:cubicBezTo>
                <a:cubicBezTo>
                  <a:pt x="1463803" y="57628"/>
                  <a:pt x="1464565" y="56009"/>
                  <a:pt x="1462184" y="56009"/>
                </a:cubicBezTo>
                <a:lnTo>
                  <a:pt x="1452659" y="60867"/>
                </a:lnTo>
                <a:cubicBezTo>
                  <a:pt x="1448849" y="59057"/>
                  <a:pt x="1461517" y="57438"/>
                  <a:pt x="1450754" y="55342"/>
                </a:cubicBezTo>
                <a:cubicBezTo>
                  <a:pt x="1436314" y="59504"/>
                  <a:pt x="1421207" y="60800"/>
                  <a:pt x="1406272" y="59152"/>
                </a:cubicBezTo>
                <a:cubicBezTo>
                  <a:pt x="1383983" y="60295"/>
                  <a:pt x="1415226" y="68868"/>
                  <a:pt x="1396747" y="67915"/>
                </a:cubicBezTo>
                <a:cubicBezTo>
                  <a:pt x="1393632" y="61657"/>
                  <a:pt x="1387051" y="57895"/>
                  <a:pt x="1380078" y="58390"/>
                </a:cubicBezTo>
                <a:cubicBezTo>
                  <a:pt x="1373982" y="61152"/>
                  <a:pt x="1374840" y="64295"/>
                  <a:pt x="1364457" y="66010"/>
                </a:cubicBezTo>
                <a:lnTo>
                  <a:pt x="1365124" y="59914"/>
                </a:lnTo>
                <a:cubicBezTo>
                  <a:pt x="1355599" y="60200"/>
                  <a:pt x="1347884" y="61343"/>
                  <a:pt x="1347884" y="56676"/>
                </a:cubicBezTo>
                <a:cubicBezTo>
                  <a:pt x="1342302" y="58838"/>
                  <a:pt x="1336187" y="59266"/>
                  <a:pt x="1330358" y="57914"/>
                </a:cubicBezTo>
                <a:cubicBezTo>
                  <a:pt x="1315880" y="61057"/>
                  <a:pt x="1341026" y="70201"/>
                  <a:pt x="1344455" y="72582"/>
                </a:cubicBezTo>
                <a:cubicBezTo>
                  <a:pt x="1330167" y="67724"/>
                  <a:pt x="1320261" y="70392"/>
                  <a:pt x="1312165" y="63057"/>
                </a:cubicBezTo>
                <a:lnTo>
                  <a:pt x="1324834" y="61438"/>
                </a:lnTo>
                <a:cubicBezTo>
                  <a:pt x="1297878" y="53914"/>
                  <a:pt x="1299211" y="70106"/>
                  <a:pt x="1286734" y="57152"/>
                </a:cubicBezTo>
                <a:cubicBezTo>
                  <a:pt x="1295972" y="57628"/>
                  <a:pt x="1307022" y="54390"/>
                  <a:pt x="1301592" y="51056"/>
                </a:cubicBezTo>
                <a:lnTo>
                  <a:pt x="1288257" y="54199"/>
                </a:lnTo>
                <a:cubicBezTo>
                  <a:pt x="1286638" y="52580"/>
                  <a:pt x="1295877" y="53056"/>
                  <a:pt x="1289782" y="51151"/>
                </a:cubicBezTo>
                <a:cubicBezTo>
                  <a:pt x="1284619" y="52961"/>
                  <a:pt x="1279590" y="55123"/>
                  <a:pt x="1274732" y="57628"/>
                </a:cubicBezTo>
                <a:lnTo>
                  <a:pt x="1250633" y="58676"/>
                </a:lnTo>
                <a:cubicBezTo>
                  <a:pt x="1255206" y="58961"/>
                  <a:pt x="1256349" y="56485"/>
                  <a:pt x="1251682" y="56485"/>
                </a:cubicBezTo>
                <a:lnTo>
                  <a:pt x="1235870" y="59628"/>
                </a:lnTo>
                <a:cubicBezTo>
                  <a:pt x="1240728" y="58105"/>
                  <a:pt x="1235774" y="56199"/>
                  <a:pt x="1228631" y="55247"/>
                </a:cubicBezTo>
                <a:cubicBezTo>
                  <a:pt x="1208248" y="53247"/>
                  <a:pt x="1212343" y="68963"/>
                  <a:pt x="1196531" y="62772"/>
                </a:cubicBezTo>
                <a:cubicBezTo>
                  <a:pt x="1198817" y="62867"/>
                  <a:pt x="1199199" y="62296"/>
                  <a:pt x="1201485" y="62296"/>
                </a:cubicBezTo>
                <a:lnTo>
                  <a:pt x="1193389" y="59533"/>
                </a:lnTo>
                <a:cubicBezTo>
                  <a:pt x="1191293" y="72487"/>
                  <a:pt x="1145478" y="60867"/>
                  <a:pt x="1143668" y="73820"/>
                </a:cubicBezTo>
                <a:cubicBezTo>
                  <a:pt x="1132142" y="68296"/>
                  <a:pt x="1142906" y="70392"/>
                  <a:pt x="1157765" y="64295"/>
                </a:cubicBezTo>
                <a:lnTo>
                  <a:pt x="1149934" y="61928"/>
                </a:lnTo>
                <a:lnTo>
                  <a:pt x="1158908" y="60867"/>
                </a:lnTo>
                <a:cubicBezTo>
                  <a:pt x="1154431" y="61086"/>
                  <a:pt x="1149945" y="60990"/>
                  <a:pt x="1145478" y="60581"/>
                </a:cubicBezTo>
                <a:lnTo>
                  <a:pt x="1149934" y="61928"/>
                </a:lnTo>
                <a:lnTo>
                  <a:pt x="1118617" y="65629"/>
                </a:lnTo>
                <a:cubicBezTo>
                  <a:pt x="1112426" y="63819"/>
                  <a:pt x="1123475" y="55913"/>
                  <a:pt x="1105854" y="58105"/>
                </a:cubicBezTo>
                <a:cubicBezTo>
                  <a:pt x="1080993" y="60581"/>
                  <a:pt x="1110616" y="67534"/>
                  <a:pt x="1095662" y="69058"/>
                </a:cubicBezTo>
                <a:lnTo>
                  <a:pt x="1084803" y="62296"/>
                </a:lnTo>
                <a:cubicBezTo>
                  <a:pt x="1065753" y="67724"/>
                  <a:pt x="1051466" y="63152"/>
                  <a:pt x="1035369" y="62296"/>
                </a:cubicBezTo>
                <a:cubicBezTo>
                  <a:pt x="1033102" y="62410"/>
                  <a:pt x="1030911" y="63096"/>
                  <a:pt x="1028987" y="64295"/>
                </a:cubicBezTo>
                <a:cubicBezTo>
                  <a:pt x="1011842" y="61343"/>
                  <a:pt x="993078" y="70772"/>
                  <a:pt x="980124" y="68582"/>
                </a:cubicBezTo>
                <a:cubicBezTo>
                  <a:pt x="983172" y="67248"/>
                  <a:pt x="972694" y="64391"/>
                  <a:pt x="971170" y="62772"/>
                </a:cubicBezTo>
                <a:lnTo>
                  <a:pt x="947834" y="66867"/>
                </a:lnTo>
                <a:cubicBezTo>
                  <a:pt x="958216" y="64962"/>
                  <a:pt x="957740" y="61152"/>
                  <a:pt x="959645" y="57342"/>
                </a:cubicBezTo>
                <a:cubicBezTo>
                  <a:pt x="954358" y="58085"/>
                  <a:pt x="949110" y="59104"/>
                  <a:pt x="943929" y="60390"/>
                </a:cubicBezTo>
                <a:cubicBezTo>
                  <a:pt x="946976" y="59057"/>
                  <a:pt x="950024" y="57628"/>
                  <a:pt x="946119" y="55913"/>
                </a:cubicBezTo>
                <a:lnTo>
                  <a:pt x="921640" y="62296"/>
                </a:lnTo>
                <a:cubicBezTo>
                  <a:pt x="923802" y="62943"/>
                  <a:pt x="926050" y="63296"/>
                  <a:pt x="928308" y="63343"/>
                </a:cubicBezTo>
                <a:cubicBezTo>
                  <a:pt x="918811" y="64772"/>
                  <a:pt x="909143" y="64543"/>
                  <a:pt x="899733" y="62676"/>
                </a:cubicBezTo>
                <a:cubicBezTo>
                  <a:pt x="900495" y="61152"/>
                  <a:pt x="903448" y="59819"/>
                  <a:pt x="904209" y="58295"/>
                </a:cubicBezTo>
                <a:cubicBezTo>
                  <a:pt x="909162" y="61447"/>
                  <a:pt x="915668" y="60514"/>
                  <a:pt x="919545" y="56104"/>
                </a:cubicBezTo>
                <a:cubicBezTo>
                  <a:pt x="902685" y="56676"/>
                  <a:pt x="915354" y="55056"/>
                  <a:pt x="907257" y="52389"/>
                </a:cubicBezTo>
                <a:cubicBezTo>
                  <a:pt x="895351" y="52485"/>
                  <a:pt x="890398" y="57628"/>
                  <a:pt x="893541" y="60867"/>
                </a:cubicBezTo>
                <a:cubicBezTo>
                  <a:pt x="883121" y="58647"/>
                  <a:pt x="872301" y="59104"/>
                  <a:pt x="862109" y="62200"/>
                </a:cubicBezTo>
                <a:lnTo>
                  <a:pt x="864681" y="57056"/>
                </a:lnTo>
                <a:lnTo>
                  <a:pt x="852108" y="58676"/>
                </a:lnTo>
                <a:lnTo>
                  <a:pt x="862300" y="52294"/>
                </a:lnTo>
                <a:cubicBezTo>
                  <a:pt x="838106" y="48770"/>
                  <a:pt x="857822" y="61247"/>
                  <a:pt x="830962" y="58295"/>
                </a:cubicBezTo>
                <a:lnTo>
                  <a:pt x="830962" y="53723"/>
                </a:lnTo>
                <a:cubicBezTo>
                  <a:pt x="820675" y="55437"/>
                  <a:pt x="817056" y="63248"/>
                  <a:pt x="809055" y="57723"/>
                </a:cubicBezTo>
                <a:cubicBezTo>
                  <a:pt x="798958" y="60486"/>
                  <a:pt x="826199" y="64200"/>
                  <a:pt x="802578" y="65153"/>
                </a:cubicBezTo>
                <a:cubicBezTo>
                  <a:pt x="796234" y="62476"/>
                  <a:pt x="789519" y="60771"/>
                  <a:pt x="782670" y="60104"/>
                </a:cubicBezTo>
                <a:cubicBezTo>
                  <a:pt x="775146" y="62200"/>
                  <a:pt x="788481" y="65534"/>
                  <a:pt x="793243" y="64867"/>
                </a:cubicBezTo>
                <a:cubicBezTo>
                  <a:pt x="757620" y="67153"/>
                  <a:pt x="771145" y="49341"/>
                  <a:pt x="739331" y="55342"/>
                </a:cubicBezTo>
                <a:cubicBezTo>
                  <a:pt x="750285" y="58676"/>
                  <a:pt x="730283" y="64105"/>
                  <a:pt x="756000" y="64105"/>
                </a:cubicBezTo>
                <a:cubicBezTo>
                  <a:pt x="743713" y="66772"/>
                  <a:pt x="731807" y="57438"/>
                  <a:pt x="718948" y="62486"/>
                </a:cubicBezTo>
                <a:lnTo>
                  <a:pt x="727330" y="56580"/>
                </a:lnTo>
                <a:cubicBezTo>
                  <a:pt x="723082" y="56856"/>
                  <a:pt x="718910" y="57790"/>
                  <a:pt x="714947" y="59343"/>
                </a:cubicBezTo>
                <a:lnTo>
                  <a:pt x="715995" y="54770"/>
                </a:lnTo>
                <a:cubicBezTo>
                  <a:pt x="700184" y="62772"/>
                  <a:pt x="686563" y="51056"/>
                  <a:pt x="677038" y="61438"/>
                </a:cubicBezTo>
                <a:cubicBezTo>
                  <a:pt x="683610" y="53247"/>
                  <a:pt x="665227" y="61914"/>
                  <a:pt x="658940" y="58676"/>
                </a:cubicBezTo>
                <a:cubicBezTo>
                  <a:pt x="671990" y="52961"/>
                  <a:pt x="696374" y="58866"/>
                  <a:pt x="698089" y="51342"/>
                </a:cubicBezTo>
                <a:cubicBezTo>
                  <a:pt x="691992" y="49056"/>
                  <a:pt x="686563" y="52771"/>
                  <a:pt x="680753" y="50484"/>
                </a:cubicBezTo>
                <a:cubicBezTo>
                  <a:pt x="684849" y="49608"/>
                  <a:pt x="688773" y="48065"/>
                  <a:pt x="692373" y="45912"/>
                </a:cubicBezTo>
                <a:cubicBezTo>
                  <a:pt x="672276" y="41626"/>
                  <a:pt x="660846" y="50389"/>
                  <a:pt x="648654" y="52389"/>
                </a:cubicBezTo>
                <a:lnTo>
                  <a:pt x="670180" y="50675"/>
                </a:lnTo>
                <a:cubicBezTo>
                  <a:pt x="668465" y="57819"/>
                  <a:pt x="660465" y="51913"/>
                  <a:pt x="654464" y="57819"/>
                </a:cubicBezTo>
                <a:cubicBezTo>
                  <a:pt x="643701" y="53818"/>
                  <a:pt x="635319" y="59628"/>
                  <a:pt x="626556" y="57152"/>
                </a:cubicBezTo>
                <a:cubicBezTo>
                  <a:pt x="628842" y="57247"/>
                  <a:pt x="629032" y="56485"/>
                  <a:pt x="631318" y="56485"/>
                </a:cubicBezTo>
                <a:cubicBezTo>
                  <a:pt x="607887" y="56676"/>
                  <a:pt x="601219" y="45150"/>
                  <a:pt x="592075" y="44198"/>
                </a:cubicBezTo>
                <a:cubicBezTo>
                  <a:pt x="582931" y="43246"/>
                  <a:pt x="565596" y="47341"/>
                  <a:pt x="571882" y="50484"/>
                </a:cubicBezTo>
                <a:cubicBezTo>
                  <a:pt x="564357" y="52580"/>
                  <a:pt x="603029" y="48484"/>
                  <a:pt x="589599" y="58009"/>
                </a:cubicBezTo>
                <a:cubicBezTo>
                  <a:pt x="576263" y="46770"/>
                  <a:pt x="562071" y="62296"/>
                  <a:pt x="532925" y="54580"/>
                </a:cubicBezTo>
                <a:cubicBezTo>
                  <a:pt x="545689" y="50484"/>
                  <a:pt x="525400" y="48103"/>
                  <a:pt x="536830" y="45055"/>
                </a:cubicBezTo>
                <a:cubicBezTo>
                  <a:pt x="529524" y="44741"/>
                  <a:pt x="522314" y="46770"/>
                  <a:pt x="516256" y="50865"/>
                </a:cubicBezTo>
                <a:lnTo>
                  <a:pt x="512065" y="47341"/>
                </a:lnTo>
                <a:cubicBezTo>
                  <a:pt x="493873" y="55247"/>
                  <a:pt x="507779" y="54294"/>
                  <a:pt x="480251" y="58581"/>
                </a:cubicBezTo>
                <a:cubicBezTo>
                  <a:pt x="489491" y="55818"/>
                  <a:pt x="469203" y="53437"/>
                  <a:pt x="476251" y="50961"/>
                </a:cubicBezTo>
                <a:cubicBezTo>
                  <a:pt x="469269" y="50618"/>
                  <a:pt x="462278" y="51618"/>
                  <a:pt x="455677" y="53914"/>
                </a:cubicBezTo>
                <a:lnTo>
                  <a:pt x="456629" y="53437"/>
                </a:lnTo>
                <a:cubicBezTo>
                  <a:pt x="428817" y="55247"/>
                  <a:pt x="433865" y="48960"/>
                  <a:pt x="408528" y="52865"/>
                </a:cubicBezTo>
                <a:lnTo>
                  <a:pt x="411100" y="54961"/>
                </a:lnTo>
                <a:cubicBezTo>
                  <a:pt x="377763" y="60771"/>
                  <a:pt x="335948" y="57056"/>
                  <a:pt x="301563" y="59724"/>
                </a:cubicBezTo>
                <a:lnTo>
                  <a:pt x="313659" y="61438"/>
                </a:lnTo>
                <a:cubicBezTo>
                  <a:pt x="309945" y="60295"/>
                  <a:pt x="290513" y="64772"/>
                  <a:pt x="279846" y="61438"/>
                </a:cubicBezTo>
                <a:cubicBezTo>
                  <a:pt x="282417" y="60924"/>
                  <a:pt x="285036" y="60638"/>
                  <a:pt x="287656" y="60581"/>
                </a:cubicBezTo>
                <a:cubicBezTo>
                  <a:pt x="287370" y="58199"/>
                  <a:pt x="283179" y="54675"/>
                  <a:pt x="274892" y="54104"/>
                </a:cubicBezTo>
                <a:lnTo>
                  <a:pt x="271749" y="57723"/>
                </a:lnTo>
                <a:lnTo>
                  <a:pt x="268415" y="54866"/>
                </a:lnTo>
                <a:cubicBezTo>
                  <a:pt x="255842" y="54866"/>
                  <a:pt x="272130" y="60009"/>
                  <a:pt x="259557" y="60009"/>
                </a:cubicBezTo>
                <a:cubicBezTo>
                  <a:pt x="252223" y="49436"/>
                  <a:pt x="205360" y="58961"/>
                  <a:pt x="194501" y="49436"/>
                </a:cubicBezTo>
                <a:cubicBezTo>
                  <a:pt x="185929" y="57438"/>
                  <a:pt x="218409" y="50579"/>
                  <a:pt x="208884" y="57438"/>
                </a:cubicBezTo>
                <a:cubicBezTo>
                  <a:pt x="204522" y="55609"/>
                  <a:pt x="199883" y="54551"/>
                  <a:pt x="195168" y="54294"/>
                </a:cubicBezTo>
                <a:lnTo>
                  <a:pt x="198026" y="58771"/>
                </a:lnTo>
                <a:cubicBezTo>
                  <a:pt x="159926" y="56199"/>
                  <a:pt x="145353" y="52389"/>
                  <a:pt x="111444" y="53342"/>
                </a:cubicBezTo>
                <a:lnTo>
                  <a:pt x="112873" y="52294"/>
                </a:lnTo>
                <a:cubicBezTo>
                  <a:pt x="104795" y="49979"/>
                  <a:pt x="96118" y="51075"/>
                  <a:pt x="88869" y="55342"/>
                </a:cubicBezTo>
                <a:cubicBezTo>
                  <a:pt x="86393" y="53151"/>
                  <a:pt x="95060" y="52104"/>
                  <a:pt x="90393" y="50294"/>
                </a:cubicBezTo>
                <a:cubicBezTo>
                  <a:pt x="69153" y="61819"/>
                  <a:pt x="47912" y="41817"/>
                  <a:pt x="34958" y="49818"/>
                </a:cubicBezTo>
                <a:cubicBezTo>
                  <a:pt x="36577" y="40769"/>
                  <a:pt x="8859" y="32006"/>
                  <a:pt x="20385" y="24957"/>
                </a:cubicBezTo>
                <a:close/>
                <a:moveTo>
                  <a:pt x="0" y="20004"/>
                </a:moveTo>
                <a:lnTo>
                  <a:pt x="5906" y="14479"/>
                </a:lnTo>
                <a:lnTo>
                  <a:pt x="8192" y="20575"/>
                </a:lnTo>
                <a:cubicBezTo>
                  <a:pt x="6573" y="19241"/>
                  <a:pt x="2191" y="19718"/>
                  <a:pt x="0" y="20004"/>
                </a:cubicBezTo>
                <a:close/>
              </a:path>
            </a:pathLst>
          </a:custGeom>
          <a:gradFill flip="none" rotWithShape="1">
            <a:gsLst>
              <a:gs pos="0">
                <a:srgbClr val="BA1011"/>
              </a:gs>
              <a:gs pos="100000">
                <a:srgbClr val="690D0E">
                  <a:alpha val="0"/>
                </a:srgbClr>
              </a:gs>
              <a:gs pos="44000">
                <a:srgbClr val="690D0E"/>
              </a:gs>
            </a:gsLst>
            <a:lin ang="0" scaled="1"/>
            <a:tileRect/>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Roboto Regular"/>
              <a:ea typeface="思源黑体 CN Regular"/>
              <a:cs typeface="+mn-cs"/>
            </a:endParaRPr>
          </a:p>
        </p:txBody>
      </p:sp>
      <p:grpSp>
        <p:nvGrpSpPr>
          <p:cNvPr id="57" name="组合 18">
            <a:extLst>
              <a:ext uri="{FF2B5EF4-FFF2-40B4-BE49-F238E27FC236}">
                <a16:creationId xmlns:a16="http://schemas.microsoft.com/office/drawing/2014/main" id="{3995F4F9-470E-54A1-96B5-D37484F525CF}"/>
              </a:ext>
            </a:extLst>
          </p:cNvPr>
          <p:cNvGrpSpPr/>
          <p:nvPr/>
        </p:nvGrpSpPr>
        <p:grpSpPr>
          <a:xfrm>
            <a:off x="184150" y="3759200"/>
            <a:ext cx="11225530" cy="148876"/>
            <a:chOff x="566909" y="3775712"/>
            <a:chExt cx="11058025" cy="115852"/>
          </a:xfrm>
          <a:gradFill>
            <a:gsLst>
              <a:gs pos="0">
                <a:srgbClr val="BA1011"/>
              </a:gs>
              <a:gs pos="100000">
                <a:srgbClr val="690D0E"/>
              </a:gs>
            </a:gsLst>
            <a:lin ang="0" scaled="1"/>
          </a:gradFill>
        </p:grpSpPr>
        <p:sp>
          <p:nvSpPr>
            <p:cNvPr id="58" name="任意多边形: 形状 20">
              <a:extLst>
                <a:ext uri="{FF2B5EF4-FFF2-40B4-BE49-F238E27FC236}">
                  <a16:creationId xmlns:a16="http://schemas.microsoft.com/office/drawing/2014/main" id="{B8E06303-B64B-35F1-C897-E3A642F39D7A}"/>
                </a:ext>
              </a:extLst>
            </p:cNvPr>
            <p:cNvSpPr/>
            <p:nvPr/>
          </p:nvSpPr>
          <p:spPr>
            <a:xfrm flipV="1">
              <a:off x="567267" y="3823588"/>
              <a:ext cx="11057264" cy="10070"/>
            </a:xfrm>
            <a:custGeom>
              <a:avLst/>
              <a:gdLst>
                <a:gd name="connsiteX0" fmla="*/ 0 w 11057264"/>
                <a:gd name="connsiteY0" fmla="*/ 0 h 10070"/>
                <a:gd name="connsiteX1" fmla="*/ 11057264 w 11057264"/>
                <a:gd name="connsiteY1" fmla="*/ 0 h 10070"/>
              </a:gdLst>
              <a:ahLst/>
              <a:cxnLst>
                <a:cxn ang="0">
                  <a:pos x="connsiteX0" y="connsiteY0"/>
                </a:cxn>
                <a:cxn ang="0">
                  <a:pos x="connsiteX1" y="connsiteY1"/>
                </a:cxn>
              </a:cxnLst>
              <a:rect l="l" t="t" r="r" b="b"/>
              <a:pathLst>
                <a:path w="11057264" h="10070">
                  <a:moveTo>
                    <a:pt x="0" y="0"/>
                  </a:moveTo>
                  <a:lnTo>
                    <a:pt x="11057264" y="0"/>
                  </a:lnTo>
                </a:path>
              </a:pathLst>
            </a:custGeom>
            <a:grpFill/>
            <a:ln w="100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Roboto Regular"/>
                <a:ea typeface="思源黑体 CN Regular"/>
                <a:cs typeface="+mn-cs"/>
              </a:endParaRPr>
            </a:p>
          </p:txBody>
        </p:sp>
        <p:sp>
          <p:nvSpPr>
            <p:cNvPr id="59" name="任意多边形: 形状 22">
              <a:extLst>
                <a:ext uri="{FF2B5EF4-FFF2-40B4-BE49-F238E27FC236}">
                  <a16:creationId xmlns:a16="http://schemas.microsoft.com/office/drawing/2014/main" id="{5F4340D4-BD8E-DE22-5E08-E85747B56213}"/>
                </a:ext>
              </a:extLst>
            </p:cNvPr>
            <p:cNvSpPr/>
            <p:nvPr/>
          </p:nvSpPr>
          <p:spPr>
            <a:xfrm flipV="1">
              <a:off x="566909" y="3775712"/>
              <a:ext cx="11058025" cy="115852"/>
            </a:xfrm>
            <a:custGeom>
              <a:avLst/>
              <a:gdLst>
                <a:gd name="connsiteX0" fmla="*/ 2011017 w 11058025"/>
                <a:gd name="connsiteY0" fmla="*/ -883 h 115852"/>
                <a:gd name="connsiteX1" fmla="*/ 1886042 w 11058025"/>
                <a:gd name="connsiteY1" fmla="*/ 224 h 115852"/>
                <a:gd name="connsiteX2" fmla="*/ 2011017 w 11058025"/>
                <a:gd name="connsiteY2" fmla="*/ -883 h 115852"/>
                <a:gd name="connsiteX3" fmla="*/ 1535184 w 11058025"/>
                <a:gd name="connsiteY3" fmla="*/ 829 h 115852"/>
                <a:gd name="connsiteX4" fmla="*/ 1448073 w 11058025"/>
                <a:gd name="connsiteY4" fmla="*/ 2742 h 115852"/>
                <a:gd name="connsiteX5" fmla="*/ 1535184 w 11058025"/>
                <a:gd name="connsiteY5" fmla="*/ 829 h 115852"/>
                <a:gd name="connsiteX6" fmla="*/ 2136899 w 11058025"/>
                <a:gd name="connsiteY6" fmla="*/ 829 h 115852"/>
                <a:gd name="connsiteX7" fmla="*/ 2337404 w 11058025"/>
                <a:gd name="connsiteY7" fmla="*/ 829 h 115852"/>
                <a:gd name="connsiteX8" fmla="*/ 2275671 w 11058025"/>
                <a:gd name="connsiteY8" fmla="*/ 3649 h 115852"/>
                <a:gd name="connsiteX9" fmla="*/ 2136899 w 11058025"/>
                <a:gd name="connsiteY9" fmla="*/ 628 h 115852"/>
                <a:gd name="connsiteX10" fmla="*/ 1398023 w 11058025"/>
                <a:gd name="connsiteY10" fmla="*/ 3044 h 115852"/>
                <a:gd name="connsiteX11" fmla="*/ 1348778 w 11058025"/>
                <a:gd name="connsiteY11" fmla="*/ 5763 h 115852"/>
                <a:gd name="connsiteX12" fmla="*/ 1399130 w 11058025"/>
                <a:gd name="connsiteY12" fmla="*/ 5763 h 115852"/>
                <a:gd name="connsiteX13" fmla="*/ 1312423 w 11058025"/>
                <a:gd name="connsiteY13" fmla="*/ 8583 h 115852"/>
                <a:gd name="connsiteX14" fmla="*/ 1299230 w 11058025"/>
                <a:gd name="connsiteY14" fmla="*/ 6871 h 115852"/>
                <a:gd name="connsiteX15" fmla="*/ 1398023 w 11058025"/>
                <a:gd name="connsiteY15" fmla="*/ 2843 h 115852"/>
                <a:gd name="connsiteX16" fmla="*/ 2526428 w 11058025"/>
                <a:gd name="connsiteY16" fmla="*/ 3044 h 115852"/>
                <a:gd name="connsiteX17" fmla="*/ 2726832 w 11058025"/>
                <a:gd name="connsiteY17" fmla="*/ 3044 h 115852"/>
                <a:gd name="connsiteX18" fmla="*/ 2526428 w 11058025"/>
                <a:gd name="connsiteY18" fmla="*/ 2641 h 115852"/>
                <a:gd name="connsiteX19" fmla="*/ 2063183 w 11058025"/>
                <a:gd name="connsiteY19" fmla="*/ 4655 h 115852"/>
                <a:gd name="connsiteX20" fmla="*/ 2188763 w 11058025"/>
                <a:gd name="connsiteY20" fmla="*/ 5360 h 115852"/>
                <a:gd name="connsiteX21" fmla="*/ 2063082 w 11058025"/>
                <a:gd name="connsiteY21" fmla="*/ 4253 h 115852"/>
                <a:gd name="connsiteX22" fmla="*/ 2076677 w 11058025"/>
                <a:gd name="connsiteY22" fmla="*/ 7375 h 115852"/>
                <a:gd name="connsiteX23" fmla="*/ 1776474 w 11058025"/>
                <a:gd name="connsiteY23" fmla="*/ 9590 h 115852"/>
                <a:gd name="connsiteX24" fmla="*/ 2076576 w 11058025"/>
                <a:gd name="connsiteY24" fmla="*/ 6670 h 115852"/>
                <a:gd name="connsiteX25" fmla="*/ 3191487 w 11058025"/>
                <a:gd name="connsiteY25" fmla="*/ 4454 h 115852"/>
                <a:gd name="connsiteX26" fmla="*/ 3266714 w 11058025"/>
                <a:gd name="connsiteY26" fmla="*/ 4454 h 115852"/>
                <a:gd name="connsiteX27" fmla="*/ 3192091 w 11058025"/>
                <a:gd name="connsiteY27" fmla="*/ 6367 h 115852"/>
                <a:gd name="connsiteX28" fmla="*/ 3317369 w 11058025"/>
                <a:gd name="connsiteY28" fmla="*/ 5965 h 115852"/>
                <a:gd name="connsiteX29" fmla="*/ 3468427 w 11058025"/>
                <a:gd name="connsiteY29" fmla="*/ 6670 h 115852"/>
                <a:gd name="connsiteX30" fmla="*/ 4646682 w 11058025"/>
                <a:gd name="connsiteY30" fmla="*/ 5965 h 115852"/>
                <a:gd name="connsiteX31" fmla="*/ 4396731 w 11058025"/>
                <a:gd name="connsiteY31" fmla="*/ 8180 h 115852"/>
                <a:gd name="connsiteX32" fmla="*/ 4646481 w 11058025"/>
                <a:gd name="connsiteY32" fmla="*/ 5864 h 115852"/>
                <a:gd name="connsiteX33" fmla="*/ 5837928 w 11058025"/>
                <a:gd name="connsiteY33" fmla="*/ 6468 h 115852"/>
                <a:gd name="connsiteX34" fmla="*/ 5612650 w 11058025"/>
                <a:gd name="connsiteY34" fmla="*/ 7777 h 115852"/>
                <a:gd name="connsiteX35" fmla="*/ 5837726 w 11058025"/>
                <a:gd name="connsiteY35" fmla="*/ 6670 h 115852"/>
                <a:gd name="connsiteX36" fmla="*/ 6101072 w 11058025"/>
                <a:gd name="connsiteY36" fmla="*/ 6468 h 115852"/>
                <a:gd name="connsiteX37" fmla="*/ 5913860 w 11058025"/>
                <a:gd name="connsiteY37" fmla="*/ 8583 h 115852"/>
                <a:gd name="connsiteX38" fmla="*/ 6100870 w 11058025"/>
                <a:gd name="connsiteY38" fmla="*/ 5965 h 115852"/>
                <a:gd name="connsiteX39" fmla="*/ 1190569 w 11058025"/>
                <a:gd name="connsiteY39" fmla="*/ 18754 h 115852"/>
                <a:gd name="connsiteX40" fmla="*/ 927426 w 11058025"/>
                <a:gd name="connsiteY40" fmla="*/ 18754 h 115852"/>
                <a:gd name="connsiteX41" fmla="*/ 1190368 w 11058025"/>
                <a:gd name="connsiteY41" fmla="*/ 18251 h 115852"/>
                <a:gd name="connsiteX42" fmla="*/ 5187068 w 11058025"/>
                <a:gd name="connsiteY42" fmla="*/ 9791 h 115852"/>
                <a:gd name="connsiteX43" fmla="*/ 5049806 w 11058025"/>
                <a:gd name="connsiteY43" fmla="*/ 11806 h 115852"/>
                <a:gd name="connsiteX44" fmla="*/ 5186867 w 11058025"/>
                <a:gd name="connsiteY44" fmla="*/ 9288 h 115852"/>
                <a:gd name="connsiteX45" fmla="*/ 734 w 11058025"/>
                <a:gd name="connsiteY45" fmla="*/ 21775 h 115852"/>
                <a:gd name="connsiteX46" fmla="*/ 126213 w 11058025"/>
                <a:gd name="connsiteY46" fmla="*/ 22380 h 115852"/>
                <a:gd name="connsiteX47" fmla="*/ -72 w 11058025"/>
                <a:gd name="connsiteY47" fmla="*/ 21272 h 115852"/>
                <a:gd name="connsiteX48" fmla="*/ 10844905 w 11058025"/>
                <a:gd name="connsiteY48" fmla="*/ 52793 h 115852"/>
                <a:gd name="connsiteX49" fmla="*/ 11057797 w 11058025"/>
                <a:gd name="connsiteY49" fmla="*/ 52793 h 115852"/>
                <a:gd name="connsiteX50" fmla="*/ 10844502 w 11058025"/>
                <a:gd name="connsiteY50" fmla="*/ 52289 h 115852"/>
                <a:gd name="connsiteX51" fmla="*/ 1413128 w 11058025"/>
                <a:gd name="connsiteY51" fmla="*/ 79278 h 115852"/>
                <a:gd name="connsiteX52" fmla="*/ 1401849 w 11058025"/>
                <a:gd name="connsiteY52" fmla="*/ 82803 h 115852"/>
                <a:gd name="connsiteX53" fmla="*/ 1199129 w 11058025"/>
                <a:gd name="connsiteY53" fmla="*/ 76962 h 115852"/>
                <a:gd name="connsiteX54" fmla="*/ 1412726 w 11058025"/>
                <a:gd name="connsiteY54" fmla="*/ 78774 h 115852"/>
                <a:gd name="connsiteX55" fmla="*/ 800638 w 11058025"/>
                <a:gd name="connsiteY55" fmla="*/ 84817 h 115852"/>
                <a:gd name="connsiteX56" fmla="*/ 926016 w 11058025"/>
                <a:gd name="connsiteY56" fmla="*/ 84817 h 115852"/>
                <a:gd name="connsiteX57" fmla="*/ 800235 w 11058025"/>
                <a:gd name="connsiteY57" fmla="*/ 84313 h 115852"/>
                <a:gd name="connsiteX58" fmla="*/ 2081209 w 11058025"/>
                <a:gd name="connsiteY58" fmla="*/ 89550 h 115852"/>
                <a:gd name="connsiteX59" fmla="*/ 2081209 w 11058025"/>
                <a:gd name="connsiteY59" fmla="*/ 89550 h 115852"/>
                <a:gd name="connsiteX60" fmla="*/ 10777331 w 11058025"/>
                <a:gd name="connsiteY60" fmla="*/ 74041 h 115852"/>
                <a:gd name="connsiteX61" fmla="*/ 10877534 w 11058025"/>
                <a:gd name="connsiteY61" fmla="*/ 74041 h 115852"/>
                <a:gd name="connsiteX62" fmla="*/ 10776929 w 11058025"/>
                <a:gd name="connsiteY62" fmla="*/ 73538 h 115852"/>
                <a:gd name="connsiteX63" fmla="*/ 2883832 w 11058025"/>
                <a:gd name="connsiteY63" fmla="*/ 89852 h 115852"/>
                <a:gd name="connsiteX64" fmla="*/ 2771444 w 11058025"/>
                <a:gd name="connsiteY64" fmla="*/ 90960 h 115852"/>
                <a:gd name="connsiteX65" fmla="*/ 2883429 w 11058025"/>
                <a:gd name="connsiteY65" fmla="*/ 89349 h 115852"/>
                <a:gd name="connsiteX66" fmla="*/ 10376927 w 11058025"/>
                <a:gd name="connsiteY66" fmla="*/ 76559 h 115852"/>
                <a:gd name="connsiteX67" fmla="*/ 10514490 w 11058025"/>
                <a:gd name="connsiteY67" fmla="*/ 75451 h 115852"/>
                <a:gd name="connsiteX68" fmla="*/ 10290119 w 11058025"/>
                <a:gd name="connsiteY68" fmla="*/ 79378 h 115852"/>
                <a:gd name="connsiteX69" fmla="*/ 10414791 w 11058025"/>
                <a:gd name="connsiteY69" fmla="*/ 77365 h 115852"/>
                <a:gd name="connsiteX70" fmla="*/ 10376524 w 11058025"/>
                <a:gd name="connsiteY70" fmla="*/ 76056 h 115852"/>
                <a:gd name="connsiteX71" fmla="*/ 3460270 w 11058025"/>
                <a:gd name="connsiteY71" fmla="*/ 88845 h 115852"/>
                <a:gd name="connsiteX72" fmla="*/ 3160470 w 11058025"/>
                <a:gd name="connsiteY72" fmla="*/ 92067 h 115852"/>
                <a:gd name="connsiteX73" fmla="*/ 3459868 w 11058025"/>
                <a:gd name="connsiteY73" fmla="*/ 88341 h 115852"/>
                <a:gd name="connsiteX74" fmla="*/ 5427956 w 11058025"/>
                <a:gd name="connsiteY74" fmla="*/ 85723 h 115852"/>
                <a:gd name="connsiteX75" fmla="*/ 5152626 w 11058025"/>
                <a:gd name="connsiteY75" fmla="*/ 87133 h 115852"/>
                <a:gd name="connsiteX76" fmla="*/ 5427956 w 11058025"/>
                <a:gd name="connsiteY76" fmla="*/ 85723 h 115852"/>
                <a:gd name="connsiteX77" fmla="*/ 2096516 w 11058025"/>
                <a:gd name="connsiteY77" fmla="*/ 95793 h 115852"/>
                <a:gd name="connsiteX78" fmla="*/ 2296618 w 11058025"/>
                <a:gd name="connsiteY78" fmla="*/ 94585 h 115852"/>
                <a:gd name="connsiteX79" fmla="*/ 2096013 w 11058025"/>
                <a:gd name="connsiteY79" fmla="*/ 96096 h 115852"/>
                <a:gd name="connsiteX80" fmla="*/ 7173081 w 11058025"/>
                <a:gd name="connsiteY80" fmla="*/ 92067 h 115852"/>
                <a:gd name="connsiteX81" fmla="*/ 7023332 w 11058025"/>
                <a:gd name="connsiteY81" fmla="*/ 94082 h 115852"/>
                <a:gd name="connsiteX82" fmla="*/ 7172578 w 11058025"/>
                <a:gd name="connsiteY82" fmla="*/ 92370 h 115852"/>
                <a:gd name="connsiteX83" fmla="*/ 8606625 w 11058025"/>
                <a:gd name="connsiteY83" fmla="*/ 103649 h 115852"/>
                <a:gd name="connsiteX84" fmla="*/ 8431497 w 11058025"/>
                <a:gd name="connsiteY84" fmla="*/ 104857 h 115852"/>
                <a:gd name="connsiteX85" fmla="*/ 8606120 w 11058025"/>
                <a:gd name="connsiteY85" fmla="*/ 103950 h 115852"/>
                <a:gd name="connsiteX86" fmla="*/ 6729071 w 11058025"/>
                <a:gd name="connsiteY86" fmla="*/ 112309 h 115852"/>
                <a:gd name="connsiteX87" fmla="*/ 6791911 w 11058025"/>
                <a:gd name="connsiteY87" fmla="*/ 113014 h 115852"/>
                <a:gd name="connsiteX88" fmla="*/ 6728568 w 11058025"/>
                <a:gd name="connsiteY88" fmla="*/ 112611 h 115852"/>
                <a:gd name="connsiteX89" fmla="*/ 1887250 w 11058025"/>
                <a:gd name="connsiteY89" fmla="*/ 3749 h 115852"/>
                <a:gd name="connsiteX90" fmla="*/ 2037402 w 11058025"/>
                <a:gd name="connsiteY90" fmla="*/ 2541 h 115852"/>
                <a:gd name="connsiteX91" fmla="*/ 2012528 w 11058025"/>
                <a:gd name="connsiteY91" fmla="*/ 3548 h 115852"/>
                <a:gd name="connsiteX92" fmla="*/ 2025418 w 11058025"/>
                <a:gd name="connsiteY92" fmla="*/ 4354 h 115852"/>
                <a:gd name="connsiteX93" fmla="*/ 1887250 w 11058025"/>
                <a:gd name="connsiteY93" fmla="*/ 3749 h 115852"/>
                <a:gd name="connsiteX94" fmla="*/ 1240217 w 11058025"/>
                <a:gd name="connsiteY94" fmla="*/ 17244 h 115852"/>
                <a:gd name="connsiteX95" fmla="*/ 1290570 w 11058025"/>
                <a:gd name="connsiteY95" fmla="*/ 18955 h 115852"/>
                <a:gd name="connsiteX96" fmla="*/ 1302151 w 11058025"/>
                <a:gd name="connsiteY96" fmla="*/ 16237 h 115852"/>
                <a:gd name="connsiteX97" fmla="*/ 1251798 w 11058025"/>
                <a:gd name="connsiteY97" fmla="*/ 15431 h 115852"/>
                <a:gd name="connsiteX98" fmla="*/ 1276270 w 11058025"/>
                <a:gd name="connsiteY98" fmla="*/ 13618 h 115852"/>
                <a:gd name="connsiteX99" fmla="*/ 1251496 w 11058025"/>
                <a:gd name="connsiteY99" fmla="*/ 14525 h 115852"/>
                <a:gd name="connsiteX100" fmla="*/ 1337297 w 11058025"/>
                <a:gd name="connsiteY100" fmla="*/ 9086 h 115852"/>
                <a:gd name="connsiteX101" fmla="*/ 1338606 w 11058025"/>
                <a:gd name="connsiteY101" fmla="*/ 12612 h 115852"/>
                <a:gd name="connsiteX102" fmla="*/ 1414740 w 11058025"/>
                <a:gd name="connsiteY102" fmla="*/ 15129 h 115852"/>
                <a:gd name="connsiteX103" fmla="*/ 1401547 w 11058025"/>
                <a:gd name="connsiteY103" fmla="*/ 13417 h 115852"/>
                <a:gd name="connsiteX104" fmla="*/ 1314135 w 11058025"/>
                <a:gd name="connsiteY104" fmla="*/ 14424 h 115852"/>
                <a:gd name="connsiteX105" fmla="*/ 1664993 w 11058025"/>
                <a:gd name="connsiteY105" fmla="*/ 13820 h 115852"/>
                <a:gd name="connsiteX106" fmla="*/ 1752808 w 11058025"/>
                <a:gd name="connsiteY106" fmla="*/ 13820 h 115852"/>
                <a:gd name="connsiteX107" fmla="*/ 1663986 w 11058025"/>
                <a:gd name="connsiteY107" fmla="*/ 11302 h 115852"/>
                <a:gd name="connsiteX108" fmla="*/ 1826525 w 11058025"/>
                <a:gd name="connsiteY108" fmla="*/ 10094 h 115852"/>
                <a:gd name="connsiteX109" fmla="*/ 1789969 w 11058025"/>
                <a:gd name="connsiteY109" fmla="*/ 12812 h 115852"/>
                <a:gd name="connsiteX110" fmla="*/ 1839214 w 11058025"/>
                <a:gd name="connsiteY110" fmla="*/ 10094 h 115852"/>
                <a:gd name="connsiteX111" fmla="*/ 2654324 w 11058025"/>
                <a:gd name="connsiteY111" fmla="*/ 10094 h 115852"/>
                <a:gd name="connsiteX112" fmla="*/ 2690981 w 11058025"/>
                <a:gd name="connsiteY112" fmla="*/ 7375 h 115852"/>
                <a:gd name="connsiteX113" fmla="*/ 2666510 w 11058025"/>
                <a:gd name="connsiteY113" fmla="*/ 9187 h 115852"/>
                <a:gd name="connsiteX114" fmla="*/ 2741032 w 11058025"/>
                <a:gd name="connsiteY114" fmla="*/ 7274 h 115852"/>
                <a:gd name="connsiteX115" fmla="*/ 2829350 w 11058025"/>
                <a:gd name="connsiteY115" fmla="*/ 8885 h 115852"/>
                <a:gd name="connsiteX116" fmla="*/ 2754929 w 11058025"/>
                <a:gd name="connsiteY116" fmla="*/ 10798 h 115852"/>
                <a:gd name="connsiteX117" fmla="*/ 2955635 w 11058025"/>
                <a:gd name="connsiteY117" fmla="*/ 11302 h 115852"/>
                <a:gd name="connsiteX118" fmla="*/ 2880811 w 11058025"/>
                <a:gd name="connsiteY118" fmla="*/ 12309 h 115852"/>
                <a:gd name="connsiteX119" fmla="*/ 3371045 w 11058025"/>
                <a:gd name="connsiteY119" fmla="*/ 15934 h 115852"/>
                <a:gd name="connsiteX120" fmla="*/ 3107197 w 11058025"/>
                <a:gd name="connsiteY120" fmla="*/ 14625 h 115852"/>
                <a:gd name="connsiteX121" fmla="*/ 3207197 w 11058025"/>
                <a:gd name="connsiteY121" fmla="*/ 13518 h 115852"/>
                <a:gd name="connsiteX122" fmla="*/ 2942140 w 11058025"/>
                <a:gd name="connsiteY122" fmla="*/ 8684 h 115852"/>
                <a:gd name="connsiteX123" fmla="*/ 3946779 w 11058025"/>
                <a:gd name="connsiteY123" fmla="*/ 13115 h 115852"/>
                <a:gd name="connsiteX124" fmla="*/ 3985046 w 11058025"/>
                <a:gd name="connsiteY124" fmla="*/ 14827 h 115852"/>
                <a:gd name="connsiteX125" fmla="*/ 4800057 w 11058025"/>
                <a:gd name="connsiteY125" fmla="*/ 14827 h 115852"/>
                <a:gd name="connsiteX126" fmla="*/ 4874679 w 11058025"/>
                <a:gd name="connsiteY126" fmla="*/ 12913 h 115852"/>
                <a:gd name="connsiteX127" fmla="*/ 4850812 w 11058025"/>
                <a:gd name="connsiteY127" fmla="*/ 16539 h 115852"/>
                <a:gd name="connsiteX128" fmla="*/ 5101166 w 11058025"/>
                <a:gd name="connsiteY128" fmla="*/ 15129 h 115852"/>
                <a:gd name="connsiteX129" fmla="*/ 4963300 w 11058025"/>
                <a:gd name="connsiteY129" fmla="*/ 15129 h 115852"/>
                <a:gd name="connsiteX130" fmla="*/ 5452326 w 11058025"/>
                <a:gd name="connsiteY130" fmla="*/ 15129 h 115852"/>
                <a:gd name="connsiteX131" fmla="*/ 5376495 w 11058025"/>
                <a:gd name="connsiteY131" fmla="*/ 13518 h 115852"/>
                <a:gd name="connsiteX132" fmla="*/ 5514059 w 11058025"/>
                <a:gd name="connsiteY132" fmla="*/ 12410 h 115852"/>
                <a:gd name="connsiteX133" fmla="*/ 5527855 w 11058025"/>
                <a:gd name="connsiteY133" fmla="*/ 15834 h 115852"/>
                <a:gd name="connsiteX134" fmla="*/ 5977304 w 11058025"/>
                <a:gd name="connsiteY134" fmla="*/ 10698 h 115852"/>
                <a:gd name="connsiteX135" fmla="*/ 5915371 w 11058025"/>
                <a:gd name="connsiteY135" fmla="*/ 12511 h 115852"/>
                <a:gd name="connsiteX136" fmla="*/ 6053337 w 11058025"/>
                <a:gd name="connsiteY136" fmla="*/ 13216 h 115852"/>
                <a:gd name="connsiteX137" fmla="*/ 6064716 w 11058025"/>
                <a:gd name="connsiteY137" fmla="*/ 9590 h 115852"/>
                <a:gd name="connsiteX138" fmla="*/ 6152129 w 11058025"/>
                <a:gd name="connsiteY138" fmla="*/ 8583 h 115852"/>
                <a:gd name="connsiteX139" fmla="*/ 6103287 w 11058025"/>
                <a:gd name="connsiteY139" fmla="*/ 12208 h 115852"/>
                <a:gd name="connsiteX140" fmla="*/ 6541758 w 11058025"/>
                <a:gd name="connsiteY140" fmla="*/ 11402 h 115852"/>
                <a:gd name="connsiteX141" fmla="*/ 6503894 w 11058025"/>
                <a:gd name="connsiteY141" fmla="*/ 10597 h 115852"/>
                <a:gd name="connsiteX142" fmla="*/ 6691507 w 11058025"/>
                <a:gd name="connsiteY142" fmla="*/ 9389 h 115852"/>
                <a:gd name="connsiteX143" fmla="*/ 6314366 w 11058025"/>
                <a:gd name="connsiteY143" fmla="*/ 6569 h 115852"/>
                <a:gd name="connsiteX144" fmla="*/ 6501980 w 11058025"/>
                <a:gd name="connsiteY144" fmla="*/ 5260 h 115852"/>
                <a:gd name="connsiteX145" fmla="*/ 7481241 w 11058025"/>
                <a:gd name="connsiteY145" fmla="*/ 8885 h 115852"/>
                <a:gd name="connsiteX146" fmla="*/ 7118701 w 11058025"/>
                <a:gd name="connsiteY146" fmla="*/ 11302 h 115852"/>
                <a:gd name="connsiteX147" fmla="*/ 7270363 w 11058025"/>
                <a:gd name="connsiteY147" fmla="*/ 14525 h 115852"/>
                <a:gd name="connsiteX148" fmla="*/ 7357373 w 11058025"/>
                <a:gd name="connsiteY148" fmla="*/ 12612 h 115852"/>
                <a:gd name="connsiteX149" fmla="*/ 7333304 w 11058025"/>
                <a:gd name="connsiteY149" fmla="*/ 15330 h 115852"/>
                <a:gd name="connsiteX150" fmla="*/ 7458582 w 11058025"/>
                <a:gd name="connsiteY150" fmla="*/ 15330 h 115852"/>
                <a:gd name="connsiteX151" fmla="*/ 7408229 w 11058025"/>
                <a:gd name="connsiteY151" fmla="*/ 14525 h 115852"/>
                <a:gd name="connsiteX152" fmla="*/ 7533809 w 11058025"/>
                <a:gd name="connsiteY152" fmla="*/ 15129 h 115852"/>
                <a:gd name="connsiteX153" fmla="*/ 8902094 w 11058025"/>
                <a:gd name="connsiteY153" fmla="*/ 19761 h 115852"/>
                <a:gd name="connsiteX154" fmla="*/ 8813775 w 11058025"/>
                <a:gd name="connsiteY154" fmla="*/ 18150 h 115852"/>
                <a:gd name="connsiteX155" fmla="*/ 8914481 w 11058025"/>
                <a:gd name="connsiteY155" fmla="*/ 18150 h 115852"/>
                <a:gd name="connsiteX156" fmla="*/ 8700582 w 11058025"/>
                <a:gd name="connsiteY156" fmla="*/ 15934 h 115852"/>
                <a:gd name="connsiteX157" fmla="*/ 8512667 w 11058025"/>
                <a:gd name="connsiteY157" fmla="*/ 15934 h 115852"/>
                <a:gd name="connsiteX158" fmla="*/ 9113374 w 11058025"/>
                <a:gd name="connsiteY158" fmla="*/ 13115 h 115852"/>
                <a:gd name="connsiteX159" fmla="*/ 9126970 w 11058025"/>
                <a:gd name="connsiteY159" fmla="*/ 15733 h 115852"/>
                <a:gd name="connsiteX160" fmla="*/ 8951743 w 11058025"/>
                <a:gd name="connsiteY160" fmla="*/ 16942 h 115852"/>
                <a:gd name="connsiteX161" fmla="*/ 9341170 w 11058025"/>
                <a:gd name="connsiteY161" fmla="*/ 18855 h 115852"/>
                <a:gd name="connsiteX162" fmla="*/ 9265340 w 11058025"/>
                <a:gd name="connsiteY162" fmla="*/ 17244 h 115852"/>
                <a:gd name="connsiteX163" fmla="*/ 9792331 w 11058025"/>
                <a:gd name="connsiteY163" fmla="*/ 18049 h 115852"/>
                <a:gd name="connsiteX164" fmla="*/ 9970278 w 11058025"/>
                <a:gd name="connsiteY164" fmla="*/ 24796 h 115852"/>
                <a:gd name="connsiteX165" fmla="*/ 10197368 w 11058025"/>
                <a:gd name="connsiteY165" fmla="*/ 28825 h 115852"/>
                <a:gd name="connsiteX166" fmla="*/ 10147016 w 11058025"/>
                <a:gd name="connsiteY166" fmla="*/ 28019 h 115852"/>
                <a:gd name="connsiteX167" fmla="*/ 10236341 w 11058025"/>
                <a:gd name="connsiteY167" fmla="*/ 32349 h 115852"/>
                <a:gd name="connsiteX168" fmla="*/ 10411368 w 11058025"/>
                <a:gd name="connsiteY168" fmla="*/ 31141 h 115852"/>
                <a:gd name="connsiteX169" fmla="*/ 10511066 w 11058025"/>
                <a:gd name="connsiteY169" fmla="*/ 29127 h 115852"/>
                <a:gd name="connsiteX170" fmla="*/ 10474409 w 11058025"/>
                <a:gd name="connsiteY170" fmla="*/ 31846 h 115852"/>
                <a:gd name="connsiteX171" fmla="*/ 10587703 w 11058025"/>
                <a:gd name="connsiteY171" fmla="*/ 33457 h 115852"/>
                <a:gd name="connsiteX172" fmla="*/ 10727180 w 11058025"/>
                <a:gd name="connsiteY172" fmla="*/ 37586 h 115852"/>
                <a:gd name="connsiteX173" fmla="*/ 10868168 w 11058025"/>
                <a:gd name="connsiteY173" fmla="*/ 46247 h 115852"/>
                <a:gd name="connsiteX174" fmla="*/ 10768570 w 11058025"/>
                <a:gd name="connsiteY174" fmla="*/ 48160 h 115852"/>
                <a:gd name="connsiteX175" fmla="*/ 10870988 w 11058025"/>
                <a:gd name="connsiteY175" fmla="*/ 54102 h 115852"/>
                <a:gd name="connsiteX176" fmla="*/ 10833425 w 11058025"/>
                <a:gd name="connsiteY176" fmla="*/ 54102 h 115852"/>
                <a:gd name="connsiteX177" fmla="*/ 10885389 w 11058025"/>
                <a:gd name="connsiteY177" fmla="*/ 59338 h 115852"/>
                <a:gd name="connsiteX178" fmla="*/ 10997877 w 11058025"/>
                <a:gd name="connsiteY178" fmla="*/ 58231 h 115852"/>
                <a:gd name="connsiteX179" fmla="*/ 10412677 w 11058025"/>
                <a:gd name="connsiteY179" fmla="*/ 69913 h 115852"/>
                <a:gd name="connsiteX180" fmla="*/ 10323754 w 11058025"/>
                <a:gd name="connsiteY180" fmla="*/ 66488 h 115852"/>
                <a:gd name="connsiteX181" fmla="*/ 10261719 w 11058025"/>
                <a:gd name="connsiteY181" fmla="*/ 68402 h 115852"/>
                <a:gd name="connsiteX182" fmla="*/ 10262425 w 11058025"/>
                <a:gd name="connsiteY182" fmla="*/ 70114 h 115852"/>
                <a:gd name="connsiteX183" fmla="*/ 10363131 w 11058025"/>
                <a:gd name="connsiteY183" fmla="*/ 71725 h 115852"/>
                <a:gd name="connsiteX184" fmla="*/ 10151649 w 11058025"/>
                <a:gd name="connsiteY184" fmla="*/ 75652 h 115852"/>
                <a:gd name="connsiteX185" fmla="*/ 9839462 w 11058025"/>
                <a:gd name="connsiteY185" fmla="*/ 79681 h 115852"/>
                <a:gd name="connsiteX186" fmla="*/ 9791022 w 11058025"/>
                <a:gd name="connsiteY186" fmla="*/ 84213 h 115852"/>
                <a:gd name="connsiteX187" fmla="*/ 10065344 w 11058025"/>
                <a:gd name="connsiteY187" fmla="*/ 80184 h 115852"/>
                <a:gd name="connsiteX188" fmla="*/ 10154066 w 11058025"/>
                <a:gd name="connsiteY188" fmla="*/ 82702 h 115852"/>
                <a:gd name="connsiteX189" fmla="*/ 9779039 w 11058025"/>
                <a:gd name="connsiteY189" fmla="*/ 86025 h 115852"/>
                <a:gd name="connsiteX190" fmla="*/ 9593035 w 11058025"/>
                <a:gd name="connsiteY190" fmla="*/ 91665 h 115852"/>
                <a:gd name="connsiteX191" fmla="*/ 9519117 w 11058025"/>
                <a:gd name="connsiteY191" fmla="*/ 95290 h 115852"/>
                <a:gd name="connsiteX192" fmla="*/ 9556076 w 11058025"/>
                <a:gd name="connsiteY192" fmla="*/ 93477 h 115852"/>
                <a:gd name="connsiteX193" fmla="*/ 9116295 w 11058025"/>
                <a:gd name="connsiteY193" fmla="*/ 90758 h 115852"/>
                <a:gd name="connsiteX194" fmla="*/ 9253153 w 11058025"/>
                <a:gd name="connsiteY194" fmla="*/ 87838 h 115852"/>
                <a:gd name="connsiteX195" fmla="*/ 7951031 w 11058025"/>
                <a:gd name="connsiteY195" fmla="*/ 92772 h 115852"/>
                <a:gd name="connsiteX196" fmla="*/ 7762410 w 11058025"/>
                <a:gd name="connsiteY196" fmla="*/ 91362 h 115852"/>
                <a:gd name="connsiteX197" fmla="*/ 7685874 w 11058025"/>
                <a:gd name="connsiteY197" fmla="*/ 87939 h 115852"/>
                <a:gd name="connsiteX198" fmla="*/ 7184058 w 11058025"/>
                <a:gd name="connsiteY198" fmla="*/ 87133 h 115852"/>
                <a:gd name="connsiteX199" fmla="*/ 7184058 w 11058025"/>
                <a:gd name="connsiteY199" fmla="*/ 87939 h 115852"/>
                <a:gd name="connsiteX200" fmla="*/ 6556864 w 11058025"/>
                <a:gd name="connsiteY200" fmla="*/ 87334 h 115852"/>
                <a:gd name="connsiteX201" fmla="*/ 7496951 w 11058025"/>
                <a:gd name="connsiteY201" fmla="*/ 86529 h 115852"/>
                <a:gd name="connsiteX202" fmla="*/ 6869152 w 11058025"/>
                <a:gd name="connsiteY202" fmla="*/ 84112 h 115852"/>
                <a:gd name="connsiteX203" fmla="*/ 6442564 w 11058025"/>
                <a:gd name="connsiteY203" fmla="*/ 83105 h 115852"/>
                <a:gd name="connsiteX204" fmla="*/ 6066328 w 11058025"/>
                <a:gd name="connsiteY204" fmla="*/ 83105 h 115852"/>
                <a:gd name="connsiteX205" fmla="*/ 4762997 w 11058025"/>
                <a:gd name="connsiteY205" fmla="*/ 84514 h 115852"/>
                <a:gd name="connsiteX206" fmla="*/ 4963603 w 11058025"/>
                <a:gd name="connsiteY206" fmla="*/ 85119 h 115852"/>
                <a:gd name="connsiteX207" fmla="*/ 4738425 w 11058025"/>
                <a:gd name="connsiteY207" fmla="*/ 86327 h 115852"/>
                <a:gd name="connsiteX208" fmla="*/ 4637720 w 11058025"/>
                <a:gd name="connsiteY208" fmla="*/ 84817 h 115852"/>
                <a:gd name="connsiteX209" fmla="*/ 4750509 w 11058025"/>
                <a:gd name="connsiteY209" fmla="*/ 84817 h 115852"/>
                <a:gd name="connsiteX210" fmla="*/ 4412139 w 11058025"/>
                <a:gd name="connsiteY210" fmla="*/ 85421 h 115852"/>
                <a:gd name="connsiteX211" fmla="*/ 3810121 w 11058025"/>
                <a:gd name="connsiteY211" fmla="*/ 84716 h 115852"/>
                <a:gd name="connsiteX212" fmla="*/ 2794506 w 11058025"/>
                <a:gd name="connsiteY212" fmla="*/ 84716 h 115852"/>
                <a:gd name="connsiteX213" fmla="*/ 2782522 w 11058025"/>
                <a:gd name="connsiteY213" fmla="*/ 86529 h 115852"/>
                <a:gd name="connsiteX214" fmla="*/ 2731565 w 11058025"/>
                <a:gd name="connsiteY214" fmla="*/ 84011 h 115852"/>
                <a:gd name="connsiteX215" fmla="*/ 2682018 w 11058025"/>
                <a:gd name="connsiteY215" fmla="*/ 85824 h 115852"/>
                <a:gd name="connsiteX216" fmla="*/ 2706792 w 11058025"/>
                <a:gd name="connsiteY216" fmla="*/ 84918 h 115852"/>
                <a:gd name="connsiteX217" fmla="*/ 2379398 w 11058025"/>
                <a:gd name="connsiteY217" fmla="*/ 81091 h 115852"/>
                <a:gd name="connsiteX218" fmla="*/ 2028842 w 11058025"/>
                <a:gd name="connsiteY218" fmla="*/ 82601 h 115852"/>
                <a:gd name="connsiteX219" fmla="*/ 2141028 w 11058025"/>
                <a:gd name="connsiteY219" fmla="*/ 80587 h 115852"/>
                <a:gd name="connsiteX220" fmla="*/ 1801449 w 11058025"/>
                <a:gd name="connsiteY220" fmla="*/ 77667 h 115852"/>
                <a:gd name="connsiteX221" fmla="*/ 2015750 w 11058025"/>
                <a:gd name="connsiteY221" fmla="*/ 80788 h 115852"/>
                <a:gd name="connsiteX222" fmla="*/ 1652002 w 11058025"/>
                <a:gd name="connsiteY222" fmla="*/ 80788 h 115852"/>
                <a:gd name="connsiteX223" fmla="*/ 1791681 w 11058025"/>
                <a:gd name="connsiteY223" fmla="*/ 85824 h 115852"/>
                <a:gd name="connsiteX224" fmla="*/ 1501044 w 11058025"/>
                <a:gd name="connsiteY224" fmla="*/ 79278 h 115852"/>
                <a:gd name="connsiteX225" fmla="*/ 1751701 w 11058025"/>
                <a:gd name="connsiteY225" fmla="*/ 79278 h 115852"/>
                <a:gd name="connsiteX226" fmla="*/ 1133167 w 11058025"/>
                <a:gd name="connsiteY226" fmla="*/ 67999 h 115852"/>
                <a:gd name="connsiteX227" fmla="*/ 1071132 w 11058025"/>
                <a:gd name="connsiteY227" fmla="*/ 69812 h 115852"/>
                <a:gd name="connsiteX228" fmla="*/ 1006983 w 11058025"/>
                <a:gd name="connsiteY228" fmla="*/ 65582 h 115852"/>
                <a:gd name="connsiteX229" fmla="*/ 1095000 w 11058025"/>
                <a:gd name="connsiteY229" fmla="*/ 66287 h 115852"/>
                <a:gd name="connsiteX230" fmla="*/ 1018766 w 11058025"/>
                <a:gd name="connsiteY230" fmla="*/ 63769 h 115852"/>
                <a:gd name="connsiteX231" fmla="*/ 1119471 w 11058025"/>
                <a:gd name="connsiteY231" fmla="*/ 64474 h 115852"/>
                <a:gd name="connsiteX232" fmla="*/ 942129 w 11058025"/>
                <a:gd name="connsiteY232" fmla="*/ 59540 h 115852"/>
                <a:gd name="connsiteX233" fmla="*/ 789359 w 11058025"/>
                <a:gd name="connsiteY233" fmla="*/ 52692 h 115852"/>
                <a:gd name="connsiteX234" fmla="*/ 901746 w 11058025"/>
                <a:gd name="connsiteY234" fmla="*/ 51584 h 115852"/>
                <a:gd name="connsiteX235" fmla="*/ 838100 w 11058025"/>
                <a:gd name="connsiteY235" fmla="*/ 49067 h 115852"/>
                <a:gd name="connsiteX236" fmla="*/ 961867 w 11058025"/>
                <a:gd name="connsiteY236" fmla="*/ 44434 h 115852"/>
                <a:gd name="connsiteX237" fmla="*/ 735078 w 11058025"/>
                <a:gd name="connsiteY237" fmla="*/ 41312 h 115852"/>
                <a:gd name="connsiteX238" fmla="*/ 786438 w 11058025"/>
                <a:gd name="connsiteY238" fmla="*/ 44736 h 115852"/>
                <a:gd name="connsiteX239" fmla="*/ 557736 w 11058025"/>
                <a:gd name="connsiteY239" fmla="*/ 36277 h 115852"/>
                <a:gd name="connsiteX240" fmla="*/ 557736 w 11058025"/>
                <a:gd name="connsiteY240" fmla="*/ 35471 h 115852"/>
                <a:gd name="connsiteX241" fmla="*/ 859047 w 11058025"/>
                <a:gd name="connsiteY241" fmla="*/ 36680 h 115852"/>
                <a:gd name="connsiteX242" fmla="*/ 745854 w 11058025"/>
                <a:gd name="connsiteY242" fmla="*/ 35975 h 115852"/>
                <a:gd name="connsiteX243" fmla="*/ 732258 w 11058025"/>
                <a:gd name="connsiteY243" fmla="*/ 32450 h 115852"/>
                <a:gd name="connsiteX244" fmla="*/ 857838 w 11058025"/>
                <a:gd name="connsiteY244" fmla="*/ 33155 h 115852"/>
                <a:gd name="connsiteX245" fmla="*/ 845049 w 11058025"/>
                <a:gd name="connsiteY245" fmla="*/ 32248 h 115852"/>
                <a:gd name="connsiteX246" fmla="*/ 1317861 w 11058025"/>
                <a:gd name="connsiteY246" fmla="*/ 22178 h 115852"/>
                <a:gd name="connsiteX247" fmla="*/ 1217155 w 11058025"/>
                <a:gd name="connsiteY247" fmla="*/ 20668 h 115852"/>
                <a:gd name="connsiteX248" fmla="*/ 1105171 w 11058025"/>
                <a:gd name="connsiteY248" fmla="*/ 22581 h 115852"/>
                <a:gd name="connsiteX249" fmla="*/ 1240217 w 11058025"/>
                <a:gd name="connsiteY249" fmla="*/ 17244 h 115852"/>
                <a:gd name="connsiteX250" fmla="*/ 9830398 w 11058025"/>
                <a:gd name="connsiteY250" fmla="*/ 22279 h 115852"/>
                <a:gd name="connsiteX251" fmla="*/ 9931104 w 11058025"/>
                <a:gd name="connsiteY251" fmla="*/ 23890 h 115852"/>
                <a:gd name="connsiteX252" fmla="*/ 9830600 w 11058025"/>
                <a:gd name="connsiteY252" fmla="*/ 22279 h 115852"/>
                <a:gd name="connsiteX253" fmla="*/ 9138349 w 11058025"/>
                <a:gd name="connsiteY253" fmla="*/ 85320 h 115852"/>
                <a:gd name="connsiteX254" fmla="*/ 9013475 w 11058025"/>
                <a:gd name="connsiteY254" fmla="*/ 86428 h 115852"/>
                <a:gd name="connsiteX255" fmla="*/ 9138551 w 11058025"/>
                <a:gd name="connsiteY255" fmla="*/ 85320 h 115852"/>
                <a:gd name="connsiteX256" fmla="*/ 7773488 w 11058025"/>
                <a:gd name="connsiteY256" fmla="*/ 90355 h 115852"/>
                <a:gd name="connsiteX257" fmla="*/ 7961807 w 11058025"/>
                <a:gd name="connsiteY257" fmla="*/ 90960 h 115852"/>
                <a:gd name="connsiteX258" fmla="*/ 7710647 w 11058025"/>
                <a:gd name="connsiteY258" fmla="*/ 89650 h 115852"/>
                <a:gd name="connsiteX259" fmla="*/ 7773689 w 11058025"/>
                <a:gd name="connsiteY259" fmla="*/ 90355 h 115852"/>
                <a:gd name="connsiteX260" fmla="*/ 2428945 w 11058025"/>
                <a:gd name="connsiteY260" fmla="*/ 10698 h 115852"/>
                <a:gd name="connsiteX261" fmla="*/ 2429952 w 11058025"/>
                <a:gd name="connsiteY261" fmla="*/ 13417 h 115852"/>
                <a:gd name="connsiteX262" fmla="*/ 2479398 w 11058025"/>
                <a:gd name="connsiteY262" fmla="*/ 11503 h 115852"/>
                <a:gd name="connsiteX263" fmla="*/ 2428945 w 11058025"/>
                <a:gd name="connsiteY263" fmla="*/ 10698 h 115852"/>
                <a:gd name="connsiteX264" fmla="*/ 2781415 w 11058025"/>
                <a:gd name="connsiteY264" fmla="*/ 13618 h 115852"/>
                <a:gd name="connsiteX265" fmla="*/ 2642642 w 11058025"/>
                <a:gd name="connsiteY265" fmla="*/ 11201 h 115852"/>
                <a:gd name="connsiteX266" fmla="*/ 2781012 w 11058025"/>
                <a:gd name="connsiteY266" fmla="*/ 13618 h 115852"/>
                <a:gd name="connsiteX267" fmla="*/ 2355732 w 11058025"/>
                <a:gd name="connsiteY267" fmla="*/ 15229 h 115852"/>
                <a:gd name="connsiteX268" fmla="*/ 2468825 w 11058025"/>
                <a:gd name="connsiteY268" fmla="*/ 15934 h 115852"/>
                <a:gd name="connsiteX269" fmla="*/ 2355330 w 11058025"/>
                <a:gd name="connsiteY269" fmla="*/ 15229 h 115852"/>
                <a:gd name="connsiteX270" fmla="*/ 3509818 w 11058025"/>
                <a:gd name="connsiteY270" fmla="*/ 16740 h 115852"/>
                <a:gd name="connsiteX271" fmla="*/ 3634088 w 11058025"/>
                <a:gd name="connsiteY271" fmla="*/ 13920 h 115852"/>
                <a:gd name="connsiteX272" fmla="*/ 3509415 w 11058025"/>
                <a:gd name="connsiteY272" fmla="*/ 16740 h 115852"/>
                <a:gd name="connsiteX273" fmla="*/ 1542233 w 11058025"/>
                <a:gd name="connsiteY273" fmla="*/ 19359 h 115852"/>
                <a:gd name="connsiteX274" fmla="*/ 1529040 w 11058025"/>
                <a:gd name="connsiteY274" fmla="*/ 17647 h 115852"/>
                <a:gd name="connsiteX275" fmla="*/ 1378687 w 11058025"/>
                <a:gd name="connsiteY275" fmla="*/ 17647 h 115852"/>
                <a:gd name="connsiteX276" fmla="*/ 1541830 w 11058025"/>
                <a:gd name="connsiteY276" fmla="*/ 19359 h 115852"/>
                <a:gd name="connsiteX277" fmla="*/ 3322103 w 11058025"/>
                <a:gd name="connsiteY277" fmla="*/ 17949 h 115852"/>
                <a:gd name="connsiteX278" fmla="*/ 3459968 w 11058025"/>
                <a:gd name="connsiteY278" fmla="*/ 17949 h 115852"/>
                <a:gd name="connsiteX279" fmla="*/ 3446272 w 11058025"/>
                <a:gd name="connsiteY279" fmla="*/ 14424 h 115852"/>
                <a:gd name="connsiteX280" fmla="*/ 3321699 w 11058025"/>
                <a:gd name="connsiteY280" fmla="*/ 17949 h 115852"/>
                <a:gd name="connsiteX281" fmla="*/ 3747885 w 11058025"/>
                <a:gd name="connsiteY281" fmla="*/ 16338 h 115852"/>
                <a:gd name="connsiteX282" fmla="*/ 3647180 w 11058025"/>
                <a:gd name="connsiteY282" fmla="*/ 13820 h 115852"/>
                <a:gd name="connsiteX283" fmla="*/ 3747483 w 11058025"/>
                <a:gd name="connsiteY283" fmla="*/ 16740 h 115852"/>
                <a:gd name="connsiteX284" fmla="*/ 9567557 w 11058025"/>
                <a:gd name="connsiteY284" fmla="*/ 21876 h 115852"/>
                <a:gd name="connsiteX285" fmla="*/ 9692632 w 11058025"/>
                <a:gd name="connsiteY285" fmla="*/ 20769 h 115852"/>
                <a:gd name="connsiteX286" fmla="*/ 9566952 w 11058025"/>
                <a:gd name="connsiteY286" fmla="*/ 21876 h 115852"/>
                <a:gd name="connsiteX287" fmla="*/ 10385889 w 11058025"/>
                <a:gd name="connsiteY287" fmla="*/ 30939 h 115852"/>
                <a:gd name="connsiteX288" fmla="*/ 10260813 w 11058025"/>
                <a:gd name="connsiteY288" fmla="*/ 32047 h 115852"/>
                <a:gd name="connsiteX289" fmla="*/ 10385487 w 11058025"/>
                <a:gd name="connsiteY289" fmla="*/ 30939 h 115852"/>
                <a:gd name="connsiteX290" fmla="*/ 10350139 w 11058025"/>
                <a:gd name="connsiteY290" fmla="*/ 36378 h 115852"/>
                <a:gd name="connsiteX291" fmla="*/ 10386796 w 11058025"/>
                <a:gd name="connsiteY291" fmla="*/ 33659 h 115852"/>
                <a:gd name="connsiteX292" fmla="*/ 10211669 w 11058025"/>
                <a:gd name="connsiteY292" fmla="*/ 34867 h 115852"/>
                <a:gd name="connsiteX293" fmla="*/ 10349736 w 11058025"/>
                <a:gd name="connsiteY293" fmla="*/ 36881 h 115852"/>
                <a:gd name="connsiteX294" fmla="*/ 3533886 w 11058025"/>
                <a:gd name="connsiteY294" fmla="*/ 83809 h 115852"/>
                <a:gd name="connsiteX295" fmla="*/ 3408810 w 11058025"/>
                <a:gd name="connsiteY295" fmla="*/ 84918 h 115852"/>
                <a:gd name="connsiteX296" fmla="*/ 3533483 w 11058025"/>
                <a:gd name="connsiteY296" fmla="*/ 83809 h 115852"/>
                <a:gd name="connsiteX297" fmla="*/ 9337545 w 11058025"/>
                <a:gd name="connsiteY297" fmla="*/ 79681 h 115852"/>
                <a:gd name="connsiteX298" fmla="*/ 9387897 w 11058025"/>
                <a:gd name="connsiteY298" fmla="*/ 81292 h 115852"/>
                <a:gd name="connsiteX299" fmla="*/ 9549026 w 11058025"/>
                <a:gd name="connsiteY299" fmla="*/ 77566 h 115852"/>
                <a:gd name="connsiteX300" fmla="*/ 9337143 w 11058025"/>
                <a:gd name="connsiteY300" fmla="*/ 79681 h 115852"/>
                <a:gd name="connsiteX301" fmla="*/ 9988505 w 11058025"/>
                <a:gd name="connsiteY301" fmla="*/ 76761 h 115852"/>
                <a:gd name="connsiteX302" fmla="*/ 9988505 w 11058025"/>
                <a:gd name="connsiteY302" fmla="*/ 76761 h 115852"/>
                <a:gd name="connsiteX303" fmla="*/ 7522228 w 11058025"/>
                <a:gd name="connsiteY303" fmla="*/ 86831 h 115852"/>
                <a:gd name="connsiteX304" fmla="*/ 7596750 w 11058025"/>
                <a:gd name="connsiteY304" fmla="*/ 84918 h 115852"/>
                <a:gd name="connsiteX305" fmla="*/ 7509136 w 11058025"/>
                <a:gd name="connsiteY305" fmla="*/ 84918 h 115852"/>
                <a:gd name="connsiteX306" fmla="*/ 7521825 w 11058025"/>
                <a:gd name="connsiteY306" fmla="*/ 87234 h 115852"/>
                <a:gd name="connsiteX307" fmla="*/ 9767054 w 11058025"/>
                <a:gd name="connsiteY307" fmla="*/ 88140 h 115852"/>
                <a:gd name="connsiteX308" fmla="*/ 9766450 w 11058025"/>
                <a:gd name="connsiteY308" fmla="*/ 86327 h 115852"/>
                <a:gd name="connsiteX309" fmla="*/ 9640769 w 11058025"/>
                <a:gd name="connsiteY309" fmla="*/ 85723 h 115852"/>
                <a:gd name="connsiteX310" fmla="*/ 9703207 w 11058025"/>
                <a:gd name="connsiteY310" fmla="*/ 84716 h 115852"/>
                <a:gd name="connsiteX311" fmla="*/ 9552149 w 11058025"/>
                <a:gd name="connsiteY311" fmla="*/ 84112 h 115852"/>
                <a:gd name="connsiteX312" fmla="*/ 9640165 w 11058025"/>
                <a:gd name="connsiteY312" fmla="*/ 84817 h 115852"/>
                <a:gd name="connsiteX313" fmla="*/ 9603811 w 11058025"/>
                <a:gd name="connsiteY313" fmla="*/ 88442 h 115852"/>
                <a:gd name="connsiteX314" fmla="*/ 9766651 w 11058025"/>
                <a:gd name="connsiteY314" fmla="*/ 88644 h 115852"/>
                <a:gd name="connsiteX315" fmla="*/ 4361786 w 11058025"/>
                <a:gd name="connsiteY315" fmla="*/ 84514 h 115852"/>
                <a:gd name="connsiteX316" fmla="*/ 4237113 w 11058025"/>
                <a:gd name="connsiteY316" fmla="*/ 86529 h 115852"/>
                <a:gd name="connsiteX317" fmla="*/ 4361384 w 11058025"/>
                <a:gd name="connsiteY317" fmla="*/ 85018 h 115852"/>
                <a:gd name="connsiteX318" fmla="*/ 6241354 w 11058025"/>
                <a:gd name="connsiteY318" fmla="*/ 11402 h 115852"/>
                <a:gd name="connsiteX319" fmla="*/ 6328464 w 11058025"/>
                <a:gd name="connsiteY319" fmla="*/ 9490 h 115852"/>
                <a:gd name="connsiteX320" fmla="*/ 6341657 w 11058025"/>
                <a:gd name="connsiteY320" fmla="*/ 11201 h 115852"/>
                <a:gd name="connsiteX321" fmla="*/ 6240951 w 11058025"/>
                <a:gd name="connsiteY321" fmla="*/ 11906 h 115852"/>
                <a:gd name="connsiteX322" fmla="*/ 1438808 w 11058025"/>
                <a:gd name="connsiteY322" fmla="*/ 10194 h 115852"/>
                <a:gd name="connsiteX323" fmla="*/ 1451397 w 11058025"/>
                <a:gd name="connsiteY323" fmla="*/ 10194 h 115852"/>
                <a:gd name="connsiteX324" fmla="*/ 1576372 w 11058025"/>
                <a:gd name="connsiteY324" fmla="*/ 9086 h 115852"/>
                <a:gd name="connsiteX325" fmla="*/ 1539413 w 11058025"/>
                <a:gd name="connsiteY325" fmla="*/ 10899 h 115852"/>
                <a:gd name="connsiteX326" fmla="*/ 1489060 w 11058025"/>
                <a:gd name="connsiteY326" fmla="*/ 10899 h 115852"/>
                <a:gd name="connsiteX327" fmla="*/ 1464589 w 11058025"/>
                <a:gd name="connsiteY327" fmla="*/ 12712 h 115852"/>
                <a:gd name="connsiteX328" fmla="*/ 1490269 w 11058025"/>
                <a:gd name="connsiteY328" fmla="*/ 14424 h 115852"/>
                <a:gd name="connsiteX329" fmla="*/ 1539816 w 11058025"/>
                <a:gd name="connsiteY329" fmla="*/ 12612 h 115852"/>
                <a:gd name="connsiteX330" fmla="*/ 1427932 w 11058025"/>
                <a:gd name="connsiteY330" fmla="*/ 15431 h 115852"/>
                <a:gd name="connsiteX331" fmla="*/ 1438406 w 11058025"/>
                <a:gd name="connsiteY331" fmla="*/ 10698 h 115852"/>
                <a:gd name="connsiteX332" fmla="*/ 5487170 w 11058025"/>
                <a:gd name="connsiteY332" fmla="*/ 5663 h 115852"/>
                <a:gd name="connsiteX333" fmla="*/ 5388580 w 11058025"/>
                <a:gd name="connsiteY333" fmla="*/ 10194 h 115852"/>
                <a:gd name="connsiteX334" fmla="*/ 5474985 w 11058025"/>
                <a:gd name="connsiteY334" fmla="*/ 6569 h 115852"/>
                <a:gd name="connsiteX335" fmla="*/ 4923320 w 11058025"/>
                <a:gd name="connsiteY335" fmla="*/ 6569 h 115852"/>
                <a:gd name="connsiteX336" fmla="*/ 5023018 w 11058025"/>
                <a:gd name="connsiteY336" fmla="*/ 4655 h 115852"/>
                <a:gd name="connsiteX337" fmla="*/ 4998245 w 11058025"/>
                <a:gd name="connsiteY337" fmla="*/ 5562 h 115852"/>
                <a:gd name="connsiteX338" fmla="*/ 5486566 w 11058025"/>
                <a:gd name="connsiteY338" fmla="*/ 6670 h 115852"/>
                <a:gd name="connsiteX339" fmla="*/ 491471 w 11058025"/>
                <a:gd name="connsiteY339" fmla="*/ 25200 h 115852"/>
                <a:gd name="connsiteX340" fmla="*/ 542529 w 11058025"/>
                <a:gd name="connsiteY340" fmla="*/ 27717 h 115852"/>
                <a:gd name="connsiteX341" fmla="*/ 429135 w 11058025"/>
                <a:gd name="connsiteY341" fmla="*/ 26106 h 115852"/>
                <a:gd name="connsiteX342" fmla="*/ 441320 w 11058025"/>
                <a:gd name="connsiteY342" fmla="*/ 25200 h 115852"/>
                <a:gd name="connsiteX343" fmla="*/ 428531 w 11058025"/>
                <a:gd name="connsiteY343" fmla="*/ 24394 h 115852"/>
                <a:gd name="connsiteX344" fmla="*/ 591674 w 11058025"/>
                <a:gd name="connsiteY344" fmla="*/ 24998 h 115852"/>
                <a:gd name="connsiteX345" fmla="*/ 490867 w 11058025"/>
                <a:gd name="connsiteY345" fmla="*/ 25703 h 115852"/>
                <a:gd name="connsiteX346" fmla="*/ 8461709 w 11058025"/>
                <a:gd name="connsiteY346" fmla="*/ 13618 h 115852"/>
                <a:gd name="connsiteX347" fmla="*/ 8374096 w 11058025"/>
                <a:gd name="connsiteY347" fmla="*/ 14625 h 115852"/>
                <a:gd name="connsiteX348" fmla="*/ 8461104 w 11058025"/>
                <a:gd name="connsiteY348" fmla="*/ 14122 h 115852"/>
                <a:gd name="connsiteX349" fmla="*/ 10536243 w 11058025"/>
                <a:gd name="connsiteY349" fmla="*/ 28422 h 115852"/>
                <a:gd name="connsiteX350" fmla="*/ 10560915 w 11058025"/>
                <a:gd name="connsiteY350" fmla="*/ 27516 h 115852"/>
                <a:gd name="connsiteX351" fmla="*/ 10599888 w 11058025"/>
                <a:gd name="connsiteY351" fmla="*/ 30939 h 115852"/>
                <a:gd name="connsiteX352" fmla="*/ 10535135 w 11058025"/>
                <a:gd name="connsiteY352" fmla="*/ 28926 h 115852"/>
                <a:gd name="connsiteX353" fmla="*/ 1147770 w 11058025"/>
                <a:gd name="connsiteY353" fmla="*/ 70819 h 115852"/>
                <a:gd name="connsiteX354" fmla="*/ 1261265 w 11058025"/>
                <a:gd name="connsiteY354" fmla="*/ 72329 h 115852"/>
                <a:gd name="connsiteX355" fmla="*/ 1146662 w 11058025"/>
                <a:gd name="connsiteY355" fmla="*/ 71322 h 115852"/>
                <a:gd name="connsiteX356" fmla="*/ 2282821 w 11058025"/>
                <a:gd name="connsiteY356" fmla="*/ 89046 h 115852"/>
                <a:gd name="connsiteX357" fmla="*/ 2283325 w 11058025"/>
                <a:gd name="connsiteY357" fmla="*/ 90859 h 115852"/>
                <a:gd name="connsiteX358" fmla="*/ 2070131 w 11058025"/>
                <a:gd name="connsiteY358" fmla="*/ 90859 h 115852"/>
                <a:gd name="connsiteX359" fmla="*/ 2206688 w 11058025"/>
                <a:gd name="connsiteY359" fmla="*/ 87032 h 115852"/>
                <a:gd name="connsiteX360" fmla="*/ 2281714 w 11058025"/>
                <a:gd name="connsiteY360" fmla="*/ 89550 h 115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Lst>
              <a:rect l="l" t="t" r="r" b="b"/>
              <a:pathLst>
                <a:path w="11058025" h="115852">
                  <a:moveTo>
                    <a:pt x="2011017" y="-883"/>
                  </a:moveTo>
                  <a:cubicBezTo>
                    <a:pt x="1976173" y="-883"/>
                    <a:pt x="1914541" y="-883"/>
                    <a:pt x="1886042" y="224"/>
                  </a:cubicBezTo>
                  <a:cubicBezTo>
                    <a:pt x="1991883" y="1131"/>
                    <a:pt x="2185238" y="-782"/>
                    <a:pt x="2011017" y="-883"/>
                  </a:cubicBezTo>
                  <a:close/>
                  <a:moveTo>
                    <a:pt x="1535184" y="829"/>
                  </a:moveTo>
                  <a:cubicBezTo>
                    <a:pt x="1523804" y="2641"/>
                    <a:pt x="1487651" y="2843"/>
                    <a:pt x="1448073" y="2742"/>
                  </a:cubicBezTo>
                  <a:cubicBezTo>
                    <a:pt x="1448980" y="224"/>
                    <a:pt x="1499735" y="1030"/>
                    <a:pt x="1535184" y="829"/>
                  </a:cubicBezTo>
                  <a:close/>
                  <a:moveTo>
                    <a:pt x="2136899" y="829"/>
                  </a:moveTo>
                  <a:cubicBezTo>
                    <a:pt x="2204674" y="-279"/>
                    <a:pt x="2255329" y="-178"/>
                    <a:pt x="2337404" y="829"/>
                  </a:cubicBezTo>
                  <a:cubicBezTo>
                    <a:pt x="2315047" y="1634"/>
                    <a:pt x="2303668" y="3245"/>
                    <a:pt x="2275671" y="3649"/>
                  </a:cubicBezTo>
                  <a:cubicBezTo>
                    <a:pt x="2313738" y="-883"/>
                    <a:pt x="2157141" y="3145"/>
                    <a:pt x="2136899" y="628"/>
                  </a:cubicBezTo>
                  <a:close/>
                  <a:moveTo>
                    <a:pt x="1398023" y="3044"/>
                  </a:moveTo>
                  <a:cubicBezTo>
                    <a:pt x="1395203" y="4857"/>
                    <a:pt x="1351597" y="3950"/>
                    <a:pt x="1348778" y="5763"/>
                  </a:cubicBezTo>
                  <a:cubicBezTo>
                    <a:pt x="1352605" y="8080"/>
                    <a:pt x="1369926" y="4555"/>
                    <a:pt x="1399130" y="5763"/>
                  </a:cubicBezTo>
                  <a:cubicBezTo>
                    <a:pt x="1378184" y="7274"/>
                    <a:pt x="1354518" y="8583"/>
                    <a:pt x="1312423" y="8583"/>
                  </a:cubicBezTo>
                  <a:cubicBezTo>
                    <a:pt x="1326018" y="7475"/>
                    <a:pt x="1322493" y="6770"/>
                    <a:pt x="1299230" y="6871"/>
                  </a:cubicBezTo>
                  <a:cubicBezTo>
                    <a:pt x="1299029" y="3145"/>
                    <a:pt x="1352302" y="3245"/>
                    <a:pt x="1398023" y="2843"/>
                  </a:cubicBezTo>
                  <a:close/>
                  <a:moveTo>
                    <a:pt x="2526428" y="3044"/>
                  </a:moveTo>
                  <a:cubicBezTo>
                    <a:pt x="2568624" y="1131"/>
                    <a:pt x="2681313" y="1735"/>
                    <a:pt x="2726832" y="3044"/>
                  </a:cubicBezTo>
                  <a:cubicBezTo>
                    <a:pt x="2672753" y="4958"/>
                    <a:pt x="2593498" y="1836"/>
                    <a:pt x="2526428" y="2641"/>
                  </a:cubicBezTo>
                  <a:close/>
                  <a:moveTo>
                    <a:pt x="2063183" y="4655"/>
                  </a:moveTo>
                  <a:cubicBezTo>
                    <a:pt x="2075569" y="3548"/>
                    <a:pt x="2194100" y="2239"/>
                    <a:pt x="2188763" y="5360"/>
                  </a:cubicBezTo>
                  <a:cubicBezTo>
                    <a:pt x="2133173" y="5763"/>
                    <a:pt x="2113032" y="3950"/>
                    <a:pt x="2063082" y="4253"/>
                  </a:cubicBezTo>
                  <a:close/>
                  <a:moveTo>
                    <a:pt x="2076677" y="7375"/>
                  </a:moveTo>
                  <a:cubicBezTo>
                    <a:pt x="2086748" y="11604"/>
                    <a:pt x="1878489" y="8180"/>
                    <a:pt x="1776474" y="9590"/>
                  </a:cubicBezTo>
                  <a:cubicBezTo>
                    <a:pt x="1870231" y="4756"/>
                    <a:pt x="1974461" y="9187"/>
                    <a:pt x="2076576" y="6670"/>
                  </a:cubicBezTo>
                  <a:close/>
                  <a:moveTo>
                    <a:pt x="3191487" y="4454"/>
                  </a:moveTo>
                  <a:lnTo>
                    <a:pt x="3266714" y="4454"/>
                  </a:lnTo>
                  <a:cubicBezTo>
                    <a:pt x="3279705" y="7576"/>
                    <a:pt x="3217772" y="5763"/>
                    <a:pt x="3192091" y="6367"/>
                  </a:cubicBezTo>
                  <a:close/>
                  <a:moveTo>
                    <a:pt x="3317369" y="5965"/>
                  </a:moveTo>
                  <a:cubicBezTo>
                    <a:pt x="3337510" y="4857"/>
                    <a:pt x="3466413" y="3346"/>
                    <a:pt x="3468427" y="6670"/>
                  </a:cubicBezTo>
                  <a:close/>
                  <a:moveTo>
                    <a:pt x="4646682" y="5965"/>
                  </a:moveTo>
                  <a:cubicBezTo>
                    <a:pt x="4605595" y="9086"/>
                    <a:pt x="4483439" y="8080"/>
                    <a:pt x="4396731" y="8180"/>
                  </a:cubicBezTo>
                  <a:cubicBezTo>
                    <a:pt x="4475483" y="6065"/>
                    <a:pt x="4535000" y="6670"/>
                    <a:pt x="4646481" y="5864"/>
                  </a:cubicBezTo>
                  <a:close/>
                  <a:moveTo>
                    <a:pt x="5837928" y="6468"/>
                  </a:moveTo>
                  <a:cubicBezTo>
                    <a:pt x="5821010" y="11604"/>
                    <a:pt x="5704392" y="5663"/>
                    <a:pt x="5612650" y="7777"/>
                  </a:cubicBezTo>
                  <a:cubicBezTo>
                    <a:pt x="5614462" y="5763"/>
                    <a:pt x="5773375" y="6670"/>
                    <a:pt x="5837726" y="6670"/>
                  </a:cubicBezTo>
                  <a:close/>
                  <a:moveTo>
                    <a:pt x="6101072" y="6468"/>
                  </a:moveTo>
                  <a:cubicBezTo>
                    <a:pt x="6062602" y="11503"/>
                    <a:pt x="5961392" y="7676"/>
                    <a:pt x="5913860" y="8583"/>
                  </a:cubicBezTo>
                  <a:cubicBezTo>
                    <a:pt x="5928261" y="4152"/>
                    <a:pt x="6044374" y="6670"/>
                    <a:pt x="6100870" y="5965"/>
                  </a:cubicBezTo>
                  <a:close/>
                  <a:moveTo>
                    <a:pt x="1190569" y="18754"/>
                  </a:moveTo>
                  <a:cubicBezTo>
                    <a:pt x="1107387" y="22682"/>
                    <a:pt x="1020478" y="16136"/>
                    <a:pt x="927426" y="18754"/>
                  </a:cubicBezTo>
                  <a:cubicBezTo>
                    <a:pt x="954616" y="14424"/>
                    <a:pt x="1091979" y="18553"/>
                    <a:pt x="1190368" y="18251"/>
                  </a:cubicBezTo>
                  <a:close/>
                  <a:moveTo>
                    <a:pt x="5187068" y="9791"/>
                  </a:moveTo>
                  <a:cubicBezTo>
                    <a:pt x="5156857" y="11604"/>
                    <a:pt x="5106504" y="11906"/>
                    <a:pt x="5049806" y="11806"/>
                  </a:cubicBezTo>
                  <a:cubicBezTo>
                    <a:pt x="5073472" y="9187"/>
                    <a:pt x="5132083" y="9389"/>
                    <a:pt x="5186867" y="9288"/>
                  </a:cubicBezTo>
                  <a:close/>
                  <a:moveTo>
                    <a:pt x="734" y="21775"/>
                  </a:moveTo>
                  <a:cubicBezTo>
                    <a:pt x="48770" y="22782"/>
                    <a:pt x="70019" y="21171"/>
                    <a:pt x="126213" y="22380"/>
                  </a:cubicBezTo>
                  <a:cubicBezTo>
                    <a:pt x="113423" y="23085"/>
                    <a:pt x="-5107" y="24394"/>
                    <a:pt x="-72" y="21272"/>
                  </a:cubicBezTo>
                  <a:close/>
                  <a:moveTo>
                    <a:pt x="10844905" y="52793"/>
                  </a:moveTo>
                  <a:cubicBezTo>
                    <a:pt x="10900294" y="50174"/>
                    <a:pt x="10993245" y="52793"/>
                    <a:pt x="11057797" y="52793"/>
                  </a:cubicBezTo>
                  <a:cubicBezTo>
                    <a:pt x="11021542" y="55814"/>
                    <a:pt x="10905530" y="52289"/>
                    <a:pt x="10844502" y="52289"/>
                  </a:cubicBezTo>
                  <a:close/>
                  <a:moveTo>
                    <a:pt x="1413128" y="79278"/>
                  </a:moveTo>
                  <a:cubicBezTo>
                    <a:pt x="1415243" y="80889"/>
                    <a:pt x="1398425" y="81192"/>
                    <a:pt x="1401849" y="82803"/>
                  </a:cubicBezTo>
                  <a:cubicBezTo>
                    <a:pt x="1351497" y="79580"/>
                    <a:pt x="1265394" y="79077"/>
                    <a:pt x="1199129" y="76962"/>
                  </a:cubicBezTo>
                  <a:cubicBezTo>
                    <a:pt x="1259653" y="73840"/>
                    <a:pt x="1307388" y="77163"/>
                    <a:pt x="1412726" y="78774"/>
                  </a:cubicBezTo>
                  <a:close/>
                  <a:moveTo>
                    <a:pt x="800638" y="84817"/>
                  </a:moveTo>
                  <a:cubicBezTo>
                    <a:pt x="817455" y="84011"/>
                    <a:pt x="886338" y="83004"/>
                    <a:pt x="926016" y="84817"/>
                  </a:cubicBezTo>
                  <a:cubicBezTo>
                    <a:pt x="895603" y="86629"/>
                    <a:pt x="841322" y="85421"/>
                    <a:pt x="800235" y="84313"/>
                  </a:cubicBezTo>
                  <a:close/>
                  <a:moveTo>
                    <a:pt x="2081209" y="89550"/>
                  </a:moveTo>
                  <a:cubicBezTo>
                    <a:pt x="2131562" y="85723"/>
                    <a:pt x="2255933" y="90758"/>
                    <a:pt x="2081209" y="89550"/>
                  </a:cubicBezTo>
                  <a:close/>
                  <a:moveTo>
                    <a:pt x="10777331" y="74041"/>
                  </a:moveTo>
                  <a:cubicBezTo>
                    <a:pt x="10787402" y="72229"/>
                    <a:pt x="10864040" y="72934"/>
                    <a:pt x="10877534" y="74041"/>
                  </a:cubicBezTo>
                  <a:cubicBezTo>
                    <a:pt x="10857996" y="75854"/>
                    <a:pt x="10820232" y="72229"/>
                    <a:pt x="10776929" y="73538"/>
                  </a:cubicBezTo>
                  <a:close/>
                  <a:moveTo>
                    <a:pt x="2883832" y="89852"/>
                  </a:moveTo>
                  <a:cubicBezTo>
                    <a:pt x="2852613" y="92470"/>
                    <a:pt x="2824416" y="90859"/>
                    <a:pt x="2771444" y="90960"/>
                  </a:cubicBezTo>
                  <a:cubicBezTo>
                    <a:pt x="2802865" y="88945"/>
                    <a:pt x="2848887" y="88442"/>
                    <a:pt x="2883429" y="89349"/>
                  </a:cubicBezTo>
                  <a:close/>
                  <a:moveTo>
                    <a:pt x="10376927" y="76559"/>
                  </a:moveTo>
                  <a:cubicBezTo>
                    <a:pt x="10397672" y="74444"/>
                    <a:pt x="10472497" y="76559"/>
                    <a:pt x="10514490" y="75451"/>
                  </a:cubicBezTo>
                  <a:cubicBezTo>
                    <a:pt x="10432415" y="78170"/>
                    <a:pt x="10398477" y="79278"/>
                    <a:pt x="10290119" y="79378"/>
                  </a:cubicBezTo>
                  <a:cubicBezTo>
                    <a:pt x="10311065" y="76357"/>
                    <a:pt x="10359304" y="79378"/>
                    <a:pt x="10414791" y="77365"/>
                  </a:cubicBezTo>
                  <a:cubicBezTo>
                    <a:pt x="10412073" y="75854"/>
                    <a:pt x="10391327" y="76156"/>
                    <a:pt x="10376524" y="76056"/>
                  </a:cubicBezTo>
                  <a:close/>
                  <a:moveTo>
                    <a:pt x="3460270" y="88845"/>
                  </a:moveTo>
                  <a:cubicBezTo>
                    <a:pt x="3376081" y="92772"/>
                    <a:pt x="3289071" y="91161"/>
                    <a:pt x="3160470" y="92067"/>
                  </a:cubicBezTo>
                  <a:cubicBezTo>
                    <a:pt x="3248889" y="87939"/>
                    <a:pt x="3327843" y="89046"/>
                    <a:pt x="3459868" y="88341"/>
                  </a:cubicBezTo>
                  <a:close/>
                  <a:moveTo>
                    <a:pt x="5427956" y="85723"/>
                  </a:moveTo>
                  <a:cubicBezTo>
                    <a:pt x="5366626" y="90054"/>
                    <a:pt x="5246686" y="85723"/>
                    <a:pt x="5152626" y="87133"/>
                  </a:cubicBezTo>
                  <a:cubicBezTo>
                    <a:pt x="5225336" y="84112"/>
                    <a:pt x="5298549" y="87234"/>
                    <a:pt x="5427956" y="85723"/>
                  </a:cubicBezTo>
                  <a:close/>
                  <a:moveTo>
                    <a:pt x="2096516" y="95793"/>
                  </a:moveTo>
                  <a:cubicBezTo>
                    <a:pt x="2137806" y="93679"/>
                    <a:pt x="2233979" y="95189"/>
                    <a:pt x="2296618" y="94585"/>
                  </a:cubicBezTo>
                  <a:cubicBezTo>
                    <a:pt x="2254825" y="97304"/>
                    <a:pt x="2158651" y="95391"/>
                    <a:pt x="2096013" y="96096"/>
                  </a:cubicBezTo>
                  <a:close/>
                  <a:moveTo>
                    <a:pt x="7173081" y="92067"/>
                  </a:moveTo>
                  <a:cubicBezTo>
                    <a:pt x="7148409" y="96297"/>
                    <a:pt x="7092517" y="93578"/>
                    <a:pt x="7023332" y="94082"/>
                  </a:cubicBezTo>
                  <a:cubicBezTo>
                    <a:pt x="7031691" y="92974"/>
                    <a:pt x="7117895" y="90255"/>
                    <a:pt x="7172578" y="92370"/>
                  </a:cubicBezTo>
                  <a:close/>
                  <a:moveTo>
                    <a:pt x="8606625" y="103649"/>
                  </a:moveTo>
                  <a:cubicBezTo>
                    <a:pt x="8573492" y="105764"/>
                    <a:pt x="8485778" y="104152"/>
                    <a:pt x="8431497" y="104857"/>
                  </a:cubicBezTo>
                  <a:cubicBezTo>
                    <a:pt x="8479333" y="102843"/>
                    <a:pt x="8542677" y="103346"/>
                    <a:pt x="8606120" y="103950"/>
                  </a:cubicBezTo>
                  <a:close/>
                  <a:moveTo>
                    <a:pt x="6729071" y="112309"/>
                  </a:moveTo>
                  <a:cubicBezTo>
                    <a:pt x="6764116" y="111503"/>
                    <a:pt x="6761901" y="113417"/>
                    <a:pt x="6791911" y="113014"/>
                  </a:cubicBezTo>
                  <a:cubicBezTo>
                    <a:pt x="6781035" y="115230"/>
                    <a:pt x="6722424" y="116136"/>
                    <a:pt x="6728568" y="112611"/>
                  </a:cubicBezTo>
                  <a:close/>
                  <a:moveTo>
                    <a:pt x="1887250" y="3749"/>
                  </a:moveTo>
                  <a:cubicBezTo>
                    <a:pt x="1936999" y="1836"/>
                    <a:pt x="1972850" y="3245"/>
                    <a:pt x="2037402" y="2541"/>
                  </a:cubicBezTo>
                  <a:cubicBezTo>
                    <a:pt x="2029144" y="3467"/>
                    <a:pt x="2020836" y="3810"/>
                    <a:pt x="2012528" y="3548"/>
                  </a:cubicBezTo>
                  <a:cubicBezTo>
                    <a:pt x="2010514" y="4253"/>
                    <a:pt x="2017764" y="4354"/>
                    <a:pt x="2025418" y="4354"/>
                  </a:cubicBezTo>
                  <a:cubicBezTo>
                    <a:pt x="2011621" y="5763"/>
                    <a:pt x="1928237" y="5159"/>
                    <a:pt x="1887250" y="3749"/>
                  </a:cubicBezTo>
                  <a:close/>
                  <a:moveTo>
                    <a:pt x="1240217" y="17244"/>
                  </a:moveTo>
                  <a:cubicBezTo>
                    <a:pt x="1254719" y="18049"/>
                    <a:pt x="1233268" y="19761"/>
                    <a:pt x="1290570" y="18955"/>
                  </a:cubicBezTo>
                  <a:cubicBezTo>
                    <a:pt x="1292080" y="16438"/>
                    <a:pt x="1235685" y="16438"/>
                    <a:pt x="1302151" y="16237"/>
                  </a:cubicBezTo>
                  <a:cubicBezTo>
                    <a:pt x="1297922" y="15028"/>
                    <a:pt x="1270530" y="15532"/>
                    <a:pt x="1251798" y="15431"/>
                  </a:cubicBezTo>
                  <a:cubicBezTo>
                    <a:pt x="1259895" y="14162"/>
                    <a:pt x="1268072" y="13558"/>
                    <a:pt x="1276270" y="13618"/>
                  </a:cubicBezTo>
                  <a:cubicBezTo>
                    <a:pt x="1268012" y="12823"/>
                    <a:pt x="1259674" y="13125"/>
                    <a:pt x="1251496" y="14525"/>
                  </a:cubicBezTo>
                  <a:cubicBezTo>
                    <a:pt x="1211717" y="11604"/>
                    <a:pt x="1301849" y="9892"/>
                    <a:pt x="1337297" y="9086"/>
                  </a:cubicBezTo>
                  <a:cubicBezTo>
                    <a:pt x="1368516" y="9086"/>
                    <a:pt x="1342030" y="12107"/>
                    <a:pt x="1338606" y="12612"/>
                  </a:cubicBezTo>
                  <a:cubicBezTo>
                    <a:pt x="1386744" y="11906"/>
                    <a:pt x="1410107" y="11101"/>
                    <a:pt x="1414740" y="15129"/>
                  </a:cubicBezTo>
                  <a:cubicBezTo>
                    <a:pt x="1382615" y="15129"/>
                    <a:pt x="1399130" y="14525"/>
                    <a:pt x="1401547" y="13417"/>
                  </a:cubicBezTo>
                  <a:cubicBezTo>
                    <a:pt x="1361869" y="13417"/>
                    <a:pt x="1357942" y="15129"/>
                    <a:pt x="1314135" y="14424"/>
                  </a:cubicBezTo>
                  <a:cubicBezTo>
                    <a:pt x="1380097" y="19359"/>
                    <a:pt x="1625315" y="16438"/>
                    <a:pt x="1664993" y="13820"/>
                  </a:cubicBezTo>
                  <a:cubicBezTo>
                    <a:pt x="1669525" y="12208"/>
                    <a:pt x="1725416" y="16740"/>
                    <a:pt x="1752808" y="13820"/>
                  </a:cubicBezTo>
                  <a:cubicBezTo>
                    <a:pt x="1723302" y="10839"/>
                    <a:pt x="1693614" y="9993"/>
                    <a:pt x="1663986" y="11302"/>
                  </a:cubicBezTo>
                  <a:cubicBezTo>
                    <a:pt x="1646765" y="9490"/>
                    <a:pt x="1781912" y="10597"/>
                    <a:pt x="1826525" y="10094"/>
                  </a:cubicBezTo>
                  <a:cubicBezTo>
                    <a:pt x="1825820" y="11806"/>
                    <a:pt x="1785437" y="10798"/>
                    <a:pt x="1789969" y="12812"/>
                  </a:cubicBezTo>
                  <a:cubicBezTo>
                    <a:pt x="1806434" y="14202"/>
                    <a:pt x="1823010" y="13286"/>
                    <a:pt x="1839214" y="10094"/>
                  </a:cubicBezTo>
                  <a:cubicBezTo>
                    <a:pt x="2121189" y="10094"/>
                    <a:pt x="2346971" y="9187"/>
                    <a:pt x="2654324" y="10094"/>
                  </a:cubicBezTo>
                  <a:cubicBezTo>
                    <a:pt x="2607295" y="8381"/>
                    <a:pt x="2656439" y="8180"/>
                    <a:pt x="2690981" y="7375"/>
                  </a:cubicBezTo>
                  <a:cubicBezTo>
                    <a:pt x="2696117" y="8885"/>
                    <a:pt x="2681716" y="9086"/>
                    <a:pt x="2666510" y="9187"/>
                  </a:cubicBezTo>
                  <a:cubicBezTo>
                    <a:pt x="2691353" y="10940"/>
                    <a:pt x="2716308" y="10305"/>
                    <a:pt x="2741032" y="7274"/>
                  </a:cubicBezTo>
                  <a:cubicBezTo>
                    <a:pt x="2763992" y="8986"/>
                    <a:pt x="2785040" y="8684"/>
                    <a:pt x="2829350" y="8885"/>
                  </a:cubicBezTo>
                  <a:cubicBezTo>
                    <a:pt x="2966008" y="9691"/>
                    <a:pt x="2913742" y="8885"/>
                    <a:pt x="2754929" y="10798"/>
                  </a:cubicBezTo>
                  <a:cubicBezTo>
                    <a:pt x="2797628" y="12812"/>
                    <a:pt x="2892593" y="10798"/>
                    <a:pt x="2955635" y="11302"/>
                  </a:cubicBezTo>
                  <a:cubicBezTo>
                    <a:pt x="2930801" y="14243"/>
                    <a:pt x="2905716" y="14585"/>
                    <a:pt x="2880811" y="12309"/>
                  </a:cubicBezTo>
                  <a:cubicBezTo>
                    <a:pt x="2947075" y="20668"/>
                    <a:pt x="3197731" y="12309"/>
                    <a:pt x="3371045" y="15934"/>
                  </a:cubicBezTo>
                  <a:cubicBezTo>
                    <a:pt x="3310622" y="13417"/>
                    <a:pt x="3200853" y="14625"/>
                    <a:pt x="3107197" y="14625"/>
                  </a:cubicBezTo>
                  <a:cubicBezTo>
                    <a:pt x="3129855" y="11604"/>
                    <a:pt x="3157549" y="13920"/>
                    <a:pt x="3207197" y="13518"/>
                  </a:cubicBezTo>
                  <a:cubicBezTo>
                    <a:pt x="3173562" y="7173"/>
                    <a:pt x="2987055" y="15431"/>
                    <a:pt x="2942140" y="8684"/>
                  </a:cubicBezTo>
                  <a:cubicBezTo>
                    <a:pt x="3305385" y="9993"/>
                    <a:pt x="3618277" y="13115"/>
                    <a:pt x="3946779" y="13115"/>
                  </a:cubicBezTo>
                  <a:cubicBezTo>
                    <a:pt x="3974372" y="13115"/>
                    <a:pt x="3965208" y="14726"/>
                    <a:pt x="3985046" y="14827"/>
                  </a:cubicBezTo>
                  <a:cubicBezTo>
                    <a:pt x="4233890" y="9590"/>
                    <a:pt x="4445372" y="16539"/>
                    <a:pt x="4800057" y="14827"/>
                  </a:cubicBezTo>
                  <a:cubicBezTo>
                    <a:pt x="4791396" y="11503"/>
                    <a:pt x="4842454" y="14827"/>
                    <a:pt x="4874679" y="12913"/>
                  </a:cubicBezTo>
                  <a:cubicBezTo>
                    <a:pt x="4908920" y="13618"/>
                    <a:pt x="4846684" y="14928"/>
                    <a:pt x="4850812" y="16539"/>
                  </a:cubicBezTo>
                  <a:cubicBezTo>
                    <a:pt x="4958567" y="15532"/>
                    <a:pt x="4972566" y="11503"/>
                    <a:pt x="5101166" y="15129"/>
                  </a:cubicBezTo>
                  <a:cubicBezTo>
                    <a:pt x="5038427" y="15834"/>
                    <a:pt x="4999655" y="14223"/>
                    <a:pt x="4963300" y="15129"/>
                  </a:cubicBezTo>
                  <a:cubicBezTo>
                    <a:pt x="5108921" y="16237"/>
                    <a:pt x="5320503" y="15733"/>
                    <a:pt x="5452326" y="15129"/>
                  </a:cubicBezTo>
                  <a:cubicBezTo>
                    <a:pt x="5359677" y="13115"/>
                    <a:pt x="5228961" y="15129"/>
                    <a:pt x="5376495" y="13518"/>
                  </a:cubicBezTo>
                  <a:cubicBezTo>
                    <a:pt x="5413656" y="13518"/>
                    <a:pt x="5452125" y="11906"/>
                    <a:pt x="5514059" y="12410"/>
                  </a:cubicBezTo>
                  <a:cubicBezTo>
                    <a:pt x="5536516" y="14122"/>
                    <a:pt x="5505197" y="14122"/>
                    <a:pt x="5527855" y="15834"/>
                  </a:cubicBezTo>
                  <a:cubicBezTo>
                    <a:pt x="5703083" y="14021"/>
                    <a:pt x="5841654" y="15028"/>
                    <a:pt x="5977304" y="10698"/>
                  </a:cubicBezTo>
                  <a:cubicBezTo>
                    <a:pt x="5974786" y="12511"/>
                    <a:pt x="5922419" y="10698"/>
                    <a:pt x="5915371" y="12511"/>
                  </a:cubicBezTo>
                  <a:cubicBezTo>
                    <a:pt x="5950517" y="15532"/>
                    <a:pt x="6023830" y="10698"/>
                    <a:pt x="6053337" y="13216"/>
                  </a:cubicBezTo>
                  <a:cubicBezTo>
                    <a:pt x="6070356" y="13216"/>
                    <a:pt x="6063407" y="10899"/>
                    <a:pt x="6064716" y="9590"/>
                  </a:cubicBezTo>
                  <a:cubicBezTo>
                    <a:pt x="6119399" y="10597"/>
                    <a:pt x="6094928" y="8583"/>
                    <a:pt x="6152129" y="8583"/>
                  </a:cubicBezTo>
                  <a:cubicBezTo>
                    <a:pt x="6141253" y="10194"/>
                    <a:pt x="6106509" y="10094"/>
                    <a:pt x="6103287" y="12208"/>
                  </a:cubicBezTo>
                  <a:cubicBezTo>
                    <a:pt x="6234808" y="12208"/>
                    <a:pt x="6391204" y="13618"/>
                    <a:pt x="6541758" y="11402"/>
                  </a:cubicBezTo>
                  <a:cubicBezTo>
                    <a:pt x="6539342" y="10396"/>
                    <a:pt x="6518798" y="10698"/>
                    <a:pt x="6503894" y="10597"/>
                  </a:cubicBezTo>
                  <a:cubicBezTo>
                    <a:pt x="6532896" y="7274"/>
                    <a:pt x="6626855" y="11806"/>
                    <a:pt x="6691507" y="9389"/>
                  </a:cubicBezTo>
                  <a:cubicBezTo>
                    <a:pt x="6625244" y="5965"/>
                    <a:pt x="6418495" y="9389"/>
                    <a:pt x="6314366" y="6569"/>
                  </a:cubicBezTo>
                  <a:cubicBezTo>
                    <a:pt x="6196742" y="5461"/>
                    <a:pt x="6463611" y="5260"/>
                    <a:pt x="6501980" y="5260"/>
                  </a:cubicBezTo>
                  <a:cubicBezTo>
                    <a:pt x="6812153" y="5260"/>
                    <a:pt x="7126354" y="10396"/>
                    <a:pt x="7481241" y="8885"/>
                  </a:cubicBezTo>
                  <a:cubicBezTo>
                    <a:pt x="7410747" y="13014"/>
                    <a:pt x="7231692" y="9993"/>
                    <a:pt x="7118701" y="11302"/>
                  </a:cubicBezTo>
                  <a:cubicBezTo>
                    <a:pt x="7146596" y="14525"/>
                    <a:pt x="7279830" y="10295"/>
                    <a:pt x="7270363" y="14525"/>
                  </a:cubicBezTo>
                  <a:cubicBezTo>
                    <a:pt x="7309336" y="14525"/>
                    <a:pt x="7305207" y="11705"/>
                    <a:pt x="7357373" y="12612"/>
                  </a:cubicBezTo>
                  <a:cubicBezTo>
                    <a:pt x="7353445" y="13820"/>
                    <a:pt x="7335923" y="14021"/>
                    <a:pt x="7333304" y="15330"/>
                  </a:cubicBezTo>
                  <a:cubicBezTo>
                    <a:pt x="7386074" y="14122"/>
                    <a:pt x="7400676" y="14827"/>
                    <a:pt x="7458582" y="15330"/>
                  </a:cubicBezTo>
                  <a:cubicBezTo>
                    <a:pt x="7454352" y="14122"/>
                    <a:pt x="7426960" y="14625"/>
                    <a:pt x="7408229" y="14525"/>
                  </a:cubicBezTo>
                  <a:cubicBezTo>
                    <a:pt x="7440757" y="12812"/>
                    <a:pt x="7579428" y="12913"/>
                    <a:pt x="7533809" y="15129"/>
                  </a:cubicBezTo>
                  <a:cubicBezTo>
                    <a:pt x="7918906" y="14323"/>
                    <a:pt x="8418104" y="23286"/>
                    <a:pt x="8902094" y="19761"/>
                  </a:cubicBezTo>
                  <a:cubicBezTo>
                    <a:pt x="8893534" y="17647"/>
                    <a:pt x="8825054" y="19761"/>
                    <a:pt x="8813775" y="18150"/>
                  </a:cubicBezTo>
                  <a:cubicBezTo>
                    <a:pt x="8788901" y="17546"/>
                    <a:pt x="8896958" y="17344"/>
                    <a:pt x="8914481" y="18150"/>
                  </a:cubicBezTo>
                  <a:cubicBezTo>
                    <a:pt x="8894340" y="14323"/>
                    <a:pt x="8758690" y="15934"/>
                    <a:pt x="8700582" y="15934"/>
                  </a:cubicBezTo>
                  <a:cubicBezTo>
                    <a:pt x="8642475" y="15934"/>
                    <a:pt x="8579736" y="16639"/>
                    <a:pt x="8512667" y="15934"/>
                  </a:cubicBezTo>
                  <a:cubicBezTo>
                    <a:pt x="8689203" y="11503"/>
                    <a:pt x="8887190" y="13316"/>
                    <a:pt x="9113374" y="13115"/>
                  </a:cubicBezTo>
                  <a:cubicBezTo>
                    <a:pt x="9106023" y="13920"/>
                    <a:pt x="9085379" y="16438"/>
                    <a:pt x="9126970" y="15733"/>
                  </a:cubicBezTo>
                  <a:cubicBezTo>
                    <a:pt x="9093838" y="17848"/>
                    <a:pt x="9006124" y="15733"/>
                    <a:pt x="8951743" y="16942"/>
                  </a:cubicBezTo>
                  <a:cubicBezTo>
                    <a:pt x="9074300" y="18150"/>
                    <a:pt x="9222740" y="16942"/>
                    <a:pt x="9341170" y="18855"/>
                  </a:cubicBezTo>
                  <a:cubicBezTo>
                    <a:pt x="9335229" y="16942"/>
                    <a:pt x="9274705" y="18855"/>
                    <a:pt x="9265340" y="17244"/>
                  </a:cubicBezTo>
                  <a:cubicBezTo>
                    <a:pt x="9422138" y="17244"/>
                    <a:pt x="9697064" y="19660"/>
                    <a:pt x="9792331" y="18049"/>
                  </a:cubicBezTo>
                  <a:cubicBezTo>
                    <a:pt x="9817407" y="15934"/>
                    <a:pt x="9927277" y="24091"/>
                    <a:pt x="9970278" y="24796"/>
                  </a:cubicBezTo>
                  <a:cubicBezTo>
                    <a:pt x="10043290" y="26106"/>
                    <a:pt x="10165646" y="20466"/>
                    <a:pt x="10197368" y="28825"/>
                  </a:cubicBezTo>
                  <a:cubicBezTo>
                    <a:pt x="10185989" y="28221"/>
                    <a:pt x="10168668" y="27918"/>
                    <a:pt x="10147016" y="28019"/>
                  </a:cubicBezTo>
                  <a:cubicBezTo>
                    <a:pt x="10165646" y="30335"/>
                    <a:pt x="10219826" y="29932"/>
                    <a:pt x="10236341" y="32349"/>
                  </a:cubicBezTo>
                  <a:cubicBezTo>
                    <a:pt x="10188305" y="28825"/>
                    <a:pt x="10418921" y="26609"/>
                    <a:pt x="10411368" y="31141"/>
                  </a:cubicBezTo>
                  <a:cubicBezTo>
                    <a:pt x="10455275" y="29328"/>
                    <a:pt x="10468971" y="30033"/>
                    <a:pt x="10511066" y="29127"/>
                  </a:cubicBezTo>
                  <a:cubicBezTo>
                    <a:pt x="10498881" y="30899"/>
                    <a:pt x="10486695" y="31805"/>
                    <a:pt x="10474409" y="31846"/>
                  </a:cubicBezTo>
                  <a:cubicBezTo>
                    <a:pt x="10512073" y="35411"/>
                    <a:pt x="10549939" y="35944"/>
                    <a:pt x="10587703" y="33457"/>
                  </a:cubicBezTo>
                  <a:cubicBezTo>
                    <a:pt x="10641883" y="34263"/>
                    <a:pt x="10638056" y="39399"/>
                    <a:pt x="10727180" y="37586"/>
                  </a:cubicBezTo>
                  <a:cubicBezTo>
                    <a:pt x="10741783" y="42923"/>
                    <a:pt x="10798480" y="45038"/>
                    <a:pt x="10868168" y="46247"/>
                  </a:cubicBezTo>
                  <a:cubicBezTo>
                    <a:pt x="10858097" y="48362"/>
                    <a:pt x="10780857" y="46247"/>
                    <a:pt x="10768570" y="48160"/>
                  </a:cubicBezTo>
                  <a:cubicBezTo>
                    <a:pt x="10828993" y="50174"/>
                    <a:pt x="10808148" y="53397"/>
                    <a:pt x="10870988" y="54102"/>
                  </a:cubicBezTo>
                  <a:cubicBezTo>
                    <a:pt x="10858500" y="55310"/>
                    <a:pt x="10845912" y="55310"/>
                    <a:pt x="10833425" y="54102"/>
                  </a:cubicBezTo>
                  <a:cubicBezTo>
                    <a:pt x="10806939" y="55511"/>
                    <a:pt x="10880756" y="57224"/>
                    <a:pt x="10885389" y="59338"/>
                  </a:cubicBezTo>
                  <a:cubicBezTo>
                    <a:pt x="10948732" y="57224"/>
                    <a:pt x="10949135" y="59338"/>
                    <a:pt x="10997877" y="58231"/>
                  </a:cubicBezTo>
                  <a:cubicBezTo>
                    <a:pt x="10861321" y="65985"/>
                    <a:pt x="10599083" y="68301"/>
                    <a:pt x="10412677" y="69913"/>
                  </a:cubicBezTo>
                  <a:cubicBezTo>
                    <a:pt x="10380653" y="68905"/>
                    <a:pt x="10341176" y="68503"/>
                    <a:pt x="10323754" y="66488"/>
                  </a:cubicBezTo>
                  <a:cubicBezTo>
                    <a:pt x="10299988" y="66488"/>
                    <a:pt x="10292938" y="68402"/>
                    <a:pt x="10261719" y="68402"/>
                  </a:cubicBezTo>
                  <a:cubicBezTo>
                    <a:pt x="10264741" y="69509"/>
                    <a:pt x="10314388" y="69913"/>
                    <a:pt x="10262425" y="70114"/>
                  </a:cubicBezTo>
                  <a:cubicBezTo>
                    <a:pt x="10287097" y="70819"/>
                    <a:pt x="10357995" y="72631"/>
                    <a:pt x="10363131" y="71725"/>
                  </a:cubicBezTo>
                  <a:cubicBezTo>
                    <a:pt x="10360109" y="75552"/>
                    <a:pt x="10237550" y="76056"/>
                    <a:pt x="10151649" y="75652"/>
                  </a:cubicBezTo>
                  <a:cubicBezTo>
                    <a:pt x="10056280" y="77466"/>
                    <a:pt x="9965847" y="81594"/>
                    <a:pt x="9839462" y="79681"/>
                  </a:cubicBezTo>
                  <a:cubicBezTo>
                    <a:pt x="9822644" y="81192"/>
                    <a:pt x="9805020" y="82601"/>
                    <a:pt x="9791022" y="84213"/>
                  </a:cubicBezTo>
                  <a:cubicBezTo>
                    <a:pt x="9882966" y="82903"/>
                    <a:pt x="10007035" y="84213"/>
                    <a:pt x="10065344" y="80184"/>
                  </a:cubicBezTo>
                  <a:cubicBezTo>
                    <a:pt x="10038053" y="84313"/>
                    <a:pt x="10114186" y="81695"/>
                    <a:pt x="10154066" y="82702"/>
                  </a:cubicBezTo>
                  <a:cubicBezTo>
                    <a:pt x="10080248" y="87234"/>
                    <a:pt x="9875212" y="82702"/>
                    <a:pt x="9779039" y="86025"/>
                  </a:cubicBezTo>
                  <a:cubicBezTo>
                    <a:pt x="9884779" y="88442"/>
                    <a:pt x="9675009" y="96096"/>
                    <a:pt x="9593035" y="91665"/>
                  </a:cubicBezTo>
                  <a:cubicBezTo>
                    <a:pt x="9568463" y="94343"/>
                    <a:pt x="9543789" y="95552"/>
                    <a:pt x="9519117" y="95290"/>
                  </a:cubicBezTo>
                  <a:cubicBezTo>
                    <a:pt x="9531403" y="93618"/>
                    <a:pt x="9543689" y="93004"/>
                    <a:pt x="9556076" y="93477"/>
                  </a:cubicBezTo>
                  <a:cubicBezTo>
                    <a:pt x="9453759" y="89248"/>
                    <a:pt x="9277928" y="90557"/>
                    <a:pt x="9116295" y="90758"/>
                  </a:cubicBezTo>
                  <a:cubicBezTo>
                    <a:pt x="9122942" y="87133"/>
                    <a:pt x="9198269" y="88140"/>
                    <a:pt x="9253153" y="87838"/>
                  </a:cubicBezTo>
                  <a:cubicBezTo>
                    <a:pt x="8900684" y="85119"/>
                    <a:pt x="8373390" y="93578"/>
                    <a:pt x="7951031" y="92772"/>
                  </a:cubicBezTo>
                  <a:cubicBezTo>
                    <a:pt x="7885674" y="92772"/>
                    <a:pt x="7819510" y="91060"/>
                    <a:pt x="7762410" y="91362"/>
                  </a:cubicBezTo>
                  <a:cubicBezTo>
                    <a:pt x="7723437" y="91362"/>
                    <a:pt x="7712662" y="89046"/>
                    <a:pt x="7685874" y="87939"/>
                  </a:cubicBezTo>
                  <a:cubicBezTo>
                    <a:pt x="7478723" y="88744"/>
                    <a:pt x="7372781" y="87939"/>
                    <a:pt x="7184058" y="87133"/>
                  </a:cubicBezTo>
                  <a:cubicBezTo>
                    <a:pt x="7169859" y="87133"/>
                    <a:pt x="7177412" y="88039"/>
                    <a:pt x="7184058" y="87939"/>
                  </a:cubicBezTo>
                  <a:cubicBezTo>
                    <a:pt x="6998055" y="89046"/>
                    <a:pt x="6730380" y="87234"/>
                    <a:pt x="6556864" y="87334"/>
                  </a:cubicBezTo>
                  <a:cubicBezTo>
                    <a:pt x="6802284" y="85522"/>
                    <a:pt x="7187482" y="85824"/>
                    <a:pt x="7496951" y="86529"/>
                  </a:cubicBezTo>
                  <a:cubicBezTo>
                    <a:pt x="7332599" y="81192"/>
                    <a:pt x="7096747" y="84414"/>
                    <a:pt x="6869152" y="84112"/>
                  </a:cubicBezTo>
                  <a:cubicBezTo>
                    <a:pt x="6723129" y="84112"/>
                    <a:pt x="6577912" y="83306"/>
                    <a:pt x="6442564" y="83105"/>
                  </a:cubicBezTo>
                  <a:cubicBezTo>
                    <a:pt x="6301576" y="83105"/>
                    <a:pt x="6141555" y="85522"/>
                    <a:pt x="6066328" y="83105"/>
                  </a:cubicBezTo>
                  <a:cubicBezTo>
                    <a:pt x="5562800" y="84414"/>
                    <a:pt x="5208216" y="83105"/>
                    <a:pt x="4762997" y="84514"/>
                  </a:cubicBezTo>
                  <a:cubicBezTo>
                    <a:pt x="4789785" y="85824"/>
                    <a:pt x="4886865" y="85119"/>
                    <a:pt x="4963603" y="85119"/>
                  </a:cubicBezTo>
                  <a:cubicBezTo>
                    <a:pt x="4935909" y="86629"/>
                    <a:pt x="4826240" y="86730"/>
                    <a:pt x="4738425" y="86327"/>
                  </a:cubicBezTo>
                  <a:cubicBezTo>
                    <a:pt x="4700157" y="86327"/>
                    <a:pt x="4562291" y="85421"/>
                    <a:pt x="4637720" y="84817"/>
                  </a:cubicBezTo>
                  <a:cubicBezTo>
                    <a:pt x="4695726" y="84213"/>
                    <a:pt x="4713752" y="85824"/>
                    <a:pt x="4750509" y="84817"/>
                  </a:cubicBezTo>
                  <a:cubicBezTo>
                    <a:pt x="4599451" y="83407"/>
                    <a:pt x="4465412" y="83407"/>
                    <a:pt x="4412139" y="85421"/>
                  </a:cubicBezTo>
                  <a:cubicBezTo>
                    <a:pt x="4320195" y="81393"/>
                    <a:pt x="4039529" y="85421"/>
                    <a:pt x="3810121" y="84716"/>
                  </a:cubicBezTo>
                  <a:cubicBezTo>
                    <a:pt x="3502265" y="84716"/>
                    <a:pt x="3151306" y="86831"/>
                    <a:pt x="2794506" y="84716"/>
                  </a:cubicBezTo>
                  <a:cubicBezTo>
                    <a:pt x="2774969" y="84716"/>
                    <a:pt x="2805987" y="86227"/>
                    <a:pt x="2782522" y="86529"/>
                  </a:cubicBezTo>
                  <a:cubicBezTo>
                    <a:pt x="2747477" y="84918"/>
                    <a:pt x="2767920" y="86529"/>
                    <a:pt x="2731565" y="84011"/>
                  </a:cubicBezTo>
                  <a:cubicBezTo>
                    <a:pt x="2715110" y="85743"/>
                    <a:pt x="2698554" y="86347"/>
                    <a:pt x="2682018" y="85824"/>
                  </a:cubicBezTo>
                  <a:cubicBezTo>
                    <a:pt x="2690246" y="84948"/>
                    <a:pt x="2698524" y="84645"/>
                    <a:pt x="2706792" y="84918"/>
                  </a:cubicBezTo>
                  <a:cubicBezTo>
                    <a:pt x="2613236" y="82400"/>
                    <a:pt x="2447475" y="85421"/>
                    <a:pt x="2379398" y="81091"/>
                  </a:cubicBezTo>
                  <a:cubicBezTo>
                    <a:pt x="2340022" y="85522"/>
                    <a:pt x="2144452" y="81091"/>
                    <a:pt x="2028842" y="82601"/>
                  </a:cubicBezTo>
                  <a:cubicBezTo>
                    <a:pt x="2026224" y="76861"/>
                    <a:pt x="2085036" y="80788"/>
                    <a:pt x="2141028" y="80587"/>
                  </a:cubicBezTo>
                  <a:cubicBezTo>
                    <a:pt x="2009506" y="76660"/>
                    <a:pt x="1980504" y="80587"/>
                    <a:pt x="1801449" y="77667"/>
                  </a:cubicBezTo>
                  <a:cubicBezTo>
                    <a:pt x="1859959" y="79681"/>
                    <a:pt x="1921389" y="81493"/>
                    <a:pt x="2015750" y="80788"/>
                  </a:cubicBezTo>
                  <a:cubicBezTo>
                    <a:pt x="1931963" y="86227"/>
                    <a:pt x="1759656" y="81695"/>
                    <a:pt x="1652002" y="80788"/>
                  </a:cubicBezTo>
                  <a:cubicBezTo>
                    <a:pt x="1692989" y="82903"/>
                    <a:pt x="1740925" y="84514"/>
                    <a:pt x="1791681" y="85824"/>
                  </a:cubicBezTo>
                  <a:cubicBezTo>
                    <a:pt x="1693895" y="87334"/>
                    <a:pt x="1606483" y="77566"/>
                    <a:pt x="1501044" y="79278"/>
                  </a:cubicBezTo>
                  <a:cubicBezTo>
                    <a:pt x="1581609" y="76761"/>
                    <a:pt x="1655627" y="81796"/>
                    <a:pt x="1751701" y="79278"/>
                  </a:cubicBezTo>
                  <a:cubicBezTo>
                    <a:pt x="1546463" y="74041"/>
                    <a:pt x="1324407" y="74646"/>
                    <a:pt x="1133167" y="67999"/>
                  </a:cubicBezTo>
                  <a:cubicBezTo>
                    <a:pt x="1094295" y="67395"/>
                    <a:pt x="1110005" y="70416"/>
                    <a:pt x="1071132" y="69812"/>
                  </a:cubicBezTo>
                  <a:cubicBezTo>
                    <a:pt x="1103459" y="67193"/>
                    <a:pt x="1030850" y="66891"/>
                    <a:pt x="1006983" y="65582"/>
                  </a:cubicBezTo>
                  <a:cubicBezTo>
                    <a:pt x="1013025" y="63971"/>
                    <a:pt x="1067406" y="66388"/>
                    <a:pt x="1095000" y="66287"/>
                  </a:cubicBezTo>
                  <a:cubicBezTo>
                    <a:pt x="1105070" y="62762"/>
                    <a:pt x="1028534" y="66287"/>
                    <a:pt x="1018766" y="63769"/>
                  </a:cubicBezTo>
                  <a:cubicBezTo>
                    <a:pt x="1040719" y="61352"/>
                    <a:pt x="1094698" y="63769"/>
                    <a:pt x="1119471" y="64474"/>
                  </a:cubicBezTo>
                  <a:cubicBezTo>
                    <a:pt x="1117860" y="62259"/>
                    <a:pt x="1006480" y="57224"/>
                    <a:pt x="942129" y="59540"/>
                  </a:cubicBezTo>
                  <a:cubicBezTo>
                    <a:pt x="969823" y="52793"/>
                    <a:pt x="827022" y="53598"/>
                    <a:pt x="789359" y="52692"/>
                  </a:cubicBezTo>
                  <a:cubicBezTo>
                    <a:pt x="801947" y="50678"/>
                    <a:pt x="868010" y="52692"/>
                    <a:pt x="901746" y="51584"/>
                  </a:cubicBezTo>
                  <a:cubicBezTo>
                    <a:pt x="885935" y="50376"/>
                    <a:pt x="853407" y="50376"/>
                    <a:pt x="838100" y="49067"/>
                  </a:cubicBezTo>
                  <a:cubicBezTo>
                    <a:pt x="849983" y="43931"/>
                    <a:pt x="931555" y="46851"/>
                    <a:pt x="961867" y="44434"/>
                  </a:cubicBezTo>
                  <a:cubicBezTo>
                    <a:pt x="898423" y="42521"/>
                    <a:pt x="810003" y="42420"/>
                    <a:pt x="735078" y="41312"/>
                  </a:cubicBezTo>
                  <a:cubicBezTo>
                    <a:pt x="743537" y="43125"/>
                    <a:pt x="798422" y="41312"/>
                    <a:pt x="786438" y="44736"/>
                  </a:cubicBezTo>
                  <a:cubicBezTo>
                    <a:pt x="697515" y="42017"/>
                    <a:pt x="557937" y="40910"/>
                    <a:pt x="557736" y="36277"/>
                  </a:cubicBezTo>
                  <a:cubicBezTo>
                    <a:pt x="571935" y="36277"/>
                    <a:pt x="564382" y="35471"/>
                    <a:pt x="557736" y="35471"/>
                  </a:cubicBezTo>
                  <a:cubicBezTo>
                    <a:pt x="656427" y="34061"/>
                    <a:pt x="748573" y="39298"/>
                    <a:pt x="859047" y="36680"/>
                  </a:cubicBezTo>
                  <a:cubicBezTo>
                    <a:pt x="835683" y="33759"/>
                    <a:pt x="804263" y="36680"/>
                    <a:pt x="745854" y="35975"/>
                  </a:cubicBezTo>
                  <a:cubicBezTo>
                    <a:pt x="801141" y="32652"/>
                    <a:pt x="732258" y="35169"/>
                    <a:pt x="732258" y="32450"/>
                  </a:cubicBezTo>
                  <a:cubicBezTo>
                    <a:pt x="804565" y="31040"/>
                    <a:pt x="816650" y="34666"/>
                    <a:pt x="857838" y="33155"/>
                  </a:cubicBezTo>
                  <a:cubicBezTo>
                    <a:pt x="860759" y="31543"/>
                    <a:pt x="845351" y="31342"/>
                    <a:pt x="845049" y="32248"/>
                  </a:cubicBezTo>
                  <a:cubicBezTo>
                    <a:pt x="918564" y="25401"/>
                    <a:pt x="1193188" y="27314"/>
                    <a:pt x="1317861" y="22178"/>
                  </a:cubicBezTo>
                  <a:cubicBezTo>
                    <a:pt x="1292181" y="20265"/>
                    <a:pt x="1240318" y="23890"/>
                    <a:pt x="1217155" y="20668"/>
                  </a:cubicBezTo>
                  <a:cubicBezTo>
                    <a:pt x="1217961" y="25099"/>
                    <a:pt x="1179995" y="20668"/>
                    <a:pt x="1105171" y="22581"/>
                  </a:cubicBezTo>
                  <a:cubicBezTo>
                    <a:pt x="1136793" y="20365"/>
                    <a:pt x="1206783" y="21272"/>
                    <a:pt x="1240217" y="17244"/>
                  </a:cubicBezTo>
                  <a:close/>
                  <a:moveTo>
                    <a:pt x="9830398" y="22279"/>
                  </a:moveTo>
                  <a:cubicBezTo>
                    <a:pt x="9865645" y="22279"/>
                    <a:pt x="9903611" y="26408"/>
                    <a:pt x="9931104" y="23890"/>
                  </a:cubicBezTo>
                  <a:cubicBezTo>
                    <a:pt x="9896561" y="23991"/>
                    <a:pt x="9855575" y="19862"/>
                    <a:pt x="9830600" y="22279"/>
                  </a:cubicBezTo>
                  <a:close/>
                  <a:moveTo>
                    <a:pt x="9138349" y="85320"/>
                  </a:moveTo>
                  <a:cubicBezTo>
                    <a:pt x="9082357" y="86025"/>
                    <a:pt x="9039154" y="83004"/>
                    <a:pt x="9013475" y="86428"/>
                  </a:cubicBezTo>
                  <a:cubicBezTo>
                    <a:pt x="9058188" y="87234"/>
                    <a:pt x="9143989" y="87234"/>
                    <a:pt x="9138551" y="85320"/>
                  </a:cubicBezTo>
                  <a:close/>
                  <a:moveTo>
                    <a:pt x="7773488" y="90355"/>
                  </a:moveTo>
                  <a:cubicBezTo>
                    <a:pt x="7770064" y="88644"/>
                    <a:pt x="7918101" y="90355"/>
                    <a:pt x="7961807" y="90960"/>
                  </a:cubicBezTo>
                  <a:cubicBezTo>
                    <a:pt x="7917597" y="88140"/>
                    <a:pt x="7774998" y="87939"/>
                    <a:pt x="7710647" y="89650"/>
                  </a:cubicBezTo>
                  <a:cubicBezTo>
                    <a:pt x="7729580" y="89550"/>
                    <a:pt x="7763216" y="92772"/>
                    <a:pt x="7773689" y="90355"/>
                  </a:cubicBezTo>
                  <a:close/>
                  <a:moveTo>
                    <a:pt x="2428945" y="10698"/>
                  </a:moveTo>
                  <a:cubicBezTo>
                    <a:pt x="2428945" y="11604"/>
                    <a:pt x="2429549" y="12511"/>
                    <a:pt x="2429952" y="13417"/>
                  </a:cubicBezTo>
                  <a:cubicBezTo>
                    <a:pt x="2458553" y="14021"/>
                    <a:pt x="2513437" y="12208"/>
                    <a:pt x="2479398" y="11503"/>
                  </a:cubicBezTo>
                  <a:cubicBezTo>
                    <a:pt x="2469429" y="14122"/>
                    <a:pt x="2459862" y="9490"/>
                    <a:pt x="2428945" y="10698"/>
                  </a:cubicBezTo>
                  <a:close/>
                  <a:moveTo>
                    <a:pt x="2781415" y="13618"/>
                  </a:moveTo>
                  <a:cubicBezTo>
                    <a:pt x="2736600" y="12712"/>
                    <a:pt x="2717064" y="9892"/>
                    <a:pt x="2642642" y="11201"/>
                  </a:cubicBezTo>
                  <a:cubicBezTo>
                    <a:pt x="2691182" y="15330"/>
                    <a:pt x="2716963" y="11806"/>
                    <a:pt x="2781012" y="13618"/>
                  </a:cubicBezTo>
                  <a:close/>
                  <a:moveTo>
                    <a:pt x="2355732" y="15229"/>
                  </a:moveTo>
                  <a:cubicBezTo>
                    <a:pt x="2352409" y="17848"/>
                    <a:pt x="2488261" y="18049"/>
                    <a:pt x="2468825" y="15934"/>
                  </a:cubicBezTo>
                  <a:cubicBezTo>
                    <a:pt x="2441433" y="14928"/>
                    <a:pt x="2375471" y="14021"/>
                    <a:pt x="2355330" y="15229"/>
                  </a:cubicBezTo>
                  <a:close/>
                  <a:moveTo>
                    <a:pt x="3509818" y="16740"/>
                  </a:moveTo>
                  <a:cubicBezTo>
                    <a:pt x="3550804" y="14021"/>
                    <a:pt x="3619788" y="18452"/>
                    <a:pt x="3634088" y="13920"/>
                  </a:cubicBezTo>
                  <a:cubicBezTo>
                    <a:pt x="3563594" y="13216"/>
                    <a:pt x="3500351" y="13920"/>
                    <a:pt x="3509415" y="16740"/>
                  </a:cubicBezTo>
                  <a:close/>
                  <a:moveTo>
                    <a:pt x="1542233" y="19359"/>
                  </a:moveTo>
                  <a:cubicBezTo>
                    <a:pt x="1532162" y="19359"/>
                    <a:pt x="1527429" y="18654"/>
                    <a:pt x="1529040" y="17647"/>
                  </a:cubicBezTo>
                  <a:cubicBezTo>
                    <a:pt x="1472444" y="17143"/>
                    <a:pt x="1422998" y="20265"/>
                    <a:pt x="1378687" y="17647"/>
                  </a:cubicBezTo>
                  <a:cubicBezTo>
                    <a:pt x="1384730" y="21373"/>
                    <a:pt x="1534982" y="18955"/>
                    <a:pt x="1541830" y="19359"/>
                  </a:cubicBezTo>
                  <a:close/>
                  <a:moveTo>
                    <a:pt x="3322103" y="17949"/>
                  </a:moveTo>
                  <a:lnTo>
                    <a:pt x="3459968" y="17949"/>
                  </a:lnTo>
                  <a:cubicBezTo>
                    <a:pt x="3460774" y="15733"/>
                    <a:pt x="3482929" y="15129"/>
                    <a:pt x="3446272" y="14424"/>
                  </a:cubicBezTo>
                  <a:cubicBezTo>
                    <a:pt x="3452717" y="18150"/>
                    <a:pt x="3302465" y="16035"/>
                    <a:pt x="3321699" y="17949"/>
                  </a:cubicBezTo>
                  <a:close/>
                  <a:moveTo>
                    <a:pt x="3747885" y="16338"/>
                  </a:moveTo>
                  <a:cubicBezTo>
                    <a:pt x="3727744" y="12712"/>
                    <a:pt x="3679909" y="15129"/>
                    <a:pt x="3647180" y="13820"/>
                  </a:cubicBezTo>
                  <a:cubicBezTo>
                    <a:pt x="3645468" y="17244"/>
                    <a:pt x="3725126" y="14625"/>
                    <a:pt x="3747483" y="16740"/>
                  </a:cubicBezTo>
                  <a:close/>
                  <a:moveTo>
                    <a:pt x="9567557" y="21876"/>
                  </a:moveTo>
                  <a:cubicBezTo>
                    <a:pt x="9623448" y="20466"/>
                    <a:pt x="9679943" y="24293"/>
                    <a:pt x="9692632" y="20769"/>
                  </a:cubicBezTo>
                  <a:cubicBezTo>
                    <a:pt x="9658594" y="21171"/>
                    <a:pt x="9539359" y="20164"/>
                    <a:pt x="9566952" y="21876"/>
                  </a:cubicBezTo>
                  <a:close/>
                  <a:moveTo>
                    <a:pt x="10385889" y="30939"/>
                  </a:moveTo>
                  <a:cubicBezTo>
                    <a:pt x="10347924" y="31644"/>
                    <a:pt x="10277430" y="30033"/>
                    <a:pt x="10260813" y="32047"/>
                  </a:cubicBezTo>
                  <a:cubicBezTo>
                    <a:pt x="10323452" y="31342"/>
                    <a:pt x="10350240" y="34565"/>
                    <a:pt x="10385487" y="30939"/>
                  </a:cubicBezTo>
                  <a:close/>
                  <a:moveTo>
                    <a:pt x="10350139" y="36378"/>
                  </a:moveTo>
                  <a:cubicBezTo>
                    <a:pt x="10309857" y="35169"/>
                    <a:pt x="10401196" y="35874"/>
                    <a:pt x="10386796" y="33659"/>
                  </a:cubicBezTo>
                  <a:cubicBezTo>
                    <a:pt x="10318215" y="35169"/>
                    <a:pt x="10262827" y="33054"/>
                    <a:pt x="10211669" y="34867"/>
                  </a:cubicBezTo>
                  <a:cubicBezTo>
                    <a:pt x="10258296" y="34666"/>
                    <a:pt x="10312677" y="38694"/>
                    <a:pt x="10349736" y="36881"/>
                  </a:cubicBezTo>
                  <a:close/>
                  <a:moveTo>
                    <a:pt x="3533886" y="83809"/>
                  </a:moveTo>
                  <a:cubicBezTo>
                    <a:pt x="3495920" y="84414"/>
                    <a:pt x="3425527" y="82903"/>
                    <a:pt x="3408810" y="84918"/>
                  </a:cubicBezTo>
                  <a:cubicBezTo>
                    <a:pt x="3446373" y="84313"/>
                    <a:pt x="3516766" y="85824"/>
                    <a:pt x="3533483" y="83809"/>
                  </a:cubicBezTo>
                  <a:close/>
                  <a:moveTo>
                    <a:pt x="9337545" y="79681"/>
                  </a:moveTo>
                  <a:cubicBezTo>
                    <a:pt x="9359901" y="79681"/>
                    <a:pt x="9399983" y="78674"/>
                    <a:pt x="9387897" y="81292"/>
                  </a:cubicBezTo>
                  <a:cubicBezTo>
                    <a:pt x="9450134" y="81292"/>
                    <a:pt x="9580850" y="81292"/>
                    <a:pt x="9549026" y="77566"/>
                  </a:cubicBezTo>
                  <a:cubicBezTo>
                    <a:pt x="9526670" y="80889"/>
                    <a:pt x="9409449" y="76056"/>
                    <a:pt x="9337143" y="79681"/>
                  </a:cubicBezTo>
                  <a:close/>
                  <a:moveTo>
                    <a:pt x="9988505" y="76761"/>
                  </a:moveTo>
                  <a:cubicBezTo>
                    <a:pt x="9843288" y="76761"/>
                    <a:pt x="9894044" y="81393"/>
                    <a:pt x="9988505" y="76761"/>
                  </a:cubicBezTo>
                  <a:close/>
                  <a:moveTo>
                    <a:pt x="7522228" y="86831"/>
                  </a:moveTo>
                  <a:cubicBezTo>
                    <a:pt x="7555460" y="86831"/>
                    <a:pt x="7596246" y="86831"/>
                    <a:pt x="7596750" y="84918"/>
                  </a:cubicBezTo>
                  <a:cubicBezTo>
                    <a:pt x="7561704" y="85924"/>
                    <a:pt x="7510244" y="83608"/>
                    <a:pt x="7509136" y="84918"/>
                  </a:cubicBezTo>
                  <a:cubicBezTo>
                    <a:pt x="7518401" y="85723"/>
                    <a:pt x="7523537" y="86327"/>
                    <a:pt x="7521825" y="87234"/>
                  </a:cubicBezTo>
                  <a:close/>
                  <a:moveTo>
                    <a:pt x="9767054" y="88140"/>
                  </a:moveTo>
                  <a:cubicBezTo>
                    <a:pt x="9751847" y="88140"/>
                    <a:pt x="9758997" y="87133"/>
                    <a:pt x="9766450" y="86327"/>
                  </a:cubicBezTo>
                  <a:cubicBezTo>
                    <a:pt x="9728081" y="85824"/>
                    <a:pt x="9658896" y="87636"/>
                    <a:pt x="9640769" y="85723"/>
                  </a:cubicBezTo>
                  <a:cubicBezTo>
                    <a:pt x="9683468" y="85723"/>
                    <a:pt x="9655976" y="83306"/>
                    <a:pt x="9703207" y="84716"/>
                  </a:cubicBezTo>
                  <a:cubicBezTo>
                    <a:pt x="9701696" y="80688"/>
                    <a:pt x="9568966" y="81594"/>
                    <a:pt x="9552149" y="84112"/>
                  </a:cubicBezTo>
                  <a:cubicBezTo>
                    <a:pt x="9578332" y="84112"/>
                    <a:pt x="9634123" y="82803"/>
                    <a:pt x="9640165" y="84817"/>
                  </a:cubicBezTo>
                  <a:cubicBezTo>
                    <a:pt x="9587798" y="84817"/>
                    <a:pt x="9648523" y="87536"/>
                    <a:pt x="9603811" y="88442"/>
                  </a:cubicBezTo>
                  <a:cubicBezTo>
                    <a:pt x="9659903" y="89349"/>
                    <a:pt x="9750639" y="90154"/>
                    <a:pt x="9766651" y="88644"/>
                  </a:cubicBezTo>
                  <a:close/>
                  <a:moveTo>
                    <a:pt x="4361786" y="84514"/>
                  </a:moveTo>
                  <a:cubicBezTo>
                    <a:pt x="4352622" y="87838"/>
                    <a:pt x="4244162" y="85421"/>
                    <a:pt x="4237113" y="86529"/>
                  </a:cubicBezTo>
                  <a:cubicBezTo>
                    <a:pt x="4205693" y="83004"/>
                    <a:pt x="4332481" y="87234"/>
                    <a:pt x="4361384" y="85018"/>
                  </a:cubicBezTo>
                  <a:close/>
                  <a:moveTo>
                    <a:pt x="6241354" y="11402"/>
                  </a:moveTo>
                  <a:cubicBezTo>
                    <a:pt x="6255856" y="7979"/>
                    <a:pt x="6292815" y="11402"/>
                    <a:pt x="6328464" y="9490"/>
                  </a:cubicBezTo>
                  <a:cubicBezTo>
                    <a:pt x="6326853" y="10496"/>
                    <a:pt x="6331788" y="11000"/>
                    <a:pt x="6341657" y="11201"/>
                  </a:cubicBezTo>
                  <a:cubicBezTo>
                    <a:pt x="6327457" y="13014"/>
                    <a:pt x="6287578" y="12208"/>
                    <a:pt x="6240951" y="11906"/>
                  </a:cubicBezTo>
                  <a:close/>
                  <a:moveTo>
                    <a:pt x="1438808" y="10194"/>
                  </a:moveTo>
                  <a:cubicBezTo>
                    <a:pt x="1442968" y="9429"/>
                    <a:pt x="1447238" y="9429"/>
                    <a:pt x="1451397" y="10194"/>
                  </a:cubicBezTo>
                  <a:cubicBezTo>
                    <a:pt x="1483924" y="9187"/>
                    <a:pt x="1527832" y="8986"/>
                    <a:pt x="1576372" y="9086"/>
                  </a:cubicBezTo>
                  <a:cubicBezTo>
                    <a:pt x="1572243" y="11705"/>
                    <a:pt x="1505375" y="9590"/>
                    <a:pt x="1539413" y="10899"/>
                  </a:cubicBezTo>
                  <a:cubicBezTo>
                    <a:pt x="1538205" y="13115"/>
                    <a:pt x="1497117" y="10899"/>
                    <a:pt x="1489060" y="10899"/>
                  </a:cubicBezTo>
                  <a:cubicBezTo>
                    <a:pt x="1480863" y="10839"/>
                    <a:pt x="1472686" y="11443"/>
                    <a:pt x="1464589" y="12712"/>
                  </a:cubicBezTo>
                  <a:cubicBezTo>
                    <a:pt x="1466200" y="14424"/>
                    <a:pt x="1522394" y="11101"/>
                    <a:pt x="1490269" y="14424"/>
                  </a:cubicBezTo>
                  <a:cubicBezTo>
                    <a:pt x="1531256" y="15431"/>
                    <a:pt x="1498829" y="11604"/>
                    <a:pt x="1539816" y="12612"/>
                  </a:cubicBezTo>
                  <a:cubicBezTo>
                    <a:pt x="1532867" y="15532"/>
                    <a:pt x="1480702" y="15532"/>
                    <a:pt x="1427932" y="15431"/>
                  </a:cubicBezTo>
                  <a:cubicBezTo>
                    <a:pt x="1444549" y="13719"/>
                    <a:pt x="1456734" y="11705"/>
                    <a:pt x="1438406" y="10698"/>
                  </a:cubicBezTo>
                  <a:close/>
                  <a:moveTo>
                    <a:pt x="5487170" y="5663"/>
                  </a:moveTo>
                  <a:cubicBezTo>
                    <a:pt x="5486667" y="9389"/>
                    <a:pt x="5448802" y="10496"/>
                    <a:pt x="5388580" y="10194"/>
                  </a:cubicBezTo>
                  <a:cubicBezTo>
                    <a:pt x="5361389" y="8684"/>
                    <a:pt x="5489286" y="10194"/>
                    <a:pt x="5474985" y="6569"/>
                  </a:cubicBezTo>
                  <a:cubicBezTo>
                    <a:pt x="5233292" y="8482"/>
                    <a:pt x="5155044" y="7072"/>
                    <a:pt x="4923320" y="6569"/>
                  </a:cubicBezTo>
                  <a:cubicBezTo>
                    <a:pt x="4914458" y="3044"/>
                    <a:pt x="4991800" y="5360"/>
                    <a:pt x="5023018" y="4655"/>
                  </a:cubicBezTo>
                  <a:cubicBezTo>
                    <a:pt x="5014791" y="5521"/>
                    <a:pt x="5006513" y="5834"/>
                    <a:pt x="4998245" y="5562"/>
                  </a:cubicBezTo>
                  <a:cubicBezTo>
                    <a:pt x="5103785" y="7475"/>
                    <a:pt x="5318186" y="5562"/>
                    <a:pt x="5486566" y="6670"/>
                  </a:cubicBezTo>
                  <a:close/>
                  <a:moveTo>
                    <a:pt x="491471" y="25200"/>
                  </a:moveTo>
                  <a:cubicBezTo>
                    <a:pt x="588954" y="26508"/>
                    <a:pt x="673648" y="28522"/>
                    <a:pt x="542529" y="27717"/>
                  </a:cubicBezTo>
                  <a:cubicBezTo>
                    <a:pt x="506577" y="27717"/>
                    <a:pt x="480998" y="25804"/>
                    <a:pt x="429135" y="26106"/>
                  </a:cubicBezTo>
                  <a:cubicBezTo>
                    <a:pt x="426516" y="25401"/>
                    <a:pt x="433767" y="25300"/>
                    <a:pt x="441320" y="25200"/>
                  </a:cubicBezTo>
                  <a:cubicBezTo>
                    <a:pt x="443334" y="24495"/>
                    <a:pt x="436083" y="24394"/>
                    <a:pt x="428531" y="24394"/>
                  </a:cubicBezTo>
                  <a:cubicBezTo>
                    <a:pt x="470021" y="21977"/>
                    <a:pt x="532157" y="25703"/>
                    <a:pt x="591674" y="24998"/>
                  </a:cubicBezTo>
                  <a:cubicBezTo>
                    <a:pt x="568914" y="28221"/>
                    <a:pt x="531150" y="24595"/>
                    <a:pt x="490867" y="25703"/>
                  </a:cubicBezTo>
                  <a:close/>
                  <a:moveTo>
                    <a:pt x="8461709" y="13618"/>
                  </a:moveTo>
                  <a:cubicBezTo>
                    <a:pt x="8497660" y="12007"/>
                    <a:pt x="8401286" y="17546"/>
                    <a:pt x="8374096" y="14625"/>
                  </a:cubicBezTo>
                  <a:cubicBezTo>
                    <a:pt x="8395847" y="13820"/>
                    <a:pt x="8411961" y="14827"/>
                    <a:pt x="8461104" y="14122"/>
                  </a:cubicBezTo>
                  <a:close/>
                  <a:moveTo>
                    <a:pt x="10536243" y="28422"/>
                  </a:moveTo>
                  <a:cubicBezTo>
                    <a:pt x="10544500" y="28845"/>
                    <a:pt x="10552759" y="28543"/>
                    <a:pt x="10560915" y="27516"/>
                  </a:cubicBezTo>
                  <a:cubicBezTo>
                    <a:pt x="10595458" y="27516"/>
                    <a:pt x="10573907" y="30839"/>
                    <a:pt x="10599888" y="30939"/>
                  </a:cubicBezTo>
                  <a:cubicBezTo>
                    <a:pt x="10598076" y="32652"/>
                    <a:pt x="10524159" y="31644"/>
                    <a:pt x="10535135" y="28926"/>
                  </a:cubicBezTo>
                  <a:close/>
                  <a:moveTo>
                    <a:pt x="1147770" y="70819"/>
                  </a:moveTo>
                  <a:cubicBezTo>
                    <a:pt x="1186138" y="67697"/>
                    <a:pt x="1210207" y="73336"/>
                    <a:pt x="1261265" y="72329"/>
                  </a:cubicBezTo>
                  <a:cubicBezTo>
                    <a:pt x="1226421" y="75552"/>
                    <a:pt x="1189764" y="70919"/>
                    <a:pt x="1146662" y="71322"/>
                  </a:cubicBezTo>
                  <a:close/>
                  <a:moveTo>
                    <a:pt x="2282821" y="89046"/>
                  </a:moveTo>
                  <a:cubicBezTo>
                    <a:pt x="2267212" y="89046"/>
                    <a:pt x="2270837" y="90859"/>
                    <a:pt x="2283325" y="90859"/>
                  </a:cubicBezTo>
                  <a:cubicBezTo>
                    <a:pt x="2223506" y="90859"/>
                    <a:pt x="2147473" y="90859"/>
                    <a:pt x="2070131" y="90859"/>
                  </a:cubicBezTo>
                  <a:cubicBezTo>
                    <a:pt x="2092186" y="88039"/>
                    <a:pt x="2220485" y="92269"/>
                    <a:pt x="2206688" y="87032"/>
                  </a:cubicBezTo>
                  <a:cubicBezTo>
                    <a:pt x="2234684" y="87234"/>
                    <a:pt x="2340626" y="91262"/>
                    <a:pt x="2281714" y="89550"/>
                  </a:cubicBezTo>
                  <a:close/>
                </a:path>
              </a:pathLst>
            </a:custGeom>
            <a:grpFill/>
            <a:ln w="100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Roboto Regular"/>
                <a:ea typeface="思源黑体 CN Regular"/>
                <a:cs typeface="+mn-cs"/>
              </a:endParaRPr>
            </a:p>
          </p:txBody>
        </p:sp>
      </p:grpSp>
    </p:spTree>
    <p:extLst>
      <p:ext uri="{BB962C8B-B14F-4D97-AF65-F5344CB8AC3E}">
        <p14:creationId xmlns:p14="http://schemas.microsoft.com/office/powerpoint/2010/main" val="35998579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1182781-78AE-FAC6-64B4-A48FD9E3CC12}"/>
              </a:ext>
            </a:extLst>
          </p:cNvPr>
          <p:cNvPicPr>
            <a:picLocks noChangeAspect="1"/>
          </p:cNvPicPr>
          <p:nvPr/>
        </p:nvPicPr>
        <p:blipFill>
          <a:blip r:embed="rId2"/>
          <a:stretch>
            <a:fillRect/>
          </a:stretch>
        </p:blipFill>
        <p:spPr>
          <a:xfrm>
            <a:off x="0" y="3683000"/>
            <a:ext cx="12192000" cy="3175000"/>
          </a:xfrm>
          <a:prstGeom prst="rect">
            <a:avLst/>
          </a:prstGeom>
        </p:spPr>
      </p:pic>
      <p:sp>
        <p:nvSpPr>
          <p:cNvPr id="5" name="Rectangle 4">
            <a:extLst>
              <a:ext uri="{FF2B5EF4-FFF2-40B4-BE49-F238E27FC236}">
                <a16:creationId xmlns:a16="http://schemas.microsoft.com/office/drawing/2014/main" id="{9845AE8E-07C1-16D4-CDFA-09BCFDC4ABDD}"/>
              </a:ext>
            </a:extLst>
          </p:cNvPr>
          <p:cNvSpPr/>
          <p:nvPr/>
        </p:nvSpPr>
        <p:spPr>
          <a:xfrm>
            <a:off x="0" y="0"/>
            <a:ext cx="12192000" cy="1041400"/>
          </a:xfrm>
          <a:prstGeom prst="rect">
            <a:avLst/>
          </a:prstGeom>
          <a:solidFill>
            <a:srgbClr val="A0233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a:extLst>
              <a:ext uri="{FF2B5EF4-FFF2-40B4-BE49-F238E27FC236}">
                <a16:creationId xmlns:a16="http://schemas.microsoft.com/office/drawing/2014/main" id="{3AFCF608-7BEC-3181-C0F9-2AF8469E8698}"/>
              </a:ext>
            </a:extLst>
          </p:cNvPr>
          <p:cNvPicPr>
            <a:picLocks noChangeAspect="1"/>
          </p:cNvPicPr>
          <p:nvPr/>
        </p:nvPicPr>
        <p:blipFill>
          <a:blip r:embed="rId3"/>
          <a:stretch>
            <a:fillRect/>
          </a:stretch>
        </p:blipFill>
        <p:spPr>
          <a:xfrm>
            <a:off x="11047412" y="22224"/>
            <a:ext cx="1019176" cy="1019176"/>
          </a:xfrm>
          <a:prstGeom prst="rect">
            <a:avLst/>
          </a:prstGeom>
        </p:spPr>
      </p:pic>
      <p:sp>
        <p:nvSpPr>
          <p:cNvPr id="7" name="TextBox 6">
            <a:extLst>
              <a:ext uri="{FF2B5EF4-FFF2-40B4-BE49-F238E27FC236}">
                <a16:creationId xmlns:a16="http://schemas.microsoft.com/office/drawing/2014/main" id="{0EDD1DF1-1357-DECA-39E8-99D5B3712941}"/>
              </a:ext>
            </a:extLst>
          </p:cNvPr>
          <p:cNvSpPr txBox="1"/>
          <p:nvPr/>
        </p:nvSpPr>
        <p:spPr>
          <a:xfrm>
            <a:off x="651377" y="197534"/>
            <a:ext cx="10889245" cy="646331"/>
          </a:xfrm>
          <a:prstGeom prst="rect">
            <a:avLst/>
          </a:prstGeom>
          <a:noFill/>
        </p:spPr>
        <p:txBody>
          <a:bodyPr wrap="square" rtlCol="0">
            <a:spAutoFit/>
          </a:bodyPr>
          <a:lstStyle/>
          <a:p>
            <a:r>
              <a:rPr lang="en-US" sz="3600" b="1" dirty="0">
                <a:solidFill>
                  <a:schemeClr val="bg1"/>
                </a:solidFill>
                <a:latin typeface="Times New Roman" panose="02020603050405020304" pitchFamily="18" charset="0"/>
                <a:cs typeface="Times New Roman" panose="02020603050405020304" pitchFamily="18" charset="0"/>
              </a:rPr>
              <a:t>Data Science Workflow</a:t>
            </a:r>
          </a:p>
        </p:txBody>
      </p:sp>
      <p:sp>
        <p:nvSpPr>
          <p:cNvPr id="3" name="Content Placeholder 2">
            <a:extLst>
              <a:ext uri="{FF2B5EF4-FFF2-40B4-BE49-F238E27FC236}">
                <a16:creationId xmlns:a16="http://schemas.microsoft.com/office/drawing/2014/main" id="{EE4E2ABB-FD4C-98C3-F4F7-F37AFA7BF890}"/>
              </a:ext>
            </a:extLst>
          </p:cNvPr>
          <p:cNvSpPr>
            <a:spLocks noGrp="1"/>
          </p:cNvSpPr>
          <p:nvPr>
            <p:ph idx="4294967295"/>
          </p:nvPr>
        </p:nvSpPr>
        <p:spPr>
          <a:xfrm>
            <a:off x="838200" y="1425543"/>
            <a:ext cx="10515600" cy="5067854"/>
          </a:xfrm>
        </p:spPr>
        <p:txBody>
          <a:bodyPr>
            <a:normAutofit fontScale="77500" lnSpcReduction="20000"/>
          </a:bodyPr>
          <a:lstStyle/>
          <a:p>
            <a:pPr marL="514350" indent="-514350">
              <a:buFont typeface="+mj-lt"/>
              <a:buAutoNum type="arabicPeriod"/>
            </a:pPr>
            <a:r>
              <a:rPr lang="en-US" b="1" dirty="0">
                <a:latin typeface="Times New Roman" panose="02020603050405020304" pitchFamily="18" charset="0"/>
                <a:cs typeface="Times New Roman" panose="02020603050405020304" pitchFamily="18" charset="0"/>
              </a:rPr>
              <a:t>Problem Specification</a:t>
            </a:r>
            <a:r>
              <a:rPr lang="en-US" dirty="0">
                <a:latin typeface="Times New Roman" panose="02020603050405020304" pitchFamily="18" charset="0"/>
                <a:cs typeface="Times New Roman" panose="02020603050405020304" pitchFamily="18" charset="0"/>
              </a:rPr>
              <a:t>: Clearly define the problem you aim to solve and establish the specific and measurable objectives.</a:t>
            </a:r>
          </a:p>
          <a:p>
            <a:pPr marL="514350" indent="-514350">
              <a:buFont typeface="+mj-lt"/>
              <a:buAutoNum type="arabicPeriod"/>
            </a:pPr>
            <a:r>
              <a:rPr lang="en-US" b="1" dirty="0">
                <a:latin typeface="Times New Roman" panose="02020603050405020304" pitchFamily="18" charset="0"/>
                <a:cs typeface="Times New Roman" panose="02020603050405020304" pitchFamily="18" charset="0"/>
              </a:rPr>
              <a:t>Data Collection</a:t>
            </a:r>
            <a:r>
              <a:rPr lang="en-US" dirty="0">
                <a:latin typeface="Times New Roman" panose="02020603050405020304" pitchFamily="18" charset="0"/>
                <a:cs typeface="Times New Roman" panose="02020603050405020304" pitchFamily="18" charset="0"/>
              </a:rPr>
              <a:t>: Gather relevant data from reliable, legal sources and select data that aligns with the problems.</a:t>
            </a:r>
          </a:p>
          <a:p>
            <a:pPr marL="514350" indent="-514350">
              <a:buFont typeface="+mj-lt"/>
              <a:buAutoNum type="arabicPeriod"/>
            </a:pPr>
            <a:r>
              <a:rPr lang="en-US" b="1" dirty="0">
                <a:latin typeface="Times New Roman" panose="02020603050405020304" pitchFamily="18" charset="0"/>
                <a:cs typeface="Times New Roman" panose="02020603050405020304" pitchFamily="18" charset="0"/>
              </a:rPr>
              <a:t>Data Exploration</a:t>
            </a:r>
            <a:r>
              <a:rPr lang="en-US" dirty="0">
                <a:latin typeface="Times New Roman" panose="02020603050405020304" pitchFamily="18" charset="0"/>
                <a:cs typeface="Times New Roman" panose="02020603050405020304" pitchFamily="18" charset="0"/>
              </a:rPr>
              <a:t>: Conduct exploratory analysis to understand the characteristics of data.</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For example, g</a:t>
            </a:r>
            <a:r>
              <a:rPr lang="en-US" dirty="0">
                <a:latin typeface="Times New Roman" panose="02020603050405020304" pitchFamily="18" charset="0"/>
                <a:cs typeface="Times New Roman" panose="02020603050405020304" pitchFamily="18" charset="0"/>
              </a:rPr>
              <a:t>et a high level understanding of data by summary statistics; Use visual tools (like box plot, histogram, line chart) to explore the distribution, patterns and trends within the data; Identify potential issues such as missing values, duplicates, outliers and inconsistent data types.</a:t>
            </a:r>
          </a:p>
          <a:p>
            <a:pPr marL="514350" indent="-514350">
              <a:buFont typeface="+mj-lt"/>
              <a:buAutoNum type="arabicPeriod"/>
            </a:pPr>
            <a:r>
              <a:rPr lang="en-US" b="1" dirty="0">
                <a:latin typeface="Times New Roman" panose="02020603050405020304" pitchFamily="18" charset="0"/>
                <a:cs typeface="Times New Roman" panose="02020603050405020304" pitchFamily="18" charset="0"/>
              </a:rPr>
              <a:t>Data Preprocessing</a:t>
            </a:r>
            <a:r>
              <a:rPr lang="en-US" dirty="0">
                <a:latin typeface="Times New Roman" panose="02020603050405020304" pitchFamily="18" charset="0"/>
                <a:cs typeface="Times New Roman" panose="02020603050405020304" pitchFamily="18" charset="0"/>
              </a:rPr>
              <a:t>: Preprocess the data to ensure its quality and consistency. For example, address issues identified during exploration; normalize and standardize data, transform categorical variables into numerical formats, reduce the number of attributes with a acceptable loss in information(explained in detail later).</a:t>
            </a:r>
          </a:p>
          <a:p>
            <a:pPr marL="514350" indent="-514350">
              <a:buFont typeface="+mj-lt"/>
              <a:buAutoNum type="arabicPeriod"/>
            </a:pPr>
            <a:r>
              <a:rPr lang="en-US" b="1" dirty="0">
                <a:latin typeface="Times New Roman" panose="02020603050405020304" pitchFamily="18" charset="0"/>
                <a:cs typeface="Times New Roman" panose="02020603050405020304" pitchFamily="18" charset="0"/>
              </a:rPr>
              <a:t>Modeling</a:t>
            </a:r>
            <a:r>
              <a:rPr lang="en-US" dirty="0">
                <a:latin typeface="Times New Roman" panose="02020603050405020304" pitchFamily="18" charset="0"/>
                <a:cs typeface="Times New Roman" panose="02020603050405020304" pitchFamily="18" charset="0"/>
              </a:rPr>
              <a:t>: Select the appropriate statistical model. Split data into train and test sets. Train the model on the training data. Evaluate the model performance on test data.</a:t>
            </a:r>
          </a:p>
          <a:p>
            <a:pPr marL="514350" indent="-514350">
              <a:buFont typeface="+mj-lt"/>
              <a:buAutoNum type="arabicPeriod"/>
            </a:pPr>
            <a:r>
              <a:rPr lang="en-US" b="1" dirty="0">
                <a:latin typeface="Times New Roman" panose="02020603050405020304" pitchFamily="18" charset="0"/>
                <a:cs typeface="Times New Roman" panose="02020603050405020304" pitchFamily="18" charset="0"/>
              </a:rPr>
              <a:t>Insights, </a:t>
            </a:r>
            <a:r>
              <a:rPr lang="en-US" b="1" dirty="0" err="1">
                <a:latin typeface="Times New Roman" panose="02020603050405020304" pitchFamily="18" charset="0"/>
                <a:cs typeface="Times New Roman" panose="02020603050405020304" pitchFamily="18" charset="0"/>
              </a:rPr>
              <a:t>Visualisation</a:t>
            </a:r>
            <a:r>
              <a:rPr lang="en-US" b="1" dirty="0">
                <a:latin typeface="Times New Roman" panose="02020603050405020304" pitchFamily="18" charset="0"/>
                <a:cs typeface="Times New Roman" panose="02020603050405020304" pitchFamily="18" charset="0"/>
              </a:rPr>
              <a:t> and Communication</a:t>
            </a:r>
            <a:r>
              <a:rPr lang="en-US" dirty="0">
                <a:latin typeface="Times New Roman" panose="02020603050405020304" pitchFamily="18" charset="0"/>
                <a:cs typeface="Times New Roman" panose="02020603050405020304" pitchFamily="18" charset="0"/>
              </a:rPr>
              <a:t>: Interpret the model to derive actionable insights. Prepare clear, concise reports and visualizations. Think about how to communicate your results with your audience.</a:t>
            </a:r>
          </a:p>
        </p:txBody>
      </p:sp>
    </p:spTree>
    <p:extLst>
      <p:ext uri="{BB962C8B-B14F-4D97-AF65-F5344CB8AC3E}">
        <p14:creationId xmlns:p14="http://schemas.microsoft.com/office/powerpoint/2010/main" val="11508336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1182781-78AE-FAC6-64B4-A48FD9E3CC12}"/>
              </a:ext>
            </a:extLst>
          </p:cNvPr>
          <p:cNvPicPr>
            <a:picLocks noChangeAspect="1"/>
          </p:cNvPicPr>
          <p:nvPr/>
        </p:nvPicPr>
        <p:blipFill>
          <a:blip r:embed="rId2"/>
          <a:stretch>
            <a:fillRect/>
          </a:stretch>
        </p:blipFill>
        <p:spPr>
          <a:xfrm>
            <a:off x="0" y="3683000"/>
            <a:ext cx="12192000" cy="3175000"/>
          </a:xfrm>
          <a:prstGeom prst="rect">
            <a:avLst/>
          </a:prstGeom>
        </p:spPr>
      </p:pic>
      <p:sp>
        <p:nvSpPr>
          <p:cNvPr id="5" name="Rectangle 4">
            <a:extLst>
              <a:ext uri="{FF2B5EF4-FFF2-40B4-BE49-F238E27FC236}">
                <a16:creationId xmlns:a16="http://schemas.microsoft.com/office/drawing/2014/main" id="{9845AE8E-07C1-16D4-CDFA-09BCFDC4ABDD}"/>
              </a:ext>
            </a:extLst>
          </p:cNvPr>
          <p:cNvSpPr/>
          <p:nvPr/>
        </p:nvSpPr>
        <p:spPr>
          <a:xfrm>
            <a:off x="0" y="0"/>
            <a:ext cx="12192000" cy="1041400"/>
          </a:xfrm>
          <a:prstGeom prst="rect">
            <a:avLst/>
          </a:prstGeom>
          <a:solidFill>
            <a:srgbClr val="A0233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a:extLst>
              <a:ext uri="{FF2B5EF4-FFF2-40B4-BE49-F238E27FC236}">
                <a16:creationId xmlns:a16="http://schemas.microsoft.com/office/drawing/2014/main" id="{3AFCF608-7BEC-3181-C0F9-2AF8469E8698}"/>
              </a:ext>
            </a:extLst>
          </p:cNvPr>
          <p:cNvPicPr>
            <a:picLocks noChangeAspect="1"/>
          </p:cNvPicPr>
          <p:nvPr/>
        </p:nvPicPr>
        <p:blipFill>
          <a:blip r:embed="rId3"/>
          <a:stretch>
            <a:fillRect/>
          </a:stretch>
        </p:blipFill>
        <p:spPr>
          <a:xfrm>
            <a:off x="11047412" y="22224"/>
            <a:ext cx="1019176" cy="1019176"/>
          </a:xfrm>
          <a:prstGeom prst="rect">
            <a:avLst/>
          </a:prstGeom>
        </p:spPr>
      </p:pic>
      <p:sp>
        <p:nvSpPr>
          <p:cNvPr id="7" name="TextBox 6">
            <a:extLst>
              <a:ext uri="{FF2B5EF4-FFF2-40B4-BE49-F238E27FC236}">
                <a16:creationId xmlns:a16="http://schemas.microsoft.com/office/drawing/2014/main" id="{0EDD1DF1-1357-DECA-39E8-99D5B3712941}"/>
              </a:ext>
            </a:extLst>
          </p:cNvPr>
          <p:cNvSpPr txBox="1"/>
          <p:nvPr/>
        </p:nvSpPr>
        <p:spPr>
          <a:xfrm>
            <a:off x="651377" y="197534"/>
            <a:ext cx="10889245" cy="646331"/>
          </a:xfrm>
          <a:prstGeom prst="rect">
            <a:avLst/>
          </a:prstGeom>
          <a:noFill/>
        </p:spPr>
        <p:txBody>
          <a:bodyPr wrap="square" rtlCol="0">
            <a:spAutoFit/>
          </a:bodyPr>
          <a:lstStyle/>
          <a:p>
            <a:r>
              <a:rPr lang="en-US" sz="3600" b="1" dirty="0">
                <a:solidFill>
                  <a:schemeClr val="bg1"/>
                </a:solidFill>
                <a:latin typeface="Times New Roman" panose="02020603050405020304" pitchFamily="18" charset="0"/>
                <a:cs typeface="Times New Roman" panose="02020603050405020304" pitchFamily="18" charset="0"/>
              </a:rPr>
              <a:t>Data Science Workflow</a:t>
            </a:r>
          </a:p>
        </p:txBody>
      </p:sp>
      <p:sp>
        <p:nvSpPr>
          <p:cNvPr id="3" name="Content Placeholder 2">
            <a:extLst>
              <a:ext uri="{FF2B5EF4-FFF2-40B4-BE49-F238E27FC236}">
                <a16:creationId xmlns:a16="http://schemas.microsoft.com/office/drawing/2014/main" id="{EE4E2ABB-FD4C-98C3-F4F7-F37AFA7BF890}"/>
              </a:ext>
            </a:extLst>
          </p:cNvPr>
          <p:cNvSpPr>
            <a:spLocks noGrp="1"/>
          </p:cNvSpPr>
          <p:nvPr>
            <p:ph idx="4294967295"/>
          </p:nvPr>
        </p:nvSpPr>
        <p:spPr>
          <a:xfrm>
            <a:off x="838200" y="1425543"/>
            <a:ext cx="10515600" cy="5067854"/>
          </a:xfrm>
        </p:spPr>
        <p:txBody>
          <a:bodyPr>
            <a:normAutofit fontScale="62500" lnSpcReduction="20000"/>
          </a:bodyPr>
          <a:lstStyle/>
          <a:p>
            <a:pPr marL="514350" indent="-514350">
              <a:buFont typeface="+mj-lt"/>
              <a:buAutoNum type="arabicPeriod"/>
            </a:pPr>
            <a:r>
              <a:rPr lang="en-US" b="1" dirty="0">
                <a:latin typeface="Times New Roman" panose="02020603050405020304" pitchFamily="18" charset="0"/>
                <a:cs typeface="Times New Roman" panose="02020603050405020304" pitchFamily="18" charset="0"/>
              </a:rPr>
              <a:t>Problem Specification</a:t>
            </a:r>
            <a:r>
              <a:rPr lang="en-US" dirty="0">
                <a:latin typeface="Times New Roman" panose="02020603050405020304" pitchFamily="18" charset="0"/>
                <a:cs typeface="Times New Roman" panose="02020603050405020304" pitchFamily="18" charset="0"/>
              </a:rPr>
              <a:t>: The objective is to predict house prices in Hong Kong based on various factors, including area, number of bedrooms, age of the property, furnishing status, and other relevant factors.</a:t>
            </a:r>
          </a:p>
          <a:p>
            <a:pPr marL="514350" indent="-514350">
              <a:buFont typeface="+mj-lt"/>
              <a:buAutoNum type="arabicPeriod"/>
            </a:pPr>
            <a:r>
              <a:rPr lang="en-US" b="1" dirty="0">
                <a:latin typeface="Times New Roman" panose="02020603050405020304" pitchFamily="18" charset="0"/>
                <a:cs typeface="Times New Roman" panose="02020603050405020304" pitchFamily="18" charset="0"/>
              </a:rPr>
              <a:t>Data Collection</a:t>
            </a:r>
            <a:r>
              <a:rPr lang="en-US" dirty="0">
                <a:latin typeface="Times New Roman" panose="02020603050405020304" pitchFamily="18" charset="0"/>
                <a:cs typeface="Times New Roman" panose="02020603050405020304" pitchFamily="18" charset="0"/>
              </a:rPr>
              <a:t>: Gather housing-related data in Hong Kong, including details such as property area, number of bedrooms, location, age of the building, sale prices, and additional relevant features that could influence property values.</a:t>
            </a:r>
          </a:p>
          <a:p>
            <a:pPr marL="514350" indent="-514350">
              <a:buFont typeface="+mj-lt"/>
              <a:buAutoNum type="arabicPeriod"/>
            </a:pPr>
            <a:r>
              <a:rPr lang="en-US" b="1" dirty="0">
                <a:latin typeface="Times New Roman" panose="02020603050405020304" pitchFamily="18" charset="0"/>
                <a:cs typeface="Times New Roman" panose="02020603050405020304" pitchFamily="18" charset="0"/>
              </a:rPr>
              <a:t>Data Exploration</a:t>
            </a:r>
            <a:r>
              <a:rPr lang="en-US" dirty="0">
                <a:latin typeface="Times New Roman" panose="02020603050405020304" pitchFamily="18" charset="0"/>
                <a:cs typeface="Times New Roman" panose="02020603050405020304" pitchFamily="18" charset="0"/>
              </a:rPr>
              <a:t>: Perform exploratory data analysis to gain insights into the dataset. This includes looking at summary statistics (such as mean, median, and standard deviation) for numerical variables, and using box plots and histograms to detect outliers and identify missing values.</a:t>
            </a:r>
          </a:p>
          <a:p>
            <a:pPr marL="514350" indent="-514350">
              <a:buFont typeface="+mj-lt"/>
              <a:buAutoNum type="arabicPeriod"/>
            </a:pPr>
            <a:r>
              <a:rPr lang="en-US" b="1" dirty="0">
                <a:latin typeface="Times New Roman" panose="02020603050405020304" pitchFamily="18" charset="0"/>
                <a:cs typeface="Times New Roman" panose="02020603050405020304" pitchFamily="18" charset="0"/>
              </a:rPr>
              <a:t>Data Preprocessing</a:t>
            </a:r>
            <a:r>
              <a:rPr lang="en-US" dirty="0">
                <a:latin typeface="Times New Roman" panose="02020603050405020304" pitchFamily="18" charset="0"/>
                <a:cs typeface="Times New Roman" panose="02020603050405020304" pitchFamily="18" charset="0"/>
              </a:rPr>
              <a:t>: Address any data quality issues identified during exploration: Decide how to handle missing values—whether to remove or impute them; Identify and manage outliers appropriately.; Standardize the price and other numerical variables to ensure consistency.; Convert categorical variables, such as furnishing status (“yes” or “no”), into numerical format; Evaluate the potential for dimensionality reduction to simplify the model while preserving key information.</a:t>
            </a:r>
          </a:p>
          <a:p>
            <a:pPr marL="514350" indent="-514350">
              <a:buFont typeface="+mj-lt"/>
              <a:buAutoNum type="arabicPeriod"/>
            </a:pPr>
            <a:r>
              <a:rPr lang="en-US" b="1" dirty="0">
                <a:latin typeface="Times New Roman" panose="02020603050405020304" pitchFamily="18" charset="0"/>
                <a:cs typeface="Times New Roman" panose="02020603050405020304" pitchFamily="18" charset="0"/>
              </a:rPr>
              <a:t>Modeling</a:t>
            </a:r>
            <a:r>
              <a:rPr lang="en-US" dirty="0">
                <a:latin typeface="Times New Roman" panose="02020603050405020304" pitchFamily="18" charset="0"/>
                <a:cs typeface="Times New Roman" panose="02020603050405020304" pitchFamily="18" charset="0"/>
              </a:rPr>
              <a:t>: Select the Linear Regression Model. Randomly choose 80% data as training data and the rest as test data. Evaluate the performance using Root Mean Square Error metrics.</a:t>
            </a:r>
          </a:p>
          <a:p>
            <a:pPr marL="514350" indent="-514350">
              <a:buFont typeface="+mj-lt"/>
              <a:buAutoNum type="arabicPeriod"/>
            </a:pPr>
            <a:r>
              <a:rPr lang="en-US" b="1" dirty="0">
                <a:latin typeface="Times New Roman" panose="02020603050405020304" pitchFamily="18" charset="0"/>
                <a:cs typeface="Times New Roman" panose="02020603050405020304" pitchFamily="18" charset="0"/>
              </a:rPr>
              <a:t>Insights, </a:t>
            </a:r>
            <a:r>
              <a:rPr lang="en-US" b="1" dirty="0" err="1">
                <a:latin typeface="Times New Roman" panose="02020603050405020304" pitchFamily="18" charset="0"/>
                <a:cs typeface="Times New Roman" panose="02020603050405020304" pitchFamily="18" charset="0"/>
              </a:rPr>
              <a:t>Visualisation</a:t>
            </a:r>
            <a:r>
              <a:rPr lang="en-US" b="1" dirty="0">
                <a:latin typeface="Times New Roman" panose="02020603050405020304" pitchFamily="18" charset="0"/>
                <a:cs typeface="Times New Roman" panose="02020603050405020304" pitchFamily="18" charset="0"/>
              </a:rPr>
              <a:t> and Communication</a:t>
            </a:r>
            <a:r>
              <a:rPr lang="en-US" dirty="0">
                <a:latin typeface="Times New Roman" panose="02020603050405020304" pitchFamily="18" charset="0"/>
                <a:cs typeface="Times New Roman" panose="02020603050405020304" pitchFamily="18" charset="0"/>
              </a:rPr>
              <a:t>: Create visualizations to compare predicted house prices with actual values, such as a scatter plot. Additionally, develop a user interface that allows users to input relevant information (like area, number of bedrooms, etc.)</a:t>
            </a:r>
          </a:p>
        </p:txBody>
      </p:sp>
    </p:spTree>
    <p:extLst>
      <p:ext uri="{BB962C8B-B14F-4D97-AF65-F5344CB8AC3E}">
        <p14:creationId xmlns:p14="http://schemas.microsoft.com/office/powerpoint/2010/main" val="29420817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845AE8E-07C1-16D4-CDFA-09BCFDC4ABDD}"/>
              </a:ext>
            </a:extLst>
          </p:cNvPr>
          <p:cNvSpPr/>
          <p:nvPr/>
        </p:nvSpPr>
        <p:spPr>
          <a:xfrm>
            <a:off x="0" y="0"/>
            <a:ext cx="12192000" cy="1041400"/>
          </a:xfrm>
          <a:prstGeom prst="rect">
            <a:avLst/>
          </a:prstGeom>
          <a:solidFill>
            <a:srgbClr val="A0233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a:extLst>
              <a:ext uri="{FF2B5EF4-FFF2-40B4-BE49-F238E27FC236}">
                <a16:creationId xmlns:a16="http://schemas.microsoft.com/office/drawing/2014/main" id="{3AFCF608-7BEC-3181-C0F9-2AF8469E8698}"/>
              </a:ext>
            </a:extLst>
          </p:cNvPr>
          <p:cNvPicPr>
            <a:picLocks noChangeAspect="1"/>
          </p:cNvPicPr>
          <p:nvPr/>
        </p:nvPicPr>
        <p:blipFill>
          <a:blip r:embed="rId3"/>
          <a:stretch>
            <a:fillRect/>
          </a:stretch>
        </p:blipFill>
        <p:spPr>
          <a:xfrm>
            <a:off x="11047412" y="22224"/>
            <a:ext cx="1019176" cy="1019176"/>
          </a:xfrm>
          <a:prstGeom prst="rect">
            <a:avLst/>
          </a:prstGeom>
        </p:spPr>
      </p:pic>
      <p:sp>
        <p:nvSpPr>
          <p:cNvPr id="7" name="TextBox 6">
            <a:extLst>
              <a:ext uri="{FF2B5EF4-FFF2-40B4-BE49-F238E27FC236}">
                <a16:creationId xmlns:a16="http://schemas.microsoft.com/office/drawing/2014/main" id="{0EDD1DF1-1357-DECA-39E8-99D5B3712941}"/>
              </a:ext>
            </a:extLst>
          </p:cNvPr>
          <p:cNvSpPr txBox="1"/>
          <p:nvPr/>
        </p:nvSpPr>
        <p:spPr>
          <a:xfrm>
            <a:off x="651377" y="197534"/>
            <a:ext cx="10889245" cy="646331"/>
          </a:xfrm>
          <a:prstGeom prst="rect">
            <a:avLst/>
          </a:prstGeom>
          <a:noFill/>
        </p:spPr>
        <p:txBody>
          <a:bodyPr wrap="square" rtlCol="0">
            <a:spAutoFit/>
          </a:bodyPr>
          <a:lstStyle/>
          <a:p>
            <a:r>
              <a:rPr lang="en-US" sz="3600" b="1" dirty="0">
                <a:solidFill>
                  <a:schemeClr val="bg1"/>
                </a:solidFill>
                <a:latin typeface="Times New Roman" panose="02020603050405020304" pitchFamily="18" charset="0"/>
                <a:cs typeface="Times New Roman" panose="02020603050405020304" pitchFamily="18" charset="0"/>
              </a:rPr>
              <a:t>Python and </a:t>
            </a:r>
            <a:r>
              <a:rPr lang="en-US" sz="3600" b="1" dirty="0" err="1">
                <a:solidFill>
                  <a:schemeClr val="bg1"/>
                </a:solidFill>
                <a:latin typeface="Times New Roman" panose="02020603050405020304" pitchFamily="18" charset="0"/>
                <a:cs typeface="Times New Roman" panose="02020603050405020304" pitchFamily="18" charset="0"/>
              </a:rPr>
              <a:t>Jupyter</a:t>
            </a:r>
            <a:r>
              <a:rPr lang="en-US" sz="3600" b="1" dirty="0">
                <a:solidFill>
                  <a:schemeClr val="bg1"/>
                </a:solidFill>
                <a:latin typeface="Times New Roman" panose="02020603050405020304" pitchFamily="18" charset="0"/>
                <a:cs typeface="Times New Roman" panose="02020603050405020304" pitchFamily="18" charset="0"/>
              </a:rPr>
              <a:t> Notebook</a:t>
            </a:r>
          </a:p>
        </p:txBody>
      </p:sp>
      <p:sp>
        <p:nvSpPr>
          <p:cNvPr id="2" name="Content Placeholder 2">
            <a:extLst>
              <a:ext uri="{FF2B5EF4-FFF2-40B4-BE49-F238E27FC236}">
                <a16:creationId xmlns:a16="http://schemas.microsoft.com/office/drawing/2014/main" id="{607D9401-C860-BD4A-B133-F172015F31D8}"/>
              </a:ext>
            </a:extLst>
          </p:cNvPr>
          <p:cNvSpPr>
            <a:spLocks noGrp="1"/>
          </p:cNvSpPr>
          <p:nvPr>
            <p:ph idx="4294967295"/>
          </p:nvPr>
        </p:nvSpPr>
        <p:spPr>
          <a:xfrm>
            <a:off x="838200" y="1425543"/>
            <a:ext cx="10515600" cy="5067854"/>
          </a:xfrm>
        </p:spPr>
        <p:txBody>
          <a:bodyPr>
            <a:normAutofit/>
          </a:bodyPr>
          <a:lstStyle/>
          <a:p>
            <a:pPr marL="0" indent="0">
              <a:lnSpc>
                <a:spcPct val="100000"/>
              </a:lnSpc>
              <a:buNone/>
            </a:pPr>
            <a:r>
              <a:rPr lang="en-US" b="1" dirty="0">
                <a:latin typeface="Times New Roman" panose="02020603050405020304" pitchFamily="18" charset="0"/>
                <a:cs typeface="Times New Roman" panose="02020603050405020304" pitchFamily="18" charset="0"/>
              </a:rPr>
              <a:t>Why Python?</a:t>
            </a:r>
          </a:p>
          <a:p>
            <a:pPr lvl="1"/>
            <a:r>
              <a:rPr lang="en-US" b="1" dirty="0">
                <a:latin typeface="Times New Roman" panose="02020603050405020304" pitchFamily="18" charset="0"/>
                <a:cs typeface="Times New Roman" panose="02020603050405020304" pitchFamily="18" charset="0"/>
              </a:rPr>
              <a:t>Ease</a:t>
            </a:r>
            <a:r>
              <a:rPr lang="en-US" dirty="0">
                <a:latin typeface="Times New Roman" panose="02020603050405020304" pitchFamily="18" charset="0"/>
                <a:cs typeface="Times New Roman" panose="02020603050405020304" pitchFamily="18" charset="0"/>
              </a:rPr>
              <a:t> of learning and understanding</a:t>
            </a:r>
          </a:p>
          <a:p>
            <a:pPr lvl="1"/>
            <a:r>
              <a:rPr lang="en-US" dirty="0">
                <a:latin typeface="Times New Roman" panose="02020603050405020304" pitchFamily="18" charset="0"/>
                <a:cs typeface="Times New Roman" panose="02020603050405020304" pitchFamily="18" charset="0"/>
              </a:rPr>
              <a:t>Rich</a:t>
            </a:r>
            <a:r>
              <a:rPr lang="en-US" b="1" dirty="0">
                <a:latin typeface="Times New Roman" panose="02020603050405020304" pitchFamily="18" charset="0"/>
                <a:cs typeface="Times New Roman" panose="02020603050405020304" pitchFamily="18" charset="0"/>
              </a:rPr>
              <a:t> Ecosystem</a:t>
            </a:r>
            <a:r>
              <a:rPr lang="en-US" dirty="0">
                <a:latin typeface="Times New Roman" panose="02020603050405020304" pitchFamily="18" charset="0"/>
                <a:cs typeface="Times New Roman" panose="02020603050405020304" pitchFamily="18" charset="0"/>
              </a:rPr>
              <a:t> of libraries</a:t>
            </a:r>
          </a:p>
          <a:p>
            <a:pPr lvl="1"/>
            <a:r>
              <a:rPr lang="en-US" dirty="0">
                <a:latin typeface="Times New Roman" panose="02020603050405020304" pitchFamily="18" charset="0"/>
                <a:cs typeface="Times New Roman" panose="02020603050405020304" pitchFamily="18" charset="0"/>
              </a:rPr>
              <a:t>Strong</a:t>
            </a:r>
            <a:r>
              <a:rPr lang="en-US" b="1" dirty="0">
                <a:latin typeface="Times New Roman" panose="02020603050405020304" pitchFamily="18" charset="0"/>
                <a:cs typeface="Times New Roman" panose="02020603050405020304" pitchFamily="18" charset="0"/>
              </a:rPr>
              <a:t> Community </a:t>
            </a:r>
            <a:r>
              <a:rPr lang="en-US" dirty="0">
                <a:latin typeface="Times New Roman" panose="02020603050405020304" pitchFamily="18" charset="0"/>
                <a:cs typeface="Times New Roman" panose="02020603050405020304" pitchFamily="18" charset="0"/>
              </a:rPr>
              <a:t>and </a:t>
            </a:r>
            <a:r>
              <a:rPr lang="en-US" b="1" dirty="0">
                <a:latin typeface="Times New Roman" panose="02020603050405020304" pitchFamily="18" charset="0"/>
                <a:cs typeface="Times New Roman" panose="02020603050405020304" pitchFamily="18" charset="0"/>
              </a:rPr>
              <a:t>Support</a:t>
            </a:r>
            <a:endParaRPr lang="en-US"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30318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E99F52-832F-E526-1302-B9ACA9CDDC1F}"/>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E584FC72-7C5E-6DBB-5573-7855705A1625}"/>
              </a:ext>
            </a:extLst>
          </p:cNvPr>
          <p:cNvSpPr/>
          <p:nvPr/>
        </p:nvSpPr>
        <p:spPr>
          <a:xfrm>
            <a:off x="0" y="0"/>
            <a:ext cx="12192000" cy="1041400"/>
          </a:xfrm>
          <a:prstGeom prst="rect">
            <a:avLst/>
          </a:prstGeom>
          <a:solidFill>
            <a:srgbClr val="A0233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a:extLst>
              <a:ext uri="{FF2B5EF4-FFF2-40B4-BE49-F238E27FC236}">
                <a16:creationId xmlns:a16="http://schemas.microsoft.com/office/drawing/2014/main" id="{737770EB-8EF6-2DC3-D262-9FA9FCD52F17}"/>
              </a:ext>
            </a:extLst>
          </p:cNvPr>
          <p:cNvPicPr>
            <a:picLocks noChangeAspect="1"/>
          </p:cNvPicPr>
          <p:nvPr/>
        </p:nvPicPr>
        <p:blipFill>
          <a:blip r:embed="rId3"/>
          <a:stretch>
            <a:fillRect/>
          </a:stretch>
        </p:blipFill>
        <p:spPr>
          <a:xfrm>
            <a:off x="11047412" y="22224"/>
            <a:ext cx="1019176" cy="1019176"/>
          </a:xfrm>
          <a:prstGeom prst="rect">
            <a:avLst/>
          </a:prstGeom>
        </p:spPr>
      </p:pic>
      <p:sp>
        <p:nvSpPr>
          <p:cNvPr id="7" name="TextBox 6">
            <a:extLst>
              <a:ext uri="{FF2B5EF4-FFF2-40B4-BE49-F238E27FC236}">
                <a16:creationId xmlns:a16="http://schemas.microsoft.com/office/drawing/2014/main" id="{29E25B7B-8876-4F5D-3556-6253777343DF}"/>
              </a:ext>
            </a:extLst>
          </p:cNvPr>
          <p:cNvSpPr txBox="1"/>
          <p:nvPr/>
        </p:nvSpPr>
        <p:spPr>
          <a:xfrm>
            <a:off x="651377" y="197534"/>
            <a:ext cx="10889245" cy="646331"/>
          </a:xfrm>
          <a:prstGeom prst="rect">
            <a:avLst/>
          </a:prstGeom>
          <a:noFill/>
        </p:spPr>
        <p:txBody>
          <a:bodyPr wrap="square" rtlCol="0">
            <a:spAutoFit/>
          </a:bodyPr>
          <a:lstStyle/>
          <a:p>
            <a:r>
              <a:rPr lang="en-US" sz="3600" b="1" dirty="0" err="1">
                <a:solidFill>
                  <a:schemeClr val="bg1"/>
                </a:solidFill>
                <a:latin typeface="Times New Roman" panose="02020603050405020304" pitchFamily="18" charset="0"/>
                <a:cs typeface="Times New Roman" panose="02020603050405020304" pitchFamily="18" charset="0"/>
              </a:rPr>
              <a:t>Jupyter</a:t>
            </a:r>
            <a:r>
              <a:rPr lang="en-US" sz="3600" b="1" dirty="0">
                <a:solidFill>
                  <a:schemeClr val="bg1"/>
                </a:solidFill>
                <a:latin typeface="Times New Roman" panose="02020603050405020304" pitchFamily="18" charset="0"/>
                <a:cs typeface="Times New Roman" panose="02020603050405020304" pitchFamily="18" charset="0"/>
              </a:rPr>
              <a:t> Notebook</a:t>
            </a:r>
          </a:p>
        </p:txBody>
      </p:sp>
      <p:sp>
        <p:nvSpPr>
          <p:cNvPr id="2" name="Content Placeholder 2">
            <a:extLst>
              <a:ext uri="{FF2B5EF4-FFF2-40B4-BE49-F238E27FC236}">
                <a16:creationId xmlns:a16="http://schemas.microsoft.com/office/drawing/2014/main" id="{902B12CD-AB6F-B6C7-5F5B-9010AB3B96C5}"/>
              </a:ext>
            </a:extLst>
          </p:cNvPr>
          <p:cNvSpPr>
            <a:spLocks noGrp="1"/>
          </p:cNvSpPr>
          <p:nvPr>
            <p:ph idx="4294967295"/>
          </p:nvPr>
        </p:nvSpPr>
        <p:spPr>
          <a:xfrm>
            <a:off x="838200" y="1425543"/>
            <a:ext cx="10515600" cy="5067854"/>
          </a:xfrm>
        </p:spPr>
        <p:txBody>
          <a:bodyPr>
            <a:normAutofit/>
          </a:bodyPr>
          <a:lstStyle/>
          <a:p>
            <a:pPr marL="0" indent="0">
              <a:buNone/>
            </a:pPr>
            <a:r>
              <a:rPr lang="en-US" b="1" dirty="0">
                <a:latin typeface="Times New Roman" panose="02020603050405020304" pitchFamily="18" charset="0"/>
                <a:cs typeface="Times New Roman" panose="02020603050405020304" pitchFamily="18" charset="0"/>
              </a:rPr>
              <a:t>Why </a:t>
            </a:r>
            <a:r>
              <a:rPr lang="en-US" b="1" dirty="0" err="1">
                <a:latin typeface="Times New Roman" panose="02020603050405020304" pitchFamily="18" charset="0"/>
                <a:cs typeface="Times New Roman" panose="02020603050405020304" pitchFamily="18" charset="0"/>
              </a:rPr>
              <a:t>Jupyter</a:t>
            </a:r>
            <a:r>
              <a:rPr lang="en-US" b="1" dirty="0">
                <a:latin typeface="Times New Roman" panose="02020603050405020304" pitchFamily="18" charset="0"/>
                <a:cs typeface="Times New Roman" panose="02020603050405020304" pitchFamily="18" charset="0"/>
              </a:rPr>
              <a:t> Notebook?</a:t>
            </a:r>
          </a:p>
          <a:p>
            <a:pPr lvl="1"/>
            <a:r>
              <a:rPr lang="en-US" b="1" dirty="0">
                <a:latin typeface="Times New Roman" panose="02020603050405020304" pitchFamily="18" charset="0"/>
                <a:cs typeface="Times New Roman" panose="02020603050405020304" pitchFamily="18" charset="0"/>
              </a:rPr>
              <a:t>Interactive </a:t>
            </a:r>
            <a:r>
              <a:rPr lang="en-US" dirty="0">
                <a:latin typeface="Times New Roman" panose="02020603050405020304" pitchFamily="18" charset="0"/>
                <a:cs typeface="Times New Roman" panose="02020603050405020304" pitchFamily="18" charset="0"/>
              </a:rPr>
              <a:t>Coding Environment:</a:t>
            </a:r>
          </a:p>
          <a:p>
            <a:pPr lvl="2"/>
            <a:r>
              <a:rPr lang="en-US" dirty="0">
                <a:latin typeface="Times New Roman" panose="02020603050405020304" pitchFamily="18" charset="0"/>
                <a:cs typeface="Times New Roman" panose="02020603050405020304" pitchFamily="18" charset="0"/>
              </a:rPr>
              <a:t>Organize code, output, and visualizations in cells for better readability and experimentation.</a:t>
            </a:r>
            <a:endParaRPr lang="en-US" b="1"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E3647AE8-6383-110A-CDF1-4590A51EDC6C}"/>
              </a:ext>
            </a:extLst>
          </p:cNvPr>
          <p:cNvPicPr>
            <a:picLocks noChangeAspect="1"/>
          </p:cNvPicPr>
          <p:nvPr/>
        </p:nvPicPr>
        <p:blipFill>
          <a:blip r:embed="rId4"/>
          <a:stretch>
            <a:fillRect/>
          </a:stretch>
        </p:blipFill>
        <p:spPr>
          <a:xfrm>
            <a:off x="-36512" y="2966831"/>
            <a:ext cx="12192000" cy="3693635"/>
          </a:xfrm>
          <a:prstGeom prst="rect">
            <a:avLst/>
          </a:prstGeom>
        </p:spPr>
      </p:pic>
    </p:spTree>
    <p:extLst>
      <p:ext uri="{BB962C8B-B14F-4D97-AF65-F5344CB8AC3E}">
        <p14:creationId xmlns:p14="http://schemas.microsoft.com/office/powerpoint/2010/main" val="8062085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293FE5-54A8-6DE4-743E-6137CFFCF492}"/>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6CB85B7E-4217-FC39-0393-A544AC433781}"/>
              </a:ext>
            </a:extLst>
          </p:cNvPr>
          <p:cNvSpPr/>
          <p:nvPr/>
        </p:nvSpPr>
        <p:spPr>
          <a:xfrm>
            <a:off x="0" y="0"/>
            <a:ext cx="12192000" cy="1041400"/>
          </a:xfrm>
          <a:prstGeom prst="rect">
            <a:avLst/>
          </a:prstGeom>
          <a:solidFill>
            <a:srgbClr val="A0233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a:extLst>
              <a:ext uri="{FF2B5EF4-FFF2-40B4-BE49-F238E27FC236}">
                <a16:creationId xmlns:a16="http://schemas.microsoft.com/office/drawing/2014/main" id="{54A83464-2E69-E213-1600-74B86C08194E}"/>
              </a:ext>
            </a:extLst>
          </p:cNvPr>
          <p:cNvPicPr>
            <a:picLocks noChangeAspect="1"/>
          </p:cNvPicPr>
          <p:nvPr/>
        </p:nvPicPr>
        <p:blipFill>
          <a:blip r:embed="rId3"/>
          <a:stretch>
            <a:fillRect/>
          </a:stretch>
        </p:blipFill>
        <p:spPr>
          <a:xfrm>
            <a:off x="11047412" y="22224"/>
            <a:ext cx="1019176" cy="1019176"/>
          </a:xfrm>
          <a:prstGeom prst="rect">
            <a:avLst/>
          </a:prstGeom>
        </p:spPr>
      </p:pic>
      <p:sp>
        <p:nvSpPr>
          <p:cNvPr id="7" name="TextBox 6">
            <a:extLst>
              <a:ext uri="{FF2B5EF4-FFF2-40B4-BE49-F238E27FC236}">
                <a16:creationId xmlns:a16="http://schemas.microsoft.com/office/drawing/2014/main" id="{76962219-B3CE-61B6-D21B-873EE237A462}"/>
              </a:ext>
            </a:extLst>
          </p:cNvPr>
          <p:cNvSpPr txBox="1"/>
          <p:nvPr/>
        </p:nvSpPr>
        <p:spPr>
          <a:xfrm>
            <a:off x="651377" y="197534"/>
            <a:ext cx="10889245" cy="646331"/>
          </a:xfrm>
          <a:prstGeom prst="rect">
            <a:avLst/>
          </a:prstGeom>
          <a:noFill/>
        </p:spPr>
        <p:txBody>
          <a:bodyPr wrap="square" rtlCol="0">
            <a:spAutoFit/>
          </a:bodyPr>
          <a:lstStyle/>
          <a:p>
            <a:r>
              <a:rPr lang="en-US" sz="3600" b="1" dirty="0" err="1">
                <a:solidFill>
                  <a:schemeClr val="bg1"/>
                </a:solidFill>
                <a:latin typeface="Times New Roman" panose="02020603050405020304" pitchFamily="18" charset="0"/>
                <a:cs typeface="Times New Roman" panose="02020603050405020304" pitchFamily="18" charset="0"/>
              </a:rPr>
              <a:t>Jupyter</a:t>
            </a:r>
            <a:r>
              <a:rPr lang="en-US" sz="3600" b="1" dirty="0">
                <a:solidFill>
                  <a:schemeClr val="bg1"/>
                </a:solidFill>
                <a:latin typeface="Times New Roman" panose="02020603050405020304" pitchFamily="18" charset="0"/>
                <a:cs typeface="Times New Roman" panose="02020603050405020304" pitchFamily="18" charset="0"/>
              </a:rPr>
              <a:t> Notebook</a:t>
            </a:r>
          </a:p>
        </p:txBody>
      </p:sp>
      <p:sp>
        <p:nvSpPr>
          <p:cNvPr id="2" name="Content Placeholder 2">
            <a:extLst>
              <a:ext uri="{FF2B5EF4-FFF2-40B4-BE49-F238E27FC236}">
                <a16:creationId xmlns:a16="http://schemas.microsoft.com/office/drawing/2014/main" id="{9A022925-CA20-D9E5-91E4-1B13A02DD992}"/>
              </a:ext>
            </a:extLst>
          </p:cNvPr>
          <p:cNvSpPr>
            <a:spLocks noGrp="1"/>
          </p:cNvSpPr>
          <p:nvPr>
            <p:ph idx="4294967295"/>
          </p:nvPr>
        </p:nvSpPr>
        <p:spPr>
          <a:xfrm>
            <a:off x="838200" y="1425543"/>
            <a:ext cx="10515600" cy="5067854"/>
          </a:xfrm>
        </p:spPr>
        <p:txBody>
          <a:bodyPr>
            <a:normAutofit/>
          </a:bodyPr>
          <a:lstStyle/>
          <a:p>
            <a:pPr marL="0" indent="0">
              <a:buNone/>
            </a:pPr>
            <a:r>
              <a:rPr lang="en-US" b="1" dirty="0">
                <a:latin typeface="Times New Roman" panose="02020603050405020304" pitchFamily="18" charset="0"/>
                <a:cs typeface="Times New Roman" panose="02020603050405020304" pitchFamily="18" charset="0"/>
              </a:rPr>
              <a:t>Why </a:t>
            </a:r>
            <a:r>
              <a:rPr lang="en-US" b="1" dirty="0" err="1">
                <a:latin typeface="Times New Roman" panose="02020603050405020304" pitchFamily="18" charset="0"/>
                <a:cs typeface="Times New Roman" panose="02020603050405020304" pitchFamily="18" charset="0"/>
              </a:rPr>
              <a:t>Jupyter</a:t>
            </a:r>
            <a:r>
              <a:rPr lang="en-US" b="1" dirty="0">
                <a:latin typeface="Times New Roman" panose="02020603050405020304" pitchFamily="18" charset="0"/>
                <a:cs typeface="Times New Roman" panose="02020603050405020304" pitchFamily="18" charset="0"/>
              </a:rPr>
              <a:t> Notebook?</a:t>
            </a:r>
          </a:p>
          <a:p>
            <a:pPr lvl="1"/>
            <a:r>
              <a:rPr lang="en-US" dirty="0">
                <a:latin typeface="Times New Roman" panose="02020603050405020304" pitchFamily="18" charset="0"/>
                <a:cs typeface="Times New Roman" panose="02020603050405020304" pitchFamily="18" charset="0"/>
              </a:rPr>
              <a:t>Ideal for Data </a:t>
            </a:r>
            <a:r>
              <a:rPr lang="en-US" b="1" dirty="0">
                <a:latin typeface="Times New Roman" panose="02020603050405020304" pitchFamily="18" charset="0"/>
                <a:cs typeface="Times New Roman" panose="02020603050405020304" pitchFamily="18" charset="0"/>
              </a:rPr>
              <a:t>Exploration:</a:t>
            </a:r>
          </a:p>
          <a:p>
            <a:pPr lvl="2"/>
            <a:r>
              <a:rPr lang="en-US" dirty="0">
                <a:latin typeface="Times New Roman" panose="02020603050405020304" pitchFamily="18" charset="0"/>
                <a:cs typeface="Times New Roman" panose="02020603050405020304" pitchFamily="18" charset="0"/>
              </a:rPr>
              <a:t>Execute code in small chunks with inline plots, making data exploration interactive and intuitive.</a:t>
            </a:r>
            <a:endParaRPr lang="en-US" b="1" dirty="0">
              <a:latin typeface="Times New Roman" panose="02020603050405020304" pitchFamily="18" charset="0"/>
              <a:cs typeface="Times New Roman" panose="02020603050405020304" pitchFamily="18" charset="0"/>
            </a:endParaRPr>
          </a:p>
        </p:txBody>
      </p:sp>
      <p:pic>
        <p:nvPicPr>
          <p:cNvPr id="4" name="Picture 3" descr="A diagram of a graph&#10;&#10;Description automatically generated with medium confidence">
            <a:extLst>
              <a:ext uri="{FF2B5EF4-FFF2-40B4-BE49-F238E27FC236}">
                <a16:creationId xmlns:a16="http://schemas.microsoft.com/office/drawing/2014/main" id="{BCC87A66-F7E1-510F-9152-EF3738556DED}"/>
              </a:ext>
            </a:extLst>
          </p:cNvPr>
          <p:cNvPicPr>
            <a:picLocks noChangeAspect="1"/>
          </p:cNvPicPr>
          <p:nvPr/>
        </p:nvPicPr>
        <p:blipFill>
          <a:blip r:embed="rId4"/>
          <a:stretch>
            <a:fillRect/>
          </a:stretch>
        </p:blipFill>
        <p:spPr>
          <a:xfrm>
            <a:off x="838200" y="2950556"/>
            <a:ext cx="11094873" cy="3542841"/>
          </a:xfrm>
          <a:prstGeom prst="rect">
            <a:avLst/>
          </a:prstGeom>
        </p:spPr>
      </p:pic>
    </p:spTree>
    <p:extLst>
      <p:ext uri="{BB962C8B-B14F-4D97-AF65-F5344CB8AC3E}">
        <p14:creationId xmlns:p14="http://schemas.microsoft.com/office/powerpoint/2010/main" val="38724253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2A0643-F59D-94EB-FC8C-0EEF89B6F898}"/>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E9A52F2E-B40F-44CD-AD2A-678A65CBB448}"/>
              </a:ext>
            </a:extLst>
          </p:cNvPr>
          <p:cNvSpPr/>
          <p:nvPr/>
        </p:nvSpPr>
        <p:spPr>
          <a:xfrm>
            <a:off x="0" y="0"/>
            <a:ext cx="12192000" cy="1041400"/>
          </a:xfrm>
          <a:prstGeom prst="rect">
            <a:avLst/>
          </a:prstGeom>
          <a:solidFill>
            <a:srgbClr val="A0233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a:extLst>
              <a:ext uri="{FF2B5EF4-FFF2-40B4-BE49-F238E27FC236}">
                <a16:creationId xmlns:a16="http://schemas.microsoft.com/office/drawing/2014/main" id="{C7C667F8-4ACD-739E-FDCE-9CB120F5D060}"/>
              </a:ext>
            </a:extLst>
          </p:cNvPr>
          <p:cNvPicPr>
            <a:picLocks noChangeAspect="1"/>
          </p:cNvPicPr>
          <p:nvPr/>
        </p:nvPicPr>
        <p:blipFill>
          <a:blip r:embed="rId3"/>
          <a:stretch>
            <a:fillRect/>
          </a:stretch>
        </p:blipFill>
        <p:spPr>
          <a:xfrm>
            <a:off x="11047412" y="22224"/>
            <a:ext cx="1019176" cy="1019176"/>
          </a:xfrm>
          <a:prstGeom prst="rect">
            <a:avLst/>
          </a:prstGeom>
        </p:spPr>
      </p:pic>
      <p:sp>
        <p:nvSpPr>
          <p:cNvPr id="7" name="TextBox 6">
            <a:extLst>
              <a:ext uri="{FF2B5EF4-FFF2-40B4-BE49-F238E27FC236}">
                <a16:creationId xmlns:a16="http://schemas.microsoft.com/office/drawing/2014/main" id="{C20A97FF-F9C5-BC2B-0DA6-9B40F4ED777F}"/>
              </a:ext>
            </a:extLst>
          </p:cNvPr>
          <p:cNvSpPr txBox="1"/>
          <p:nvPr/>
        </p:nvSpPr>
        <p:spPr>
          <a:xfrm>
            <a:off x="651377" y="197534"/>
            <a:ext cx="10889245" cy="646331"/>
          </a:xfrm>
          <a:prstGeom prst="rect">
            <a:avLst/>
          </a:prstGeom>
          <a:noFill/>
        </p:spPr>
        <p:txBody>
          <a:bodyPr wrap="square" rtlCol="0">
            <a:spAutoFit/>
          </a:bodyPr>
          <a:lstStyle/>
          <a:p>
            <a:r>
              <a:rPr lang="en-US" sz="3600" b="1" dirty="0" err="1">
                <a:solidFill>
                  <a:schemeClr val="bg1"/>
                </a:solidFill>
                <a:latin typeface="Times New Roman" panose="02020603050405020304" pitchFamily="18" charset="0"/>
                <a:cs typeface="Times New Roman" panose="02020603050405020304" pitchFamily="18" charset="0"/>
              </a:rPr>
              <a:t>Jupyter</a:t>
            </a:r>
            <a:r>
              <a:rPr lang="en-US" sz="3600" b="1" dirty="0">
                <a:solidFill>
                  <a:schemeClr val="bg1"/>
                </a:solidFill>
                <a:latin typeface="Times New Roman" panose="02020603050405020304" pitchFamily="18" charset="0"/>
                <a:cs typeface="Times New Roman" panose="02020603050405020304" pitchFamily="18" charset="0"/>
              </a:rPr>
              <a:t> Notebook</a:t>
            </a:r>
          </a:p>
        </p:txBody>
      </p:sp>
      <p:sp>
        <p:nvSpPr>
          <p:cNvPr id="2" name="Content Placeholder 2">
            <a:extLst>
              <a:ext uri="{FF2B5EF4-FFF2-40B4-BE49-F238E27FC236}">
                <a16:creationId xmlns:a16="http://schemas.microsoft.com/office/drawing/2014/main" id="{4885BA06-F852-6112-E77F-840CF481930B}"/>
              </a:ext>
            </a:extLst>
          </p:cNvPr>
          <p:cNvSpPr>
            <a:spLocks noGrp="1"/>
          </p:cNvSpPr>
          <p:nvPr>
            <p:ph idx="4294967295"/>
          </p:nvPr>
        </p:nvSpPr>
        <p:spPr>
          <a:xfrm>
            <a:off x="838200" y="1425543"/>
            <a:ext cx="10515600" cy="5067854"/>
          </a:xfrm>
        </p:spPr>
        <p:txBody>
          <a:bodyPr>
            <a:normAutofit/>
          </a:bodyPr>
          <a:lstStyle/>
          <a:p>
            <a:pPr marL="0" indent="0">
              <a:buNone/>
            </a:pPr>
            <a:r>
              <a:rPr lang="en-US" b="1" dirty="0">
                <a:latin typeface="Times New Roman" panose="02020603050405020304" pitchFamily="18" charset="0"/>
                <a:cs typeface="Times New Roman" panose="02020603050405020304" pitchFamily="18" charset="0"/>
              </a:rPr>
              <a:t>Why </a:t>
            </a:r>
            <a:r>
              <a:rPr lang="en-US" b="1" dirty="0" err="1">
                <a:latin typeface="Times New Roman" panose="02020603050405020304" pitchFamily="18" charset="0"/>
                <a:cs typeface="Times New Roman" panose="02020603050405020304" pitchFamily="18" charset="0"/>
              </a:rPr>
              <a:t>Jupyter</a:t>
            </a:r>
            <a:r>
              <a:rPr lang="en-US" b="1" dirty="0">
                <a:latin typeface="Times New Roman" panose="02020603050405020304" pitchFamily="18" charset="0"/>
                <a:cs typeface="Times New Roman" panose="02020603050405020304" pitchFamily="18" charset="0"/>
              </a:rPr>
              <a:t> Notebook?</a:t>
            </a:r>
          </a:p>
          <a:p>
            <a:pPr lvl="1"/>
            <a:r>
              <a:rPr lang="en-US" dirty="0">
                <a:latin typeface="Times New Roman" panose="02020603050405020304" pitchFamily="18" charset="0"/>
                <a:cs typeface="Times New Roman" panose="02020603050405020304" pitchFamily="18" charset="0"/>
              </a:rPr>
              <a:t>Facilitates</a:t>
            </a:r>
            <a:r>
              <a:rPr lang="en-US" b="1" dirty="0">
                <a:latin typeface="Times New Roman" panose="02020603050405020304" pitchFamily="18" charset="0"/>
                <a:cs typeface="Times New Roman" panose="02020603050405020304" pitchFamily="18" charset="0"/>
              </a:rPr>
              <a:t> Testing </a:t>
            </a:r>
            <a:r>
              <a:rPr lang="en-US" dirty="0">
                <a:latin typeface="Times New Roman" panose="02020603050405020304" pitchFamily="18" charset="0"/>
                <a:cs typeface="Times New Roman" panose="02020603050405020304" pitchFamily="18" charset="0"/>
              </a:rPr>
              <a:t>and</a:t>
            </a:r>
            <a:r>
              <a:rPr lang="en-US" b="1" dirty="0">
                <a:latin typeface="Times New Roman" panose="02020603050405020304" pitchFamily="18" charset="0"/>
                <a:cs typeface="Times New Roman" panose="02020603050405020304" pitchFamily="18" charset="0"/>
              </a:rPr>
              <a:t> Debugging:</a:t>
            </a:r>
          </a:p>
          <a:p>
            <a:pPr lvl="2"/>
            <a:r>
              <a:rPr lang="en-US" dirty="0">
                <a:latin typeface="Times New Roman" panose="02020603050405020304" pitchFamily="18" charset="0"/>
                <a:cs typeface="Times New Roman" panose="02020603050405020304" pitchFamily="18" charset="0"/>
              </a:rPr>
              <a:t>Run code incrementally to see outputs immediately and debug errors in specific cells.</a:t>
            </a:r>
          </a:p>
        </p:txBody>
      </p:sp>
      <p:pic>
        <p:nvPicPr>
          <p:cNvPr id="4" name="Picture 3">
            <a:extLst>
              <a:ext uri="{FF2B5EF4-FFF2-40B4-BE49-F238E27FC236}">
                <a16:creationId xmlns:a16="http://schemas.microsoft.com/office/drawing/2014/main" id="{C32B58C4-B637-0053-B349-96915D15A4DB}"/>
              </a:ext>
            </a:extLst>
          </p:cNvPr>
          <p:cNvPicPr>
            <a:picLocks noChangeAspect="1"/>
          </p:cNvPicPr>
          <p:nvPr/>
        </p:nvPicPr>
        <p:blipFill>
          <a:blip r:embed="rId4"/>
          <a:stretch>
            <a:fillRect/>
          </a:stretch>
        </p:blipFill>
        <p:spPr>
          <a:xfrm>
            <a:off x="109154" y="2782988"/>
            <a:ext cx="11957434" cy="3710409"/>
          </a:xfrm>
          <a:prstGeom prst="rect">
            <a:avLst/>
          </a:prstGeom>
        </p:spPr>
      </p:pic>
    </p:spTree>
    <p:extLst>
      <p:ext uri="{BB962C8B-B14F-4D97-AF65-F5344CB8AC3E}">
        <p14:creationId xmlns:p14="http://schemas.microsoft.com/office/powerpoint/2010/main" val="12585972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70A8C2A-721E-F2DB-FF68-39CD352F19C4}"/>
              </a:ext>
            </a:extLst>
          </p:cNvPr>
          <p:cNvSpPr>
            <a:spLocks noGrp="1"/>
          </p:cNvSpPr>
          <p:nvPr>
            <p:ph idx="1"/>
          </p:nvPr>
        </p:nvSpPr>
        <p:spPr/>
        <p:txBody>
          <a:bodyPr>
            <a:normAutofit/>
          </a:bodyPr>
          <a:lstStyle/>
          <a:p>
            <a:r>
              <a:rPr lang="en-US" sz="2800" b="1" dirty="0">
                <a:latin typeface="Times New Roman" panose="02020603050405020304" pitchFamily="18" charset="0"/>
                <a:cs typeface="Times New Roman" panose="02020603050405020304" pitchFamily="18" charset="0"/>
              </a:rPr>
              <a:t>Download Python:</a:t>
            </a:r>
          </a:p>
          <a:p>
            <a:pPr lvl="1"/>
            <a:r>
              <a:rPr lang="en-US" dirty="0">
                <a:latin typeface="Times New Roman" panose="02020603050405020304" pitchFamily="18" charset="0"/>
                <a:cs typeface="Times New Roman" panose="02020603050405020304" pitchFamily="18" charset="0"/>
              </a:rPr>
              <a:t>Download the latest version from the </a:t>
            </a:r>
            <a:r>
              <a:rPr lang="en-US" dirty="0">
                <a:latin typeface="Times New Roman" panose="02020603050405020304" pitchFamily="18" charset="0"/>
                <a:cs typeface="Times New Roman" panose="02020603050405020304" pitchFamily="18" charset="0"/>
                <a:hlinkClick r:id="rId2"/>
              </a:rPr>
              <a:t>official Python website</a:t>
            </a:r>
            <a:r>
              <a:rPr lang="en-US" dirty="0">
                <a:latin typeface="Times New Roman" panose="02020603050405020304" pitchFamily="18" charset="0"/>
                <a:cs typeface="Times New Roman" panose="02020603050405020304" pitchFamily="18" charset="0"/>
              </a:rPr>
              <a:t>.</a:t>
            </a:r>
          </a:p>
          <a:p>
            <a:endParaRPr lang="en-US" sz="2800" b="1"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Recommended: Anaconda Distribution</a:t>
            </a:r>
          </a:p>
          <a:p>
            <a:pPr lvl="1"/>
            <a:r>
              <a:rPr lang="en-US" b="1" dirty="0">
                <a:latin typeface="Times New Roman" panose="02020603050405020304" pitchFamily="18" charset="0"/>
                <a:cs typeface="Times New Roman" panose="02020603050405020304" pitchFamily="18" charset="0"/>
              </a:rPr>
              <a:t>Why Anaconda?</a:t>
            </a:r>
          </a:p>
          <a:p>
            <a:pPr lvl="2"/>
            <a:r>
              <a:rPr lang="en-US" dirty="0">
                <a:latin typeface="Times New Roman" panose="02020603050405020304" pitchFamily="18" charset="0"/>
                <a:cs typeface="Times New Roman" panose="02020603050405020304" pitchFamily="18" charset="0"/>
              </a:rPr>
              <a:t>Comes bundled with Python and over 1,500 data science packages.</a:t>
            </a:r>
          </a:p>
          <a:p>
            <a:pPr lvl="2"/>
            <a:r>
              <a:rPr lang="en-US" dirty="0">
                <a:latin typeface="Times New Roman" panose="02020603050405020304" pitchFamily="18" charset="0"/>
                <a:cs typeface="Times New Roman" panose="02020603050405020304" pitchFamily="18" charset="0"/>
              </a:rPr>
              <a:t>Includes </a:t>
            </a:r>
            <a:r>
              <a:rPr lang="en-US" dirty="0" err="1">
                <a:latin typeface="Times New Roman" panose="02020603050405020304" pitchFamily="18" charset="0"/>
                <a:cs typeface="Times New Roman" panose="02020603050405020304" pitchFamily="18" charset="0"/>
              </a:rPr>
              <a:t>Jupyter</a:t>
            </a:r>
            <a:r>
              <a:rPr lang="en-US" dirty="0">
                <a:latin typeface="Times New Roman" panose="02020603050405020304" pitchFamily="18" charset="0"/>
                <a:cs typeface="Times New Roman" panose="02020603050405020304" pitchFamily="18" charset="0"/>
              </a:rPr>
              <a:t> Notebook for easy setup.</a:t>
            </a:r>
          </a:p>
          <a:p>
            <a:pPr lvl="1"/>
            <a:r>
              <a:rPr lang="en-US" b="1" dirty="0">
                <a:latin typeface="Times New Roman" panose="02020603050405020304" pitchFamily="18" charset="0"/>
                <a:cs typeface="Times New Roman" panose="02020603050405020304" pitchFamily="18" charset="0"/>
              </a:rPr>
              <a:t>Installation:</a:t>
            </a:r>
          </a:p>
          <a:p>
            <a:pPr lvl="2"/>
            <a:r>
              <a:rPr lang="en-US" dirty="0">
                <a:latin typeface="Times New Roman" panose="02020603050405020304" pitchFamily="18" charset="0"/>
                <a:cs typeface="Times New Roman" panose="02020603050405020304" pitchFamily="18" charset="0"/>
              </a:rPr>
              <a:t>Download from the </a:t>
            </a:r>
            <a:r>
              <a:rPr lang="en-US" dirty="0">
                <a:latin typeface="Times New Roman" panose="02020603050405020304" pitchFamily="18" charset="0"/>
                <a:cs typeface="Times New Roman" panose="02020603050405020304" pitchFamily="18" charset="0"/>
                <a:hlinkClick r:id="rId3"/>
              </a:rPr>
              <a:t>Anaconda website</a:t>
            </a:r>
            <a:r>
              <a:rPr lang="en-US" dirty="0">
                <a:latin typeface="Times New Roman" panose="02020603050405020304" pitchFamily="18" charset="0"/>
                <a:cs typeface="Times New Roman" panose="02020603050405020304" pitchFamily="18" charset="0"/>
              </a:rPr>
              <a:t>.</a:t>
            </a:r>
          </a:p>
          <a:p>
            <a:pPr lvl="2"/>
            <a:r>
              <a:rPr lang="en-US" dirty="0">
                <a:latin typeface="Times New Roman" panose="02020603050405020304" pitchFamily="18" charset="0"/>
                <a:cs typeface="Times New Roman" panose="02020603050405020304" pitchFamily="18" charset="0"/>
              </a:rPr>
              <a:t>Installation is straightforward, and </a:t>
            </a:r>
            <a:r>
              <a:rPr lang="en-US" dirty="0" err="1">
                <a:latin typeface="Times New Roman" panose="02020603050405020304" pitchFamily="18" charset="0"/>
                <a:cs typeface="Times New Roman" panose="02020603050405020304" pitchFamily="18" charset="0"/>
              </a:rPr>
              <a:t>Jupyter</a:t>
            </a:r>
            <a:r>
              <a:rPr lang="en-US" dirty="0">
                <a:latin typeface="Times New Roman" panose="02020603050405020304" pitchFamily="18" charset="0"/>
                <a:cs typeface="Times New Roman" panose="02020603050405020304" pitchFamily="18" charset="0"/>
              </a:rPr>
              <a:t> Notebook can be launched from the Anaconda Navigator.</a:t>
            </a:r>
          </a:p>
          <a:p>
            <a:endParaRPr lang="en-US" sz="28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F46613C3-C1BC-4D8F-2565-A214CABC093E}"/>
              </a:ext>
            </a:extLst>
          </p:cNvPr>
          <p:cNvSpPr txBox="1"/>
          <p:nvPr/>
        </p:nvSpPr>
        <p:spPr>
          <a:xfrm>
            <a:off x="651377" y="197534"/>
            <a:ext cx="10889245" cy="646331"/>
          </a:xfrm>
          <a:prstGeom prst="rect">
            <a:avLst/>
          </a:prstGeom>
          <a:noFill/>
        </p:spPr>
        <p:txBody>
          <a:bodyPr wrap="square" rtlCol="0">
            <a:spAutoFit/>
          </a:bodyPr>
          <a:lstStyle/>
          <a:p>
            <a:r>
              <a:rPr lang="en-US" sz="3600" b="1" dirty="0">
                <a:solidFill>
                  <a:schemeClr val="bg1"/>
                </a:solidFill>
                <a:latin typeface="Times New Roman" panose="02020603050405020304" pitchFamily="18" charset="0"/>
                <a:cs typeface="Times New Roman" panose="02020603050405020304" pitchFamily="18" charset="0"/>
              </a:rPr>
              <a:t>Getting Started</a:t>
            </a:r>
          </a:p>
        </p:txBody>
      </p:sp>
    </p:spTree>
    <p:extLst>
      <p:ext uri="{BB962C8B-B14F-4D97-AF65-F5344CB8AC3E}">
        <p14:creationId xmlns:p14="http://schemas.microsoft.com/office/powerpoint/2010/main" val="32064601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alpha val="11000"/>
          </a:schemeClr>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1182781-78AE-FAC6-64B4-A48FD9E3CC12}"/>
              </a:ext>
            </a:extLst>
          </p:cNvPr>
          <p:cNvPicPr>
            <a:picLocks noChangeAspect="1"/>
          </p:cNvPicPr>
          <p:nvPr/>
        </p:nvPicPr>
        <p:blipFill>
          <a:blip r:embed="rId2"/>
          <a:stretch>
            <a:fillRect/>
          </a:stretch>
        </p:blipFill>
        <p:spPr>
          <a:xfrm>
            <a:off x="0" y="3683000"/>
            <a:ext cx="12192000" cy="3175000"/>
          </a:xfrm>
          <a:prstGeom prst="rect">
            <a:avLst/>
          </a:prstGeom>
        </p:spPr>
      </p:pic>
      <p:sp>
        <p:nvSpPr>
          <p:cNvPr id="5" name="Rectangle 4">
            <a:extLst>
              <a:ext uri="{FF2B5EF4-FFF2-40B4-BE49-F238E27FC236}">
                <a16:creationId xmlns:a16="http://schemas.microsoft.com/office/drawing/2014/main" id="{9845AE8E-07C1-16D4-CDFA-09BCFDC4ABDD}"/>
              </a:ext>
            </a:extLst>
          </p:cNvPr>
          <p:cNvSpPr/>
          <p:nvPr/>
        </p:nvSpPr>
        <p:spPr>
          <a:xfrm>
            <a:off x="0" y="0"/>
            <a:ext cx="12192000" cy="1041400"/>
          </a:xfrm>
          <a:prstGeom prst="rect">
            <a:avLst/>
          </a:prstGeom>
          <a:solidFill>
            <a:srgbClr val="A0233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a:extLst>
              <a:ext uri="{FF2B5EF4-FFF2-40B4-BE49-F238E27FC236}">
                <a16:creationId xmlns:a16="http://schemas.microsoft.com/office/drawing/2014/main" id="{3AFCF608-7BEC-3181-C0F9-2AF8469E8698}"/>
              </a:ext>
            </a:extLst>
          </p:cNvPr>
          <p:cNvPicPr>
            <a:picLocks noChangeAspect="1"/>
          </p:cNvPicPr>
          <p:nvPr/>
        </p:nvPicPr>
        <p:blipFill>
          <a:blip r:embed="rId3"/>
          <a:stretch>
            <a:fillRect/>
          </a:stretch>
        </p:blipFill>
        <p:spPr>
          <a:xfrm>
            <a:off x="11047412" y="22224"/>
            <a:ext cx="1019176" cy="1019176"/>
          </a:xfrm>
          <a:prstGeom prst="rect">
            <a:avLst/>
          </a:prstGeom>
        </p:spPr>
      </p:pic>
      <p:sp>
        <p:nvSpPr>
          <p:cNvPr id="7" name="TextBox 6">
            <a:extLst>
              <a:ext uri="{FF2B5EF4-FFF2-40B4-BE49-F238E27FC236}">
                <a16:creationId xmlns:a16="http://schemas.microsoft.com/office/drawing/2014/main" id="{0EDD1DF1-1357-DECA-39E8-99D5B3712941}"/>
              </a:ext>
            </a:extLst>
          </p:cNvPr>
          <p:cNvSpPr txBox="1"/>
          <p:nvPr/>
        </p:nvSpPr>
        <p:spPr>
          <a:xfrm>
            <a:off x="651377" y="197534"/>
            <a:ext cx="10889245" cy="646331"/>
          </a:xfrm>
          <a:prstGeom prst="rect">
            <a:avLst/>
          </a:prstGeom>
          <a:noFill/>
        </p:spPr>
        <p:txBody>
          <a:bodyPr wrap="square" rtlCol="0">
            <a:spAutoFit/>
          </a:bodyPr>
          <a:lstStyle/>
          <a:p>
            <a:r>
              <a:rPr lang="en-US" sz="3600" b="1" dirty="0">
                <a:solidFill>
                  <a:schemeClr val="bg1"/>
                </a:solidFill>
                <a:latin typeface="Times New Roman" panose="02020603050405020304" pitchFamily="18" charset="0"/>
                <a:cs typeface="Times New Roman" panose="02020603050405020304" pitchFamily="18" charset="0"/>
              </a:rPr>
              <a:t>Virtual Environment</a:t>
            </a:r>
          </a:p>
        </p:txBody>
      </p:sp>
      <p:sp>
        <p:nvSpPr>
          <p:cNvPr id="2" name="Content Placeholder 2">
            <a:extLst>
              <a:ext uri="{FF2B5EF4-FFF2-40B4-BE49-F238E27FC236}">
                <a16:creationId xmlns:a16="http://schemas.microsoft.com/office/drawing/2014/main" id="{607D9401-C860-BD4A-B133-F172015F31D8}"/>
              </a:ext>
            </a:extLst>
          </p:cNvPr>
          <p:cNvSpPr>
            <a:spLocks noGrp="1"/>
          </p:cNvSpPr>
          <p:nvPr>
            <p:ph idx="4294967295"/>
          </p:nvPr>
        </p:nvSpPr>
        <p:spPr>
          <a:xfrm>
            <a:off x="838200" y="1425543"/>
            <a:ext cx="10515600" cy="5067854"/>
          </a:xfrm>
        </p:spPr>
        <p:txBody>
          <a:bodyPr>
            <a:normAutofit fontScale="92500"/>
          </a:bodyPr>
          <a:lstStyle/>
          <a:p>
            <a:pPr marL="0" indent="0">
              <a:buNone/>
            </a:pPr>
            <a:r>
              <a:rPr lang="en-US" dirty="0">
                <a:latin typeface="Times New Roman" panose="02020603050405020304" pitchFamily="18" charset="0"/>
                <a:cs typeface="Times New Roman" panose="02020603050405020304" pitchFamily="18" charset="0"/>
              </a:rPr>
              <a:t>It is highly recommended to create a virtual environment for each project.</a:t>
            </a:r>
            <a:endParaRPr lang="en-US" sz="4000" b="1" dirty="0">
              <a:latin typeface="Times New Roman" panose="02020603050405020304" pitchFamily="18" charset="0"/>
              <a:cs typeface="Times New Roman" panose="02020603050405020304" pitchFamily="18" charset="0"/>
            </a:endParaRPr>
          </a:p>
          <a:p>
            <a:pPr marL="0" indent="0">
              <a:buNone/>
            </a:pPr>
            <a:r>
              <a:rPr lang="en-US" sz="3500" b="1" dirty="0">
                <a:latin typeface="Times New Roman" panose="02020603050405020304" pitchFamily="18" charset="0"/>
                <a:cs typeface="Times New Roman" panose="02020603050405020304" pitchFamily="18" charset="0"/>
              </a:rPr>
              <a:t>Key Features</a:t>
            </a:r>
          </a:p>
          <a:p>
            <a:r>
              <a:rPr lang="en-US" b="1" dirty="0">
                <a:latin typeface="Times New Roman" panose="02020603050405020304" pitchFamily="18" charset="0"/>
                <a:cs typeface="Times New Roman" panose="02020603050405020304" pitchFamily="18" charset="0"/>
              </a:rPr>
              <a:t>Isolation</a:t>
            </a:r>
            <a:r>
              <a:rPr lang="en-US" dirty="0">
                <a:latin typeface="Times New Roman" panose="02020603050405020304" pitchFamily="18" charset="0"/>
                <a:cs typeface="Times New Roman" panose="02020603050405020304" pitchFamily="18" charset="0"/>
              </a:rPr>
              <a:t>: Different projects may require distinct versions of same package. Each virtual environment has its own independent set of installed packages. This isolation prevents conflicts between packages that might require different versions.</a:t>
            </a:r>
          </a:p>
          <a:p>
            <a:r>
              <a:rPr lang="en-US" b="1" dirty="0">
                <a:latin typeface="Times New Roman" panose="02020603050405020304" pitchFamily="18" charset="0"/>
                <a:cs typeface="Times New Roman" panose="02020603050405020304" pitchFamily="18" charset="0"/>
              </a:rPr>
              <a:t>Reproducibility</a:t>
            </a:r>
            <a:r>
              <a:rPr lang="en-US" dirty="0">
                <a:latin typeface="Times New Roman" panose="02020603050405020304" pitchFamily="18" charset="0"/>
                <a:cs typeface="Times New Roman" panose="02020603050405020304" pitchFamily="18" charset="0"/>
              </a:rPr>
              <a:t>: By using a virtual environment, you can create a consistent development environment across different machines, making it easier to share projects with others or learning from others.</a:t>
            </a:r>
          </a:p>
          <a:p>
            <a:r>
              <a:rPr lang="en-GB" b="1" dirty="0">
                <a:latin typeface="Times New Roman" panose="02020603050405020304" pitchFamily="18" charset="0"/>
                <a:cs typeface="Times New Roman" panose="02020603050405020304" pitchFamily="18" charset="0"/>
              </a:rPr>
              <a:t>Dependency Management</a:t>
            </a:r>
            <a:r>
              <a:rPr lang="en-GB" dirty="0">
                <a:latin typeface="Times New Roman" panose="02020603050405020304" pitchFamily="18" charset="0"/>
                <a:cs typeface="Times New Roman" panose="02020603050405020304" pitchFamily="18" charset="0"/>
              </a:rPr>
              <a:t>: You can install specific versions of packages for a project, ensuring that your project works as expected without being affected by updates to those packages elsewhere on your system.</a:t>
            </a:r>
          </a:p>
        </p:txBody>
      </p:sp>
    </p:spTree>
    <p:extLst>
      <p:ext uri="{BB962C8B-B14F-4D97-AF65-F5344CB8AC3E}">
        <p14:creationId xmlns:p14="http://schemas.microsoft.com/office/powerpoint/2010/main" val="1710992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6D97692-AE55-FBDB-B0D2-B808BBCE43B5}"/>
              </a:ext>
            </a:extLst>
          </p:cNvPr>
          <p:cNvSpPr>
            <a:spLocks noGrp="1"/>
          </p:cNvSpPr>
          <p:nvPr>
            <p:ph idx="1"/>
          </p:nvPr>
        </p:nvSpPr>
        <p:spPr/>
        <p:txBody>
          <a:bodyPr>
            <a:normAutofit fontScale="55000" lnSpcReduction="20000"/>
          </a:bodyPr>
          <a:lstStyle/>
          <a:p>
            <a:pPr marL="0" indent="0">
              <a:buNone/>
            </a:pPr>
            <a:r>
              <a:rPr lang="en-US" dirty="0">
                <a:latin typeface="Times New Roman" panose="02020603050405020304" pitchFamily="18" charset="0"/>
                <a:cs typeface="Times New Roman" panose="02020603050405020304" pitchFamily="18" charset="0"/>
              </a:rPr>
              <a:t>A powerful library for numerical computing in Python, providing robust support for large, multi-dimensional arrays and matrices, along with a comprehensive suite of mathematical functions for efficient operations.</a:t>
            </a:r>
          </a:p>
          <a:p>
            <a:r>
              <a:rPr lang="en-GB" b="1" dirty="0">
                <a:latin typeface="Times New Roman" panose="02020603050405020304" pitchFamily="18" charset="0"/>
                <a:cs typeface="Times New Roman" panose="02020603050405020304" pitchFamily="18" charset="0"/>
              </a:rPr>
              <a:t>Fast Mathematical Operations</a:t>
            </a:r>
            <a:r>
              <a:rPr lang="en-GB" dirty="0">
                <a:latin typeface="Times New Roman" panose="02020603050405020304" pitchFamily="18" charset="0"/>
                <a:cs typeface="Times New Roman" panose="02020603050405020304" pitchFamily="18" charset="0"/>
              </a:rPr>
              <a:t>:</a:t>
            </a:r>
          </a:p>
          <a:p>
            <a:pPr marL="0" indent="0">
              <a:buNone/>
            </a:pPr>
            <a:r>
              <a:rPr lang="en-US" sz="2800" dirty="0">
                <a:latin typeface="Times New Roman" panose="02020603050405020304" pitchFamily="18" charset="0"/>
                <a:cs typeface="Times New Roman" panose="02020603050405020304" pitchFamily="18" charset="0"/>
              </a:rPr>
              <a:t> 	- </a:t>
            </a:r>
            <a:r>
              <a:rPr lang="en-GB" dirty="0">
                <a:latin typeface="Times New Roman" panose="02020603050405020304" pitchFamily="18" charset="0"/>
                <a:cs typeface="Times New Roman" panose="02020603050405020304" pitchFamily="18" charset="0"/>
              </a:rPr>
              <a:t>Perform basic arithmetic, trigonometric, statistical operations and more</a:t>
            </a:r>
          </a:p>
          <a:p>
            <a:pPr marL="0" indent="0">
              <a:buNone/>
            </a:pPr>
            <a:r>
              <a:rPr lang="en-US" sz="2800" dirty="0">
                <a:latin typeface="Times New Roman" panose="02020603050405020304" pitchFamily="18" charset="0"/>
                <a:cs typeface="Times New Roman" panose="02020603050405020304" pitchFamily="18" charset="0"/>
              </a:rPr>
              <a:t> 	- </a:t>
            </a:r>
            <a:r>
              <a:rPr lang="en-GB" dirty="0">
                <a:latin typeface="Times New Roman" panose="02020603050405020304" pitchFamily="18" charset="0"/>
                <a:cs typeface="Times New Roman" panose="02020603050405020304" pitchFamily="18" charset="0"/>
              </a:rPr>
              <a:t>Designed for fast computations and optimized storage </a:t>
            </a:r>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Array Creation and Manipulation:</a:t>
            </a:r>
          </a:p>
          <a:p>
            <a:pPr marL="0" indent="0">
              <a:buNone/>
            </a:pPr>
            <a:r>
              <a:rPr lang="en-US" sz="2800" dirty="0">
                <a:latin typeface="Times New Roman" panose="02020603050405020304" pitchFamily="18" charset="0"/>
                <a:cs typeface="Times New Roman" panose="02020603050405020304" pitchFamily="18" charset="0"/>
              </a:rPr>
              <a:t> 	- </a:t>
            </a:r>
            <a:r>
              <a:rPr lang="en-US" dirty="0">
                <a:latin typeface="Times New Roman" panose="02020603050405020304" pitchFamily="18" charset="0"/>
                <a:cs typeface="Times New Roman" panose="02020603050405020304" pitchFamily="18" charset="0"/>
              </a:rPr>
              <a:t>Create, reshape, and manipulate arrays and matrices.</a:t>
            </a:r>
          </a:p>
          <a:p>
            <a:pPr marL="0" indent="0">
              <a:buNone/>
            </a:pPr>
            <a:r>
              <a:rPr lang="en-US" sz="2800" dirty="0">
                <a:latin typeface="Times New Roman" panose="02020603050405020304" pitchFamily="18" charset="0"/>
                <a:cs typeface="Times New Roman" panose="02020603050405020304" pitchFamily="18" charset="0"/>
              </a:rPr>
              <a:t> 	- </a:t>
            </a:r>
            <a:r>
              <a:rPr lang="en-US" dirty="0">
                <a:latin typeface="Times New Roman" panose="02020603050405020304" pitchFamily="18" charset="0"/>
                <a:cs typeface="Times New Roman" panose="02020603050405020304" pitchFamily="18" charset="0"/>
              </a:rPr>
              <a:t>Generate linearly/ logarithmically spaced sequences of numbers</a:t>
            </a:r>
          </a:p>
          <a:p>
            <a:pPr marL="0" indent="0">
              <a:buNone/>
            </a:pPr>
            <a:r>
              <a:rPr lang="en-US" sz="2800" dirty="0">
                <a:latin typeface="Times New Roman" panose="02020603050405020304" pitchFamily="18" charset="0"/>
                <a:cs typeface="Times New Roman" panose="02020603050405020304" pitchFamily="18" charset="0"/>
              </a:rPr>
              <a:t> 	- </a:t>
            </a:r>
            <a:r>
              <a:rPr lang="en-US" dirty="0">
                <a:latin typeface="Times New Roman" panose="02020603050405020304" pitchFamily="18" charset="0"/>
                <a:cs typeface="Times New Roman" panose="02020603050405020304" pitchFamily="18" charset="0"/>
              </a:rPr>
              <a:t>Access and modify elements based on specified conditions</a:t>
            </a:r>
          </a:p>
          <a:p>
            <a:r>
              <a:rPr lang="en-US" b="1" dirty="0">
                <a:latin typeface="Times New Roman" panose="02020603050405020304" pitchFamily="18" charset="0"/>
                <a:cs typeface="Times New Roman" panose="02020603050405020304" pitchFamily="18" charset="0"/>
              </a:rPr>
              <a:t>Random Sampling</a:t>
            </a:r>
          </a:p>
          <a:p>
            <a:pPr marL="0" indent="0">
              <a:buNone/>
            </a:pPr>
            <a:r>
              <a:rPr lang="en-US" sz="2800" dirty="0">
                <a:latin typeface="Times New Roman" panose="02020603050405020304" pitchFamily="18" charset="0"/>
                <a:cs typeface="Times New Roman" panose="02020603050405020304" pitchFamily="18" charset="0"/>
              </a:rPr>
              <a:t> 	- </a:t>
            </a:r>
            <a:r>
              <a:rPr lang="en-GB" dirty="0">
                <a:latin typeface="Times New Roman" panose="02020603050405020304" pitchFamily="18" charset="0"/>
                <a:cs typeface="Times New Roman" panose="02020603050405020304" pitchFamily="18" charset="0"/>
              </a:rPr>
              <a:t>Generate random samples from various probability distributions.</a:t>
            </a:r>
          </a:p>
          <a:p>
            <a:pPr marL="0" indent="0">
              <a:buNone/>
            </a:pPr>
            <a:r>
              <a:rPr lang="en-US" sz="2800" dirty="0">
                <a:latin typeface="Times New Roman" panose="02020603050405020304" pitchFamily="18" charset="0"/>
                <a:cs typeface="Times New Roman" panose="02020603050405020304" pitchFamily="18" charset="0"/>
              </a:rPr>
              <a:t> 	- </a:t>
            </a:r>
            <a:r>
              <a:rPr lang="en-GB" dirty="0">
                <a:latin typeface="Times New Roman" panose="02020603050405020304" pitchFamily="18" charset="0"/>
                <a:cs typeface="Times New Roman" panose="02020603050405020304" pitchFamily="18" charset="0"/>
              </a:rPr>
              <a:t>Perform random selection, shuffling, and other stochastic operations.</a:t>
            </a:r>
          </a:p>
          <a:p>
            <a:r>
              <a:rPr lang="en-US" b="1" dirty="0">
                <a:latin typeface="Times New Roman" panose="02020603050405020304" pitchFamily="18" charset="0"/>
                <a:cs typeface="Times New Roman" panose="02020603050405020304" pitchFamily="18" charset="0"/>
              </a:rPr>
              <a:t>Linear Algebra</a:t>
            </a:r>
          </a:p>
          <a:p>
            <a:pPr marL="0" indent="0">
              <a:buNone/>
            </a:pPr>
            <a:r>
              <a:rPr lang="en-US" sz="2800" dirty="0">
                <a:latin typeface="Times New Roman" panose="02020603050405020304" pitchFamily="18" charset="0"/>
                <a:cs typeface="Times New Roman" panose="02020603050405020304" pitchFamily="18" charset="0"/>
              </a:rPr>
              <a:t> 	- </a:t>
            </a:r>
            <a:r>
              <a:rPr lang="en-US" dirty="0">
                <a:latin typeface="Times New Roman" panose="02020603050405020304" pitchFamily="18" charset="0"/>
                <a:cs typeface="Times New Roman" panose="02020603050405020304" pitchFamily="18" charset="0"/>
              </a:rPr>
              <a:t>Compute Inverse, Determinant</a:t>
            </a:r>
          </a:p>
          <a:p>
            <a:pPr marL="0" indent="0">
              <a:buNone/>
            </a:pPr>
            <a:r>
              <a:rPr lang="en-US" sz="2800" dirty="0">
                <a:latin typeface="Times New Roman" panose="02020603050405020304" pitchFamily="18" charset="0"/>
                <a:cs typeface="Times New Roman" panose="02020603050405020304" pitchFamily="18" charset="0"/>
              </a:rPr>
              <a:t> 	- Calculate </a:t>
            </a:r>
            <a:r>
              <a:rPr lang="en-US" dirty="0">
                <a:latin typeface="Times New Roman" panose="02020603050405020304" pitchFamily="18" charset="0"/>
                <a:cs typeface="Times New Roman" panose="02020603050405020304" pitchFamily="18" charset="0"/>
              </a:rPr>
              <a:t>Eigenvalues and Eigenvectors, Singular Vector Decomposition(SVD) and more</a:t>
            </a:r>
          </a:p>
          <a:p>
            <a:r>
              <a:rPr lang="en-US" b="1" dirty="0">
                <a:latin typeface="Times New Roman" panose="02020603050405020304" pitchFamily="18" charset="0"/>
                <a:cs typeface="Times New Roman" panose="02020603050405020304" pitchFamily="18" charset="0"/>
              </a:rPr>
              <a:t>Fourier Transform</a:t>
            </a:r>
          </a:p>
          <a:p>
            <a:pPr marL="0" indent="0">
              <a:buNone/>
            </a:pPr>
            <a:r>
              <a:rPr lang="en-US" sz="2800" dirty="0">
                <a:latin typeface="Times New Roman" panose="02020603050405020304" pitchFamily="18" charset="0"/>
                <a:cs typeface="Times New Roman" panose="02020603050405020304" pitchFamily="18" charset="0"/>
              </a:rPr>
              <a:t> 	- Efficiently compute Fast Fourier Transforms and inverse</a:t>
            </a:r>
          </a:p>
        </p:txBody>
      </p:sp>
      <p:sp>
        <p:nvSpPr>
          <p:cNvPr id="3" name="TextBox 2">
            <a:extLst>
              <a:ext uri="{FF2B5EF4-FFF2-40B4-BE49-F238E27FC236}">
                <a16:creationId xmlns:a16="http://schemas.microsoft.com/office/drawing/2014/main" id="{70F0E885-EA73-C631-DFBC-3A77CC18EFC6}"/>
              </a:ext>
            </a:extLst>
          </p:cNvPr>
          <p:cNvSpPr txBox="1"/>
          <p:nvPr/>
        </p:nvSpPr>
        <p:spPr>
          <a:xfrm>
            <a:off x="651377" y="197534"/>
            <a:ext cx="10889245" cy="646331"/>
          </a:xfrm>
          <a:prstGeom prst="rect">
            <a:avLst/>
          </a:prstGeom>
          <a:noFill/>
        </p:spPr>
        <p:txBody>
          <a:bodyPr wrap="square" rtlCol="0">
            <a:spAutoFit/>
          </a:bodyPr>
          <a:lstStyle/>
          <a:p>
            <a:r>
              <a:rPr lang="en-US" sz="3600" b="1" dirty="0">
                <a:solidFill>
                  <a:schemeClr val="bg1"/>
                </a:solidFill>
                <a:latin typeface="Times New Roman" panose="02020603050405020304" pitchFamily="18" charset="0"/>
                <a:cs typeface="Times New Roman" panose="02020603050405020304" pitchFamily="18" charset="0"/>
              </a:rPr>
              <a:t>Quick intro to NumPy</a:t>
            </a:r>
          </a:p>
        </p:txBody>
      </p:sp>
    </p:spTree>
    <p:extLst>
      <p:ext uri="{BB962C8B-B14F-4D97-AF65-F5344CB8AC3E}">
        <p14:creationId xmlns:p14="http://schemas.microsoft.com/office/powerpoint/2010/main" val="2466019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
                                            <p:txEl>
                                              <p:pRg st="11" end="11"/>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
                                            <p:txEl>
                                              <p:pRg st="12" end="12"/>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
                                            <p:txEl>
                                              <p:pRg st="13" end="13"/>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
                                            <p:txEl>
                                              <p:pRg st="14" end="14"/>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6D97692-AE55-FBDB-B0D2-B808BBCE43B5}"/>
              </a:ext>
            </a:extLst>
          </p:cNvPr>
          <p:cNvSpPr>
            <a:spLocks noGrp="1"/>
          </p:cNvSpPr>
          <p:nvPr>
            <p:ph idx="1"/>
          </p:nvPr>
        </p:nvSpPr>
        <p:spPr/>
        <p:txBody>
          <a:bodyP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70F0E885-EA73-C631-DFBC-3A77CC18EFC6}"/>
              </a:ext>
            </a:extLst>
          </p:cNvPr>
          <p:cNvSpPr txBox="1"/>
          <p:nvPr/>
        </p:nvSpPr>
        <p:spPr>
          <a:xfrm>
            <a:off x="651377" y="197534"/>
            <a:ext cx="10889245" cy="646331"/>
          </a:xfrm>
          <a:prstGeom prst="rect">
            <a:avLst/>
          </a:prstGeom>
          <a:noFill/>
        </p:spPr>
        <p:txBody>
          <a:bodyPr wrap="square" rtlCol="0">
            <a:spAutoFit/>
          </a:bodyPr>
          <a:lstStyle/>
          <a:p>
            <a:r>
              <a:rPr lang="en-US" sz="3600" b="1" dirty="0">
                <a:solidFill>
                  <a:schemeClr val="bg1"/>
                </a:solidFill>
                <a:latin typeface="Times New Roman" panose="02020603050405020304" pitchFamily="18" charset="0"/>
                <a:cs typeface="Times New Roman" panose="02020603050405020304" pitchFamily="18" charset="0"/>
              </a:rPr>
              <a:t>NumPy</a:t>
            </a:r>
          </a:p>
        </p:txBody>
      </p:sp>
      <p:pic>
        <p:nvPicPr>
          <p:cNvPr id="1026" name="Picture 2">
            <a:extLst>
              <a:ext uri="{FF2B5EF4-FFF2-40B4-BE49-F238E27FC236}">
                <a16:creationId xmlns:a16="http://schemas.microsoft.com/office/drawing/2014/main" id="{71DF09F1-A671-FC0D-749A-0DB88606BF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62528" y="1336920"/>
            <a:ext cx="7099300" cy="5245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28802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6D97692-AE55-FBDB-B0D2-B808BBCE43B5}"/>
              </a:ext>
            </a:extLst>
          </p:cNvPr>
          <p:cNvSpPr>
            <a:spLocks noGrp="1"/>
          </p:cNvSpPr>
          <p:nvPr>
            <p:ph idx="1"/>
          </p:nvPr>
        </p:nvSpPr>
        <p:spPr/>
        <p:txBody>
          <a:bodyPr>
            <a:normAutofit lnSpcReduction="10000"/>
          </a:bodyPr>
          <a:lstStyle/>
          <a:p>
            <a:pPr marL="0" indent="0">
              <a:buNone/>
            </a:pPr>
            <a:r>
              <a:rPr lang="en-US" dirty="0">
                <a:latin typeface="Times New Roman" panose="02020603050405020304" pitchFamily="18" charset="0"/>
                <a:cs typeface="Times New Roman" panose="02020603050405020304" pitchFamily="18" charset="0"/>
              </a:rPr>
              <a:t>Let's walk through the entire process:</a:t>
            </a:r>
          </a:p>
          <a:p>
            <a:pPr marL="0" indent="0">
              <a:buNone/>
            </a:pPr>
            <a:endParaRPr lang="en-US"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Download Anaconda</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Set Up a Virtual Environment</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Activate the Virtual Environment</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Test Python Installation</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Install NumPy Libraries</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Import Libraries</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Walk thorough the </a:t>
            </a:r>
            <a:r>
              <a:rPr lang="en-US" b="1" dirty="0" err="1">
                <a:latin typeface="Times New Roman" panose="02020603050405020304" pitchFamily="18" charset="0"/>
                <a:cs typeface="Times New Roman" panose="02020603050405020304" pitchFamily="18" charset="0"/>
              </a:rPr>
              <a:t>Jupyter</a:t>
            </a:r>
            <a:r>
              <a:rPr lang="en-US" b="1" dirty="0">
                <a:latin typeface="Times New Roman" panose="02020603050405020304" pitchFamily="18" charset="0"/>
                <a:cs typeface="Times New Roman" panose="02020603050405020304" pitchFamily="18" charset="0"/>
              </a:rPr>
              <a:t> Notebook</a:t>
            </a:r>
          </a:p>
        </p:txBody>
      </p:sp>
      <p:sp>
        <p:nvSpPr>
          <p:cNvPr id="3" name="TextBox 2">
            <a:extLst>
              <a:ext uri="{FF2B5EF4-FFF2-40B4-BE49-F238E27FC236}">
                <a16:creationId xmlns:a16="http://schemas.microsoft.com/office/drawing/2014/main" id="{70F0E885-EA73-C631-DFBC-3A77CC18EFC6}"/>
              </a:ext>
            </a:extLst>
          </p:cNvPr>
          <p:cNvSpPr txBox="1"/>
          <p:nvPr/>
        </p:nvSpPr>
        <p:spPr>
          <a:xfrm>
            <a:off x="651377" y="197534"/>
            <a:ext cx="10889245" cy="646331"/>
          </a:xfrm>
          <a:prstGeom prst="rect">
            <a:avLst/>
          </a:prstGeom>
          <a:noFill/>
        </p:spPr>
        <p:txBody>
          <a:bodyPr wrap="square" rtlCol="0">
            <a:spAutoFit/>
          </a:bodyPr>
          <a:lstStyle/>
          <a:p>
            <a:r>
              <a:rPr lang="en-US" sz="3600" b="1" dirty="0">
                <a:solidFill>
                  <a:schemeClr val="bg1"/>
                </a:solidFill>
                <a:latin typeface="Times New Roman" panose="02020603050405020304" pitchFamily="18" charset="0"/>
                <a:cs typeface="Times New Roman" panose="02020603050405020304" pitchFamily="18" charset="0"/>
              </a:rPr>
              <a:t>Implementation</a:t>
            </a:r>
          </a:p>
        </p:txBody>
      </p:sp>
    </p:spTree>
    <p:extLst>
      <p:ext uri="{BB962C8B-B14F-4D97-AF65-F5344CB8AC3E}">
        <p14:creationId xmlns:p14="http://schemas.microsoft.com/office/powerpoint/2010/main" val="427319672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alpha val="11000"/>
          </a:schemeClr>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1182781-78AE-FAC6-64B4-A48FD9E3CC12}"/>
              </a:ext>
            </a:extLst>
          </p:cNvPr>
          <p:cNvPicPr>
            <a:picLocks noChangeAspect="1"/>
          </p:cNvPicPr>
          <p:nvPr/>
        </p:nvPicPr>
        <p:blipFill>
          <a:blip r:embed="rId3"/>
          <a:stretch>
            <a:fillRect/>
          </a:stretch>
        </p:blipFill>
        <p:spPr>
          <a:xfrm>
            <a:off x="0" y="3683000"/>
            <a:ext cx="12192000" cy="3175000"/>
          </a:xfrm>
          <a:prstGeom prst="rect">
            <a:avLst/>
          </a:prstGeom>
        </p:spPr>
      </p:pic>
      <p:sp>
        <p:nvSpPr>
          <p:cNvPr id="5" name="Rectangle 4">
            <a:extLst>
              <a:ext uri="{FF2B5EF4-FFF2-40B4-BE49-F238E27FC236}">
                <a16:creationId xmlns:a16="http://schemas.microsoft.com/office/drawing/2014/main" id="{9845AE8E-07C1-16D4-CDFA-09BCFDC4ABDD}"/>
              </a:ext>
            </a:extLst>
          </p:cNvPr>
          <p:cNvSpPr/>
          <p:nvPr/>
        </p:nvSpPr>
        <p:spPr>
          <a:xfrm>
            <a:off x="0" y="0"/>
            <a:ext cx="12192000" cy="1041400"/>
          </a:xfrm>
          <a:prstGeom prst="rect">
            <a:avLst/>
          </a:prstGeom>
          <a:solidFill>
            <a:srgbClr val="A0233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a:extLst>
              <a:ext uri="{FF2B5EF4-FFF2-40B4-BE49-F238E27FC236}">
                <a16:creationId xmlns:a16="http://schemas.microsoft.com/office/drawing/2014/main" id="{3AFCF608-7BEC-3181-C0F9-2AF8469E8698}"/>
              </a:ext>
            </a:extLst>
          </p:cNvPr>
          <p:cNvPicPr>
            <a:picLocks noChangeAspect="1"/>
          </p:cNvPicPr>
          <p:nvPr/>
        </p:nvPicPr>
        <p:blipFill>
          <a:blip r:embed="rId4"/>
          <a:stretch>
            <a:fillRect/>
          </a:stretch>
        </p:blipFill>
        <p:spPr>
          <a:xfrm>
            <a:off x="11047412" y="22224"/>
            <a:ext cx="1019176" cy="1019176"/>
          </a:xfrm>
          <a:prstGeom prst="rect">
            <a:avLst/>
          </a:prstGeom>
        </p:spPr>
      </p:pic>
      <p:sp>
        <p:nvSpPr>
          <p:cNvPr id="7" name="TextBox 6">
            <a:extLst>
              <a:ext uri="{FF2B5EF4-FFF2-40B4-BE49-F238E27FC236}">
                <a16:creationId xmlns:a16="http://schemas.microsoft.com/office/drawing/2014/main" id="{0EDD1DF1-1357-DECA-39E8-99D5B3712941}"/>
              </a:ext>
            </a:extLst>
          </p:cNvPr>
          <p:cNvSpPr txBox="1"/>
          <p:nvPr/>
        </p:nvSpPr>
        <p:spPr>
          <a:xfrm>
            <a:off x="651377" y="197534"/>
            <a:ext cx="10889245" cy="646331"/>
          </a:xfrm>
          <a:prstGeom prst="rect">
            <a:avLst/>
          </a:prstGeom>
          <a:noFill/>
        </p:spPr>
        <p:txBody>
          <a:bodyPr wrap="square" rtlCol="0">
            <a:spAutoFit/>
          </a:bodyPr>
          <a:lstStyle/>
          <a:p>
            <a:r>
              <a:rPr lang="en-US" sz="3600" b="1" dirty="0">
                <a:solidFill>
                  <a:schemeClr val="bg1"/>
                </a:solidFill>
                <a:latin typeface="Times New Roman" panose="02020603050405020304" pitchFamily="18" charset="0"/>
                <a:cs typeface="Times New Roman" panose="02020603050405020304" pitchFamily="18" charset="0"/>
              </a:rPr>
              <a:t>Code for VE</a:t>
            </a:r>
          </a:p>
        </p:txBody>
      </p:sp>
      <p:sp>
        <p:nvSpPr>
          <p:cNvPr id="2" name="Content Placeholder 2">
            <a:extLst>
              <a:ext uri="{FF2B5EF4-FFF2-40B4-BE49-F238E27FC236}">
                <a16:creationId xmlns:a16="http://schemas.microsoft.com/office/drawing/2014/main" id="{607D9401-C860-BD4A-B133-F172015F31D8}"/>
              </a:ext>
            </a:extLst>
          </p:cNvPr>
          <p:cNvSpPr>
            <a:spLocks noGrp="1"/>
          </p:cNvSpPr>
          <p:nvPr>
            <p:ph idx="4294967295"/>
          </p:nvPr>
        </p:nvSpPr>
        <p:spPr>
          <a:xfrm>
            <a:off x="838200" y="1425543"/>
            <a:ext cx="10515600" cy="5067854"/>
          </a:xfrm>
        </p:spPr>
        <p:txBody>
          <a:bodyPr>
            <a:normAutofit fontScale="70000" lnSpcReduction="20000"/>
          </a:bodyPr>
          <a:lstStyle/>
          <a:p>
            <a:pPr marL="0" indent="0">
              <a:buNone/>
            </a:pPr>
            <a:r>
              <a:rPr lang="en-US" dirty="0">
                <a:latin typeface="Times New Roman" panose="02020603050405020304" pitchFamily="18" charset="0"/>
                <a:cs typeface="Times New Roman" panose="02020603050405020304" pitchFamily="18" charset="0"/>
              </a:rPr>
              <a:t>You may type the following commands in the Terminal(Mac, Linux) and Command Prompt.(Windows)</a:t>
            </a:r>
            <a:endParaRPr lang="en-US" b="1"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Python Built-in </a:t>
            </a:r>
            <a:r>
              <a:rPr lang="en-US" b="1" dirty="0" err="1">
                <a:latin typeface="Times New Roman" panose="02020603050405020304" pitchFamily="18" charset="0"/>
                <a:cs typeface="Times New Roman" panose="02020603050405020304" pitchFamily="18" charset="0"/>
              </a:rPr>
              <a:t>Venv</a:t>
            </a:r>
            <a:endParaRPr lang="en-US" b="1" dirty="0">
              <a:latin typeface="Times New Roman" panose="02020603050405020304" pitchFamily="18" charset="0"/>
              <a:cs typeface="Times New Roman" panose="02020603050405020304" pitchFamily="18" charset="0"/>
            </a:endParaRPr>
          </a:p>
          <a:p>
            <a:pPr marL="0" indent="0">
              <a:buNone/>
            </a:pPr>
            <a:r>
              <a:rPr lang="en-US" sz="2100" dirty="0">
                <a:latin typeface="Courier New" panose="02070309020205020404" pitchFamily="49" charset="0"/>
                <a:cs typeface="Courier New" panose="02070309020205020404" pitchFamily="49" charset="0"/>
              </a:rPr>
              <a:t># &gt; python3.</a:t>
            </a:r>
            <a:r>
              <a:rPr lang="en-US" altLang="zh-CN" sz="2100" dirty="0">
                <a:latin typeface="Courier New" panose="02070309020205020404" pitchFamily="49" charset="0"/>
                <a:cs typeface="Courier New" panose="02070309020205020404" pitchFamily="49" charset="0"/>
              </a:rPr>
              <a:t>9</a:t>
            </a:r>
            <a:r>
              <a:rPr lang="en-US" sz="2100" dirty="0">
                <a:latin typeface="Courier New" panose="02070309020205020404" pitchFamily="49" charset="0"/>
                <a:cs typeface="Courier New" panose="02070309020205020404" pitchFamily="49" charset="0"/>
              </a:rPr>
              <a:t> -m </a:t>
            </a:r>
            <a:r>
              <a:rPr lang="en-US" sz="2100" dirty="0" err="1">
                <a:latin typeface="Courier New" panose="02070309020205020404" pitchFamily="49" charset="0"/>
                <a:cs typeface="Courier New" panose="02070309020205020404" pitchFamily="49" charset="0"/>
              </a:rPr>
              <a:t>venv</a:t>
            </a:r>
            <a:r>
              <a:rPr lang="en-US" sz="2100" dirty="0">
                <a:latin typeface="Courier New" panose="02070309020205020404" pitchFamily="49" charset="0"/>
                <a:cs typeface="Courier New" panose="02070309020205020404" pitchFamily="49" charset="0"/>
              </a:rPr>
              <a:t> </a:t>
            </a:r>
            <a:r>
              <a:rPr lang="en-US" sz="2100" dirty="0" err="1">
                <a:latin typeface="Courier New" panose="02070309020205020404" pitchFamily="49" charset="0"/>
                <a:cs typeface="Courier New" panose="02070309020205020404" pitchFamily="49" charset="0"/>
              </a:rPr>
              <a:t>ds_course</a:t>
            </a:r>
            <a:r>
              <a:rPr lang="en-US" sz="2100" dirty="0">
                <a:latin typeface="Courier New" panose="02070309020205020404" pitchFamily="49" charset="0"/>
                <a:cs typeface="Courier New" panose="02070309020205020404" pitchFamily="49" charset="0"/>
              </a:rPr>
              <a:t> </a:t>
            </a:r>
          </a:p>
          <a:p>
            <a:pPr marL="0" indent="0">
              <a:buNone/>
            </a:pPr>
            <a:r>
              <a:rPr lang="en-US" b="1" dirty="0">
                <a:latin typeface="Times New Roman" panose="02020603050405020304" pitchFamily="18" charset="0"/>
                <a:cs typeface="Times New Roman" panose="02020603050405020304" pitchFamily="18" charset="0"/>
              </a:rPr>
              <a:t>Windows:</a:t>
            </a:r>
          </a:p>
          <a:p>
            <a:pPr marL="0" indent="0">
              <a:buNone/>
            </a:pPr>
            <a:r>
              <a:rPr lang="en-US" sz="2100" dirty="0">
                <a:latin typeface="Courier New" panose="02070309020205020404" pitchFamily="49" charset="0"/>
                <a:cs typeface="Courier New" panose="02070309020205020404" pitchFamily="49" charset="0"/>
              </a:rPr>
              <a:t># &gt; </a:t>
            </a:r>
            <a:r>
              <a:rPr lang="en-US" sz="2100" dirty="0" err="1">
                <a:latin typeface="Courier New" panose="02070309020205020404" pitchFamily="49" charset="0"/>
                <a:cs typeface="Courier New" panose="02070309020205020404" pitchFamily="49" charset="0"/>
              </a:rPr>
              <a:t>ds_course</a:t>
            </a:r>
            <a:r>
              <a:rPr lang="en-US" sz="2100" dirty="0">
                <a:latin typeface="Courier New" panose="02070309020205020404" pitchFamily="49" charset="0"/>
                <a:cs typeface="Courier New" panose="02070309020205020404" pitchFamily="49" charset="0"/>
              </a:rPr>
              <a:t>\Scripts\activate</a:t>
            </a:r>
          </a:p>
          <a:p>
            <a:pPr marL="0" indent="0">
              <a:buNone/>
            </a:pPr>
            <a:r>
              <a:rPr lang="en-US" b="1" dirty="0">
                <a:latin typeface="Times New Roman" panose="02020603050405020304" pitchFamily="18" charset="0"/>
                <a:cs typeface="Times New Roman" panose="02020603050405020304" pitchFamily="18" charset="0"/>
              </a:rPr>
              <a:t>Mac/Linux</a:t>
            </a:r>
          </a:p>
          <a:p>
            <a:pPr marL="0" indent="0">
              <a:buNone/>
            </a:pPr>
            <a:r>
              <a:rPr lang="en-US" sz="2100" dirty="0">
                <a:latin typeface="Courier New" panose="02070309020205020404" pitchFamily="49" charset="0"/>
                <a:cs typeface="Courier New" panose="02070309020205020404" pitchFamily="49" charset="0"/>
              </a:rPr>
              <a:t># &gt; source  </a:t>
            </a:r>
            <a:r>
              <a:rPr lang="en-US" sz="2100" dirty="0" err="1">
                <a:latin typeface="Courier New" panose="02070309020205020404" pitchFamily="49" charset="0"/>
                <a:cs typeface="Courier New" panose="02070309020205020404" pitchFamily="49" charset="0"/>
              </a:rPr>
              <a:t>ds_course</a:t>
            </a:r>
            <a:r>
              <a:rPr lang="en-US" sz="2100" dirty="0">
                <a:latin typeface="Courier New" panose="02070309020205020404" pitchFamily="49" charset="0"/>
                <a:cs typeface="Courier New" panose="02070309020205020404" pitchFamily="49" charset="0"/>
              </a:rPr>
              <a:t>/bin/activate</a:t>
            </a:r>
          </a:p>
          <a:p>
            <a:pPr marL="0" indent="0">
              <a:buNone/>
            </a:pPr>
            <a:r>
              <a:rPr lang="en-US" sz="2100" dirty="0">
                <a:latin typeface="Courier New" panose="02070309020205020404" pitchFamily="49" charset="0"/>
                <a:cs typeface="Courier New" panose="02070309020205020404" pitchFamily="49" charset="0"/>
              </a:rPr>
              <a:t># &gt; pip install notebook</a:t>
            </a:r>
            <a:endParaRPr lang="en-US" sz="2100" dirty="0">
              <a:latin typeface="Times New Roman" panose="02020603050405020304" pitchFamily="18" charset="0"/>
              <a:cs typeface="Times New Roman" panose="02020603050405020304" pitchFamily="18" charset="0"/>
            </a:endParaRPr>
          </a:p>
          <a:p>
            <a:pPr marL="0" indent="0">
              <a:buNone/>
            </a:pPr>
            <a:r>
              <a:rPr lang="en-US" sz="2100" dirty="0">
                <a:latin typeface="Courier New" panose="02070309020205020404" pitchFamily="49" charset="0"/>
                <a:cs typeface="Courier New" panose="02070309020205020404" pitchFamily="49" charset="0"/>
              </a:rPr>
              <a:t># &gt; deactivate</a:t>
            </a:r>
          </a:p>
          <a:p>
            <a:pPr marL="0" indent="0">
              <a:buNone/>
            </a:pPr>
            <a:endParaRPr lang="en-US" sz="2100" dirty="0">
              <a:latin typeface="Courier New" panose="02070309020205020404" pitchFamily="49" charset="0"/>
              <a:cs typeface="Courier New" panose="02070309020205020404" pitchFamily="49" charset="0"/>
            </a:endParaRPr>
          </a:p>
          <a:p>
            <a:pPr marL="0" indent="0">
              <a:buNone/>
            </a:pPr>
            <a:r>
              <a:rPr lang="en-US" b="1" dirty="0" err="1">
                <a:latin typeface="Times New Roman" panose="02020603050405020304" pitchFamily="18" charset="0"/>
                <a:cs typeface="Times New Roman" panose="02020603050405020304" pitchFamily="18" charset="0"/>
              </a:rPr>
              <a:t>Conda</a:t>
            </a:r>
            <a:r>
              <a:rPr lang="en-US" dirty="0">
                <a:latin typeface="Times New Roman" panose="02020603050405020304" pitchFamily="18" charset="0"/>
                <a:cs typeface="Times New Roman" panose="02020603050405020304" pitchFamily="18" charset="0"/>
              </a:rPr>
              <a:t> (more recommended)</a:t>
            </a:r>
          </a:p>
          <a:p>
            <a:pPr marL="0" indent="0">
              <a:buNone/>
            </a:pPr>
            <a:r>
              <a:rPr lang="en-US" sz="2100" dirty="0">
                <a:latin typeface="Courier New" panose="02070309020205020404" pitchFamily="49" charset="0"/>
                <a:cs typeface="Courier New" panose="02070309020205020404" pitchFamily="49" charset="0"/>
              </a:rPr>
              <a:t># &gt; </a:t>
            </a:r>
            <a:r>
              <a:rPr lang="en-US" sz="2100" dirty="0" err="1">
                <a:latin typeface="Courier New" panose="02070309020205020404" pitchFamily="49" charset="0"/>
                <a:cs typeface="Courier New" panose="02070309020205020404" pitchFamily="49" charset="0"/>
              </a:rPr>
              <a:t>conda</a:t>
            </a:r>
            <a:r>
              <a:rPr lang="en-US" sz="2100" dirty="0">
                <a:latin typeface="Courier New" panose="02070309020205020404" pitchFamily="49" charset="0"/>
                <a:cs typeface="Courier New" panose="02070309020205020404" pitchFamily="49" charset="0"/>
              </a:rPr>
              <a:t> create -n </a:t>
            </a:r>
            <a:r>
              <a:rPr lang="en-US" sz="2100" dirty="0" err="1">
                <a:latin typeface="Courier New" panose="02070309020205020404" pitchFamily="49" charset="0"/>
                <a:cs typeface="Courier New" panose="02070309020205020404" pitchFamily="49" charset="0"/>
              </a:rPr>
              <a:t>ds_course</a:t>
            </a:r>
            <a:r>
              <a:rPr lang="en-US" sz="2100" dirty="0">
                <a:latin typeface="Courier New" panose="02070309020205020404" pitchFamily="49" charset="0"/>
                <a:cs typeface="Courier New" panose="02070309020205020404" pitchFamily="49" charset="0"/>
              </a:rPr>
              <a:t> python=3.</a:t>
            </a:r>
            <a:r>
              <a:rPr lang="en-US" altLang="zh-CN" sz="2100" dirty="0">
                <a:latin typeface="Courier New" panose="02070309020205020404" pitchFamily="49" charset="0"/>
                <a:cs typeface="Courier New" panose="02070309020205020404" pitchFamily="49" charset="0"/>
              </a:rPr>
              <a:t>9</a:t>
            </a:r>
            <a:endParaRPr lang="en-US" sz="2100" dirty="0">
              <a:latin typeface="Courier New" panose="02070309020205020404" pitchFamily="49" charset="0"/>
              <a:cs typeface="Courier New" panose="02070309020205020404" pitchFamily="49" charset="0"/>
            </a:endParaRPr>
          </a:p>
          <a:p>
            <a:pPr marL="0" indent="0">
              <a:buNone/>
            </a:pPr>
            <a:r>
              <a:rPr lang="en-US" sz="2100" dirty="0">
                <a:latin typeface="Courier New" panose="02070309020205020404" pitchFamily="49" charset="0"/>
                <a:cs typeface="Courier New" panose="02070309020205020404" pitchFamily="49" charset="0"/>
              </a:rPr>
              <a:t># &gt; </a:t>
            </a:r>
            <a:r>
              <a:rPr lang="en-US" sz="2100" dirty="0" err="1">
                <a:latin typeface="Courier New" panose="02070309020205020404" pitchFamily="49" charset="0"/>
                <a:cs typeface="Courier New" panose="02070309020205020404" pitchFamily="49" charset="0"/>
              </a:rPr>
              <a:t>conda</a:t>
            </a:r>
            <a:r>
              <a:rPr lang="en-US" sz="2100" dirty="0">
                <a:latin typeface="Courier New" panose="02070309020205020404" pitchFamily="49" charset="0"/>
                <a:cs typeface="Courier New" panose="02070309020205020404" pitchFamily="49" charset="0"/>
              </a:rPr>
              <a:t> activate </a:t>
            </a:r>
            <a:r>
              <a:rPr lang="en-US" sz="2100" dirty="0" err="1">
                <a:latin typeface="Courier New" panose="02070309020205020404" pitchFamily="49" charset="0"/>
                <a:cs typeface="Courier New" panose="02070309020205020404" pitchFamily="49" charset="0"/>
              </a:rPr>
              <a:t>ds_course</a:t>
            </a:r>
            <a:endParaRPr lang="en-US" sz="2100" dirty="0">
              <a:latin typeface="Courier New" panose="02070309020205020404" pitchFamily="49" charset="0"/>
              <a:cs typeface="Courier New" panose="02070309020205020404" pitchFamily="49" charset="0"/>
            </a:endParaRPr>
          </a:p>
          <a:p>
            <a:pPr marL="0" indent="0">
              <a:buNone/>
            </a:pPr>
            <a:r>
              <a:rPr lang="en-US" sz="2100" dirty="0">
                <a:latin typeface="Courier New" panose="02070309020205020404" pitchFamily="49" charset="0"/>
                <a:cs typeface="Courier New" panose="02070309020205020404" pitchFamily="49" charset="0"/>
              </a:rPr>
              <a:t># &gt; </a:t>
            </a:r>
            <a:r>
              <a:rPr lang="en-US" sz="2100" dirty="0" err="1">
                <a:latin typeface="Courier New" panose="02070309020205020404" pitchFamily="49" charset="0"/>
                <a:cs typeface="Courier New" panose="02070309020205020404" pitchFamily="49" charset="0"/>
              </a:rPr>
              <a:t>conda</a:t>
            </a:r>
            <a:r>
              <a:rPr lang="en-US" sz="2100" dirty="0">
                <a:latin typeface="Courier New" panose="02070309020205020404" pitchFamily="49" charset="0"/>
                <a:cs typeface="Courier New" panose="02070309020205020404" pitchFamily="49" charset="0"/>
              </a:rPr>
              <a:t> install </a:t>
            </a:r>
            <a:r>
              <a:rPr lang="en-US" sz="2100" dirty="0" err="1">
                <a:latin typeface="Courier New" panose="02070309020205020404" pitchFamily="49" charset="0"/>
                <a:cs typeface="Courier New" panose="02070309020205020404" pitchFamily="49" charset="0"/>
              </a:rPr>
              <a:t>ipykernel</a:t>
            </a:r>
            <a:endParaRPr lang="en-US" sz="2100" dirty="0">
              <a:latin typeface="Courier New" panose="02070309020205020404" pitchFamily="49" charset="0"/>
              <a:cs typeface="Courier New" panose="02070309020205020404" pitchFamily="49" charset="0"/>
            </a:endParaRPr>
          </a:p>
          <a:p>
            <a:pPr marL="0" indent="0">
              <a:buNone/>
            </a:pPr>
            <a:r>
              <a:rPr lang="en-US" sz="2100" dirty="0">
                <a:latin typeface="Courier New" panose="02070309020205020404" pitchFamily="49" charset="0"/>
                <a:cs typeface="Courier New" panose="02070309020205020404" pitchFamily="49" charset="0"/>
              </a:rPr>
              <a:t># &gt; python -m </a:t>
            </a:r>
            <a:r>
              <a:rPr lang="en-US" sz="2100" dirty="0" err="1">
                <a:latin typeface="Courier New" panose="02070309020205020404" pitchFamily="49" charset="0"/>
                <a:cs typeface="Courier New" panose="02070309020205020404" pitchFamily="49" charset="0"/>
              </a:rPr>
              <a:t>ipykernel</a:t>
            </a:r>
            <a:r>
              <a:rPr lang="en-US" sz="2100" dirty="0">
                <a:latin typeface="Courier New" panose="02070309020205020404" pitchFamily="49" charset="0"/>
                <a:cs typeface="Courier New" panose="02070309020205020404" pitchFamily="49" charset="0"/>
              </a:rPr>
              <a:t> install --user --name </a:t>
            </a:r>
            <a:r>
              <a:rPr lang="en-US" sz="2100" dirty="0" err="1">
                <a:latin typeface="Courier New" panose="02070309020205020404" pitchFamily="49" charset="0"/>
                <a:cs typeface="Courier New" panose="02070309020205020404" pitchFamily="49" charset="0"/>
              </a:rPr>
              <a:t>ds_course</a:t>
            </a:r>
            <a:r>
              <a:rPr lang="en-US" sz="2100" dirty="0">
                <a:latin typeface="Courier New" panose="02070309020205020404" pitchFamily="49" charset="0"/>
                <a:cs typeface="Courier New" panose="02070309020205020404" pitchFamily="49" charset="0"/>
              </a:rPr>
              <a:t> --display-name "Python</a:t>
            </a:r>
            <a:r>
              <a:rPr lang="en-US" altLang="zh-CN" sz="2100" dirty="0">
                <a:latin typeface="Courier New" panose="02070309020205020404" pitchFamily="49" charset="0"/>
                <a:cs typeface="Courier New" panose="02070309020205020404" pitchFamily="49" charset="0"/>
              </a:rPr>
              <a:t>3.9</a:t>
            </a:r>
            <a:r>
              <a:rPr lang="en-US" sz="2100" dirty="0">
                <a:latin typeface="Courier New" panose="02070309020205020404" pitchFamily="49" charset="0"/>
                <a:cs typeface="Courier New" panose="02070309020205020404" pitchFamily="49" charset="0"/>
              </a:rPr>
              <a:t> (</a:t>
            </a:r>
            <a:r>
              <a:rPr lang="en-US" sz="2100" dirty="0" err="1">
                <a:latin typeface="Courier New" panose="02070309020205020404" pitchFamily="49" charset="0"/>
                <a:cs typeface="Courier New" panose="02070309020205020404" pitchFamily="49" charset="0"/>
              </a:rPr>
              <a:t>ds_course</a:t>
            </a:r>
            <a:r>
              <a:rPr lang="en-US" sz="21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4981632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50"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C63C3D3F-B96A-4B33-84FF-B44C85BF513A}">
  <we:reference id="123e4567-e89b-12d3-a456-426614174000" version="1.0.0.0" store="developer" storeType="uploadfiledevcatalog"/>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E8E543AD-A420-AB48-A8D8-9779FA7A8A43}">
  <we:reference id="1896a6e7-085d-4b61-8a8e-92f3afcac722" version="1.0.0.0" store="developer" storeType="Registry"/>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10801</TotalTime>
  <Words>2881</Words>
  <Application>Microsoft Macintosh PowerPoint</Application>
  <PresentationFormat>Widescreen</PresentationFormat>
  <Paragraphs>369</Paragraphs>
  <Slides>34</Slides>
  <Notes>21</Notes>
  <HiddenSlides>4</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34</vt:i4>
      </vt:variant>
    </vt:vector>
  </HeadingPairs>
  <TitlesOfParts>
    <vt:vector size="43" baseType="lpstr">
      <vt:lpstr>Roboto Regular</vt:lpstr>
      <vt:lpstr>Aptos</vt:lpstr>
      <vt:lpstr>Aptos Display</vt:lpstr>
      <vt:lpstr>Arial</vt:lpstr>
      <vt:lpstr>Courier New</vt:lpstr>
      <vt:lpstr>Didot</vt:lpstr>
      <vt:lpstr>Times New Roman</vt:lpstr>
      <vt:lpstr>Office Theme</vt:lpstr>
      <vt:lpstr>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KUANG, nick370 [Student]</dc:creator>
  <cp:lastModifiedBy>KUANG, nick370 [Student]</cp:lastModifiedBy>
  <cp:revision>30</cp:revision>
  <dcterms:created xsi:type="dcterms:W3CDTF">2024-08-25T09:10:28Z</dcterms:created>
  <dcterms:modified xsi:type="dcterms:W3CDTF">2025-02-11T03:45:04Z</dcterms:modified>
</cp:coreProperties>
</file>