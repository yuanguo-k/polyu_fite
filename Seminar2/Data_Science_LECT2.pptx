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94" r:id="rId4"/>
    <p:sldId id="270" r:id="rId5"/>
    <p:sldId id="265" r:id="rId6"/>
    <p:sldId id="296" r:id="rId7"/>
    <p:sldId id="259" r:id="rId8"/>
    <p:sldId id="269" r:id="rId9"/>
    <p:sldId id="260" r:id="rId10"/>
    <p:sldId id="262" r:id="rId11"/>
    <p:sldId id="297" r:id="rId12"/>
    <p:sldId id="298" r:id="rId13"/>
    <p:sldId id="272" r:id="rId14"/>
    <p:sldId id="271" r:id="rId15"/>
    <p:sldId id="263" r:id="rId16"/>
    <p:sldId id="264" r:id="rId17"/>
    <p:sldId id="267" r:id="rId18"/>
    <p:sldId id="29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2D25D-6774-7240-87D0-683BD908866C}" v="297" dt="2024-11-21T05:12:45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73329"/>
  </p:normalViewPr>
  <p:slideViewPr>
    <p:cSldViewPr snapToGrid="0" showGuides="1">
      <p:cViewPr varScale="1">
        <p:scale>
          <a:sx n="85" d="100"/>
          <a:sy n="85" d="100"/>
        </p:scale>
        <p:origin x="6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ANG, nick370 [Student]" userId="da991e67-a0fd-45c3-89c0-bd436c1ccc7c" providerId="ADAL" clId="{C6D2D25D-6774-7240-87D0-683BD908866C}"/>
    <pc:docChg chg="undo custSel addSld delSld modSld sldOrd">
      <pc:chgData name="KUANG, nick370 [Student]" userId="da991e67-a0fd-45c3-89c0-bd436c1ccc7c" providerId="ADAL" clId="{C6D2D25D-6774-7240-87D0-683BD908866C}" dt="2024-11-21T05:12:45.393" v="3128"/>
      <pc:docMkLst>
        <pc:docMk/>
      </pc:docMkLst>
      <pc:sldChg chg="delSp mod">
        <pc:chgData name="KUANG, nick370 [Student]" userId="da991e67-a0fd-45c3-89c0-bd436c1ccc7c" providerId="ADAL" clId="{C6D2D25D-6774-7240-87D0-683BD908866C}" dt="2024-11-21T04:53:08.156" v="2977" actId="478"/>
        <pc:sldMkLst>
          <pc:docMk/>
          <pc:sldMk cId="3913440257" sldId="257"/>
        </pc:sldMkLst>
        <pc:spChg chg="del">
          <ac:chgData name="KUANG, nick370 [Student]" userId="da991e67-a0fd-45c3-89c0-bd436c1ccc7c" providerId="ADAL" clId="{C6D2D25D-6774-7240-87D0-683BD908866C}" dt="2024-11-21T04:53:08.156" v="2977" actId="478"/>
          <ac:spMkLst>
            <pc:docMk/>
            <pc:sldMk cId="3913440257" sldId="257"/>
            <ac:spMk id="14" creationId="{B37BB32E-DB39-87B5-04FD-5AFA9DF486E2}"/>
          </ac:spMkLst>
        </pc:spChg>
      </pc:sldChg>
      <pc:sldChg chg="modSp mod modAnim">
        <pc:chgData name="KUANG, nick370 [Student]" userId="da991e67-a0fd-45c3-89c0-bd436c1ccc7c" providerId="ADAL" clId="{C6D2D25D-6774-7240-87D0-683BD908866C}" dt="2024-11-21T04:55:40.303" v="3022" actId="20577"/>
        <pc:sldMkLst>
          <pc:docMk/>
          <pc:sldMk cId="1139326662" sldId="258"/>
        </pc:sldMkLst>
        <pc:spChg chg="mod">
          <ac:chgData name="KUANG, nick370 [Student]" userId="da991e67-a0fd-45c3-89c0-bd436c1ccc7c" providerId="ADAL" clId="{C6D2D25D-6774-7240-87D0-683BD908866C}" dt="2024-11-21T04:55:40.303" v="3022" actId="20577"/>
          <ac:spMkLst>
            <pc:docMk/>
            <pc:sldMk cId="1139326662" sldId="258"/>
            <ac:spMk id="9" creationId="{821657F7-31A1-042A-FE46-C1E8D548CFA1}"/>
          </ac:spMkLst>
        </pc:spChg>
      </pc:sldChg>
      <pc:sldChg chg="modSp mod ord modAnim">
        <pc:chgData name="KUANG, nick370 [Student]" userId="da991e67-a0fd-45c3-89c0-bd436c1ccc7c" providerId="ADAL" clId="{C6D2D25D-6774-7240-87D0-683BD908866C}" dt="2024-11-21T05:05:54.345" v="3058" actId="113"/>
        <pc:sldMkLst>
          <pc:docMk/>
          <pc:sldMk cId="1510493292" sldId="259"/>
        </pc:sldMkLst>
        <pc:spChg chg="mod">
          <ac:chgData name="KUANG, nick370 [Student]" userId="da991e67-a0fd-45c3-89c0-bd436c1ccc7c" providerId="ADAL" clId="{C6D2D25D-6774-7240-87D0-683BD908866C}" dt="2024-11-21T05:05:54.345" v="3058" actId="113"/>
          <ac:spMkLst>
            <pc:docMk/>
            <pc:sldMk cId="1510493292" sldId="259"/>
            <ac:spMk id="9" creationId="{821657F7-31A1-042A-FE46-C1E8D548CFA1}"/>
          </ac:spMkLst>
        </pc:spChg>
      </pc:sldChg>
      <pc:sldChg chg="addSp delSp modSp mod">
        <pc:chgData name="KUANG, nick370 [Student]" userId="da991e67-a0fd-45c3-89c0-bd436c1ccc7c" providerId="ADAL" clId="{C6D2D25D-6774-7240-87D0-683BD908866C}" dt="2024-11-18T13:39:12.155" v="1965" actId="113"/>
        <pc:sldMkLst>
          <pc:docMk/>
          <pc:sldMk cId="3731156238" sldId="260"/>
        </pc:sldMkLst>
        <pc:spChg chg="mod">
          <ac:chgData name="KUANG, nick370 [Student]" userId="da991e67-a0fd-45c3-89c0-bd436c1ccc7c" providerId="ADAL" clId="{C6D2D25D-6774-7240-87D0-683BD908866C}" dt="2024-11-18T13:33:46.002" v="1876" actId="20577"/>
          <ac:spMkLst>
            <pc:docMk/>
            <pc:sldMk cId="3731156238" sldId="260"/>
            <ac:spMk id="7" creationId="{0EDD1DF1-1357-DECA-39E8-99D5B3712941}"/>
          </ac:spMkLst>
        </pc:spChg>
        <pc:spChg chg="mod">
          <ac:chgData name="KUANG, nick370 [Student]" userId="da991e67-a0fd-45c3-89c0-bd436c1ccc7c" providerId="ADAL" clId="{C6D2D25D-6774-7240-87D0-683BD908866C}" dt="2024-11-18T13:39:12.155" v="1965" actId="113"/>
          <ac:spMkLst>
            <pc:docMk/>
            <pc:sldMk cId="3731156238" sldId="260"/>
            <ac:spMk id="9" creationId="{821657F7-31A1-042A-FE46-C1E8D548CFA1}"/>
          </ac:spMkLst>
        </pc:spChg>
      </pc:sldChg>
      <pc:sldChg chg="modSp mod modShow">
        <pc:chgData name="KUANG, nick370 [Student]" userId="da991e67-a0fd-45c3-89c0-bd436c1ccc7c" providerId="ADAL" clId="{C6D2D25D-6774-7240-87D0-683BD908866C}" dt="2024-11-19T04:35:16.712" v="2790" actId="729"/>
        <pc:sldMkLst>
          <pc:docMk/>
          <pc:sldMk cId="3528352751" sldId="262"/>
        </pc:sldMkLst>
        <pc:spChg chg="mod">
          <ac:chgData name="KUANG, nick370 [Student]" userId="da991e67-a0fd-45c3-89c0-bd436c1ccc7c" providerId="ADAL" clId="{C6D2D25D-6774-7240-87D0-683BD908866C}" dt="2024-11-19T04:34:56.855" v="2789" actId="20577"/>
          <ac:spMkLst>
            <pc:docMk/>
            <pc:sldMk cId="3528352751" sldId="262"/>
            <ac:spMk id="9" creationId="{821657F7-31A1-042A-FE46-C1E8D548CFA1}"/>
          </ac:spMkLst>
        </pc:spChg>
      </pc:sldChg>
      <pc:sldChg chg="modSp mod modNotesTx">
        <pc:chgData name="KUANG, nick370 [Student]" userId="da991e67-a0fd-45c3-89c0-bd436c1ccc7c" providerId="ADAL" clId="{C6D2D25D-6774-7240-87D0-683BD908866C}" dt="2024-11-19T04:36:08.146" v="2798" actId="27636"/>
        <pc:sldMkLst>
          <pc:docMk/>
          <pc:sldMk cId="1253412115" sldId="263"/>
        </pc:sldMkLst>
        <pc:spChg chg="mod">
          <ac:chgData name="KUANG, nick370 [Student]" userId="da991e67-a0fd-45c3-89c0-bd436c1ccc7c" providerId="ADAL" clId="{C6D2D25D-6774-7240-87D0-683BD908866C}" dt="2024-11-19T04:36:08.146" v="2798" actId="27636"/>
          <ac:spMkLst>
            <pc:docMk/>
            <pc:sldMk cId="1253412115" sldId="263"/>
            <ac:spMk id="9" creationId="{821657F7-31A1-042A-FE46-C1E8D548CFA1}"/>
          </ac:spMkLst>
        </pc:spChg>
      </pc:sldChg>
      <pc:sldChg chg="modSp mod">
        <pc:chgData name="KUANG, nick370 [Student]" userId="da991e67-a0fd-45c3-89c0-bd436c1ccc7c" providerId="ADAL" clId="{C6D2D25D-6774-7240-87D0-683BD908866C}" dt="2024-11-21T04:44:12.380" v="2799" actId="113"/>
        <pc:sldMkLst>
          <pc:docMk/>
          <pc:sldMk cId="3852182225" sldId="264"/>
        </pc:sldMkLst>
        <pc:spChg chg="mod">
          <ac:chgData name="KUANG, nick370 [Student]" userId="da991e67-a0fd-45c3-89c0-bd436c1ccc7c" providerId="ADAL" clId="{C6D2D25D-6774-7240-87D0-683BD908866C}" dt="2024-11-21T04:44:12.380" v="2799" actId="113"/>
          <ac:spMkLst>
            <pc:docMk/>
            <pc:sldMk cId="3852182225" sldId="264"/>
            <ac:spMk id="9" creationId="{821657F7-31A1-042A-FE46-C1E8D548CFA1}"/>
          </ac:spMkLst>
        </pc:spChg>
      </pc:sldChg>
      <pc:sldChg chg="modSp mod modAnim modNotesTx">
        <pc:chgData name="KUANG, nick370 [Student]" userId="da991e67-a0fd-45c3-89c0-bd436c1ccc7c" providerId="ADAL" clId="{C6D2D25D-6774-7240-87D0-683BD908866C}" dt="2024-11-21T05:02:48.501" v="3053" actId="20577"/>
        <pc:sldMkLst>
          <pc:docMk/>
          <pc:sldMk cId="1745391198" sldId="265"/>
        </pc:sldMkLst>
        <pc:spChg chg="mod">
          <ac:chgData name="KUANG, nick370 [Student]" userId="da991e67-a0fd-45c3-89c0-bd436c1ccc7c" providerId="ADAL" clId="{C6D2D25D-6774-7240-87D0-683BD908866C}" dt="2024-11-21T05:02:48.501" v="3053" actId="20577"/>
          <ac:spMkLst>
            <pc:docMk/>
            <pc:sldMk cId="1745391198" sldId="265"/>
            <ac:spMk id="2" creationId="{63D6DC74-AE45-289E-4F3F-27B5F776D90B}"/>
          </ac:spMkLst>
        </pc:spChg>
        <pc:spChg chg="mod">
          <ac:chgData name="KUANG, nick370 [Student]" userId="da991e67-a0fd-45c3-89c0-bd436c1ccc7c" providerId="ADAL" clId="{C6D2D25D-6774-7240-87D0-683BD908866C}" dt="2024-11-18T12:19:05.363" v="650" actId="20577"/>
          <ac:spMkLst>
            <pc:docMk/>
            <pc:sldMk cId="1745391198" sldId="265"/>
            <ac:spMk id="3" creationId="{6B997080-8B4C-C104-F6FA-042E9FB152DA}"/>
          </ac:spMkLst>
        </pc:spChg>
      </pc:sldChg>
      <pc:sldChg chg="addSp delSp modSp mod delAnim modAnim">
        <pc:chgData name="KUANG, nick370 [Student]" userId="da991e67-a0fd-45c3-89c0-bd436c1ccc7c" providerId="ADAL" clId="{C6D2D25D-6774-7240-87D0-683BD908866C}" dt="2024-11-21T05:12:45.393" v="3128"/>
        <pc:sldMkLst>
          <pc:docMk/>
          <pc:sldMk cId="544736099" sldId="269"/>
        </pc:sldMkLst>
        <pc:spChg chg="mod">
          <ac:chgData name="KUANG, nick370 [Student]" userId="da991e67-a0fd-45c3-89c0-bd436c1ccc7c" providerId="ADAL" clId="{C6D2D25D-6774-7240-87D0-683BD908866C}" dt="2024-11-21T05:10:34.422" v="3113" actId="1076"/>
          <ac:spMkLst>
            <pc:docMk/>
            <pc:sldMk cId="544736099" sldId="269"/>
            <ac:spMk id="3" creationId="{A1DE9EFA-29DD-E3EC-F0DE-7168CC1B3738}"/>
          </ac:spMkLst>
        </pc:spChg>
        <pc:spChg chg="add del mod">
          <ac:chgData name="KUANG, nick370 [Student]" userId="da991e67-a0fd-45c3-89c0-bd436c1ccc7c" providerId="ADAL" clId="{C6D2D25D-6774-7240-87D0-683BD908866C}" dt="2024-11-21T05:07:16.291" v="3066" actId="478"/>
          <ac:spMkLst>
            <pc:docMk/>
            <pc:sldMk cId="544736099" sldId="269"/>
            <ac:spMk id="4" creationId="{F0954C86-71BB-D1DE-A07F-61AB9311A4DD}"/>
          </ac:spMkLst>
        </pc:spChg>
        <pc:spChg chg="add del mod">
          <ac:chgData name="KUANG, nick370 [Student]" userId="da991e67-a0fd-45c3-89c0-bd436c1ccc7c" providerId="ADAL" clId="{C6D2D25D-6774-7240-87D0-683BD908866C}" dt="2024-11-21T05:07:30.938" v="3069" actId="478"/>
          <ac:spMkLst>
            <pc:docMk/>
            <pc:sldMk cId="544736099" sldId="269"/>
            <ac:spMk id="10" creationId="{D0F24378-BFFF-AF3E-F0D3-A06A116147E3}"/>
          </ac:spMkLst>
        </pc:spChg>
        <pc:picChg chg="del mod">
          <ac:chgData name="KUANG, nick370 [Student]" userId="da991e67-a0fd-45c3-89c0-bd436c1ccc7c" providerId="ADAL" clId="{C6D2D25D-6774-7240-87D0-683BD908866C}" dt="2024-11-21T05:07:18.003" v="3068" actId="478"/>
          <ac:picMkLst>
            <pc:docMk/>
            <pc:sldMk cId="544736099" sldId="269"/>
            <ac:picMk id="5" creationId="{E009B67F-8A9A-C9A4-0FD5-34917D03E385}"/>
          </ac:picMkLst>
        </pc:picChg>
        <pc:picChg chg="del mod">
          <ac:chgData name="KUANG, nick370 [Student]" userId="da991e67-a0fd-45c3-89c0-bd436c1ccc7c" providerId="ADAL" clId="{C6D2D25D-6774-7240-87D0-683BD908866C}" dt="2024-11-21T05:07:17.239" v="3067" actId="478"/>
          <ac:picMkLst>
            <pc:docMk/>
            <pc:sldMk cId="544736099" sldId="269"/>
            <ac:picMk id="6" creationId="{5B37D92E-19BF-69F0-F6E9-E84531CA2B33}"/>
          </ac:picMkLst>
        </pc:picChg>
        <pc:picChg chg="add mod">
          <ac:chgData name="KUANG, nick370 [Student]" userId="da991e67-a0fd-45c3-89c0-bd436c1ccc7c" providerId="ADAL" clId="{C6D2D25D-6774-7240-87D0-683BD908866C}" dt="2024-11-18T10:40:36.913" v="86" actId="1076"/>
          <ac:picMkLst>
            <pc:docMk/>
            <pc:sldMk cId="544736099" sldId="269"/>
            <ac:picMk id="9" creationId="{E0584D6D-8F0E-201B-7C59-0B97153ECA3C}"/>
          </ac:picMkLst>
        </pc:picChg>
        <pc:picChg chg="del">
          <ac:chgData name="KUANG, nick370 [Student]" userId="da991e67-a0fd-45c3-89c0-bd436c1ccc7c" providerId="ADAL" clId="{C6D2D25D-6774-7240-87D0-683BD908866C}" dt="2024-11-21T05:07:16.291" v="3066" actId="478"/>
          <ac:picMkLst>
            <pc:docMk/>
            <pc:sldMk cId="544736099" sldId="269"/>
            <ac:picMk id="11" creationId="{D0556763-39C0-1E6E-286A-C3251C135F7B}"/>
          </ac:picMkLst>
        </pc:picChg>
        <pc:picChg chg="del">
          <ac:chgData name="KUANG, nick370 [Student]" userId="da991e67-a0fd-45c3-89c0-bd436c1ccc7c" providerId="ADAL" clId="{C6D2D25D-6774-7240-87D0-683BD908866C}" dt="2024-11-21T05:07:16.291" v="3066" actId="478"/>
          <ac:picMkLst>
            <pc:docMk/>
            <pc:sldMk cId="544736099" sldId="269"/>
            <ac:picMk id="12" creationId="{E6311154-A89A-0859-EE53-1E7A67C50B63}"/>
          </ac:picMkLst>
        </pc:picChg>
        <pc:picChg chg="del mod">
          <ac:chgData name="KUANG, nick370 [Student]" userId="da991e67-a0fd-45c3-89c0-bd436c1ccc7c" providerId="ADAL" clId="{C6D2D25D-6774-7240-87D0-683BD908866C}" dt="2024-11-21T05:07:16.291" v="3066" actId="478"/>
          <ac:picMkLst>
            <pc:docMk/>
            <pc:sldMk cId="544736099" sldId="269"/>
            <ac:picMk id="13" creationId="{24A47CCE-2A12-A45B-7367-35EFE764BAC5}"/>
          </ac:picMkLst>
        </pc:picChg>
        <pc:picChg chg="add del mod">
          <ac:chgData name="KUANG, nick370 [Student]" userId="da991e67-a0fd-45c3-89c0-bd436c1ccc7c" providerId="ADAL" clId="{C6D2D25D-6774-7240-87D0-683BD908866C}" dt="2024-11-21T05:09:35.089" v="3087" actId="478"/>
          <ac:picMkLst>
            <pc:docMk/>
            <pc:sldMk cId="544736099" sldId="269"/>
            <ac:picMk id="14" creationId="{A64D2EDC-8B26-A487-F8BE-F6C4B6987175}"/>
          </ac:picMkLst>
        </pc:picChg>
        <pc:picChg chg="mod">
          <ac:chgData name="KUANG, nick370 [Student]" userId="da991e67-a0fd-45c3-89c0-bd436c1ccc7c" providerId="ADAL" clId="{C6D2D25D-6774-7240-87D0-683BD908866C}" dt="2024-11-21T05:10:47.952" v="3116" actId="1076"/>
          <ac:picMkLst>
            <pc:docMk/>
            <pc:sldMk cId="544736099" sldId="269"/>
            <ac:picMk id="15" creationId="{B73A2441-BAD9-34DD-175F-A848806E97B6}"/>
          </ac:picMkLst>
        </pc:picChg>
        <pc:picChg chg="add mod">
          <ac:chgData name="KUANG, nick370 [Student]" userId="da991e67-a0fd-45c3-89c0-bd436c1ccc7c" providerId="ADAL" clId="{C6D2D25D-6774-7240-87D0-683BD908866C}" dt="2024-11-21T05:10:47.952" v="3116" actId="1076"/>
          <ac:picMkLst>
            <pc:docMk/>
            <pc:sldMk cId="544736099" sldId="269"/>
            <ac:picMk id="20" creationId="{2AB8AC57-4CC2-0108-BF77-F5A2FCAD7C25}"/>
          </ac:picMkLst>
        </pc:picChg>
        <pc:picChg chg="mod">
          <ac:chgData name="KUANG, nick370 [Student]" userId="da991e67-a0fd-45c3-89c0-bd436c1ccc7c" providerId="ADAL" clId="{C6D2D25D-6774-7240-87D0-683BD908866C}" dt="2024-11-18T10:41:54.414" v="112" actId="1076"/>
          <ac:picMkLst>
            <pc:docMk/>
            <pc:sldMk cId="544736099" sldId="269"/>
            <ac:picMk id="32" creationId="{C04D7406-44D0-DFC4-3D1F-E1D1737A8032}"/>
          </ac:picMkLst>
        </pc:picChg>
        <pc:cxnChg chg="del mod">
          <ac:chgData name="KUANG, nick370 [Student]" userId="da991e67-a0fd-45c3-89c0-bd436c1ccc7c" providerId="ADAL" clId="{C6D2D25D-6774-7240-87D0-683BD908866C}" dt="2024-11-21T05:07:16.291" v="3066" actId="478"/>
          <ac:cxnSpMkLst>
            <pc:docMk/>
            <pc:sldMk cId="544736099" sldId="269"/>
            <ac:cxnSpMk id="8" creationId="{6EE0D835-AB14-BCA4-91C3-4E00BE81F68D}"/>
          </ac:cxnSpMkLst>
        </pc:cxnChg>
        <pc:cxnChg chg="add mod">
          <ac:chgData name="KUANG, nick370 [Student]" userId="da991e67-a0fd-45c3-89c0-bd436c1ccc7c" providerId="ADAL" clId="{C6D2D25D-6774-7240-87D0-683BD908866C}" dt="2024-11-21T05:11:22.393" v="3117" actId="208"/>
          <ac:cxnSpMkLst>
            <pc:docMk/>
            <pc:sldMk cId="544736099" sldId="269"/>
            <ac:cxnSpMk id="16" creationId="{C4C0475A-7452-A391-485F-1C72BD1F3BE5}"/>
          </ac:cxnSpMkLst>
        </pc:cxnChg>
        <pc:cxnChg chg="del mod">
          <ac:chgData name="KUANG, nick370 [Student]" userId="da991e67-a0fd-45c3-89c0-bd436c1ccc7c" providerId="ADAL" clId="{C6D2D25D-6774-7240-87D0-683BD908866C}" dt="2024-11-21T05:07:16.291" v="3066" actId="478"/>
          <ac:cxnSpMkLst>
            <pc:docMk/>
            <pc:sldMk cId="544736099" sldId="269"/>
            <ac:cxnSpMk id="24" creationId="{E102E2E4-E718-ED5E-BA53-19FCB27BBE5C}"/>
          </ac:cxnSpMkLst>
        </pc:cxnChg>
        <pc:cxnChg chg="add mod">
          <ac:chgData name="KUANG, nick370 [Student]" userId="da991e67-a0fd-45c3-89c0-bd436c1ccc7c" providerId="ADAL" clId="{C6D2D25D-6774-7240-87D0-683BD908866C}" dt="2024-11-21T05:11:50.231" v="3123" actId="14100"/>
          <ac:cxnSpMkLst>
            <pc:docMk/>
            <pc:sldMk cId="544736099" sldId="269"/>
            <ac:cxnSpMk id="31" creationId="{F28E8A2E-DC30-7039-A718-D5A89CF61D4F}"/>
          </ac:cxnSpMkLst>
        </pc:cxnChg>
      </pc:sldChg>
      <pc:sldChg chg="addSp delSp modSp mod modAnim modNotesTx">
        <pc:chgData name="KUANG, nick370 [Student]" userId="da991e67-a0fd-45c3-89c0-bd436c1ccc7c" providerId="ADAL" clId="{C6D2D25D-6774-7240-87D0-683BD908866C}" dt="2024-11-21T04:56:38.869" v="3026"/>
        <pc:sldMkLst>
          <pc:docMk/>
          <pc:sldMk cId="25090531" sldId="270"/>
        </pc:sldMkLst>
        <pc:spChg chg="mod">
          <ac:chgData name="KUANG, nick370 [Student]" userId="da991e67-a0fd-45c3-89c0-bd436c1ccc7c" providerId="ADAL" clId="{C6D2D25D-6774-7240-87D0-683BD908866C}" dt="2024-11-18T12:56:25.807" v="1482" actId="27636"/>
          <ac:spMkLst>
            <pc:docMk/>
            <pc:sldMk cId="25090531" sldId="270"/>
            <ac:spMk id="2" creationId="{63D6DC74-AE45-289E-4F3F-27B5F776D90B}"/>
          </ac:spMkLst>
        </pc:spChg>
        <pc:spChg chg="mod">
          <ac:chgData name="KUANG, nick370 [Student]" userId="da991e67-a0fd-45c3-89c0-bd436c1ccc7c" providerId="ADAL" clId="{C6D2D25D-6774-7240-87D0-683BD908866C}" dt="2024-11-18T10:45:16.789" v="225" actId="20577"/>
          <ac:spMkLst>
            <pc:docMk/>
            <pc:sldMk cId="25090531" sldId="270"/>
            <ac:spMk id="3" creationId="{6B997080-8B4C-C104-F6FA-042E9FB152DA}"/>
          </ac:spMkLst>
        </pc:spChg>
      </pc:sldChg>
      <pc:sldChg chg="modSp mod">
        <pc:chgData name="KUANG, nick370 [Student]" userId="da991e67-a0fd-45c3-89c0-bd436c1ccc7c" providerId="ADAL" clId="{C6D2D25D-6774-7240-87D0-683BD908866C}" dt="2024-11-18T15:55:28.922" v="2596" actId="403"/>
        <pc:sldMkLst>
          <pc:docMk/>
          <pc:sldMk cId="3025063741" sldId="271"/>
        </pc:sldMkLst>
        <pc:spChg chg="mod">
          <ac:chgData name="KUANG, nick370 [Student]" userId="da991e67-a0fd-45c3-89c0-bd436c1ccc7c" providerId="ADAL" clId="{C6D2D25D-6774-7240-87D0-683BD908866C}" dt="2024-11-18T15:55:28.922" v="2596" actId="403"/>
          <ac:spMkLst>
            <pc:docMk/>
            <pc:sldMk cId="3025063741" sldId="271"/>
            <ac:spMk id="9" creationId="{821657F7-31A1-042A-FE46-C1E8D548CFA1}"/>
          </ac:spMkLst>
        </pc:spChg>
      </pc:sldChg>
      <pc:sldChg chg="modSp mod modShow">
        <pc:chgData name="KUANG, nick370 [Student]" userId="da991e67-a0fd-45c3-89c0-bd436c1ccc7c" providerId="ADAL" clId="{C6D2D25D-6774-7240-87D0-683BD908866C}" dt="2024-11-18T13:39:34.455" v="1966" actId="729"/>
        <pc:sldMkLst>
          <pc:docMk/>
          <pc:sldMk cId="2537974123" sldId="272"/>
        </pc:sldMkLst>
        <pc:spChg chg="mod">
          <ac:chgData name="KUANG, nick370 [Student]" userId="da991e67-a0fd-45c3-89c0-bd436c1ccc7c" providerId="ADAL" clId="{C6D2D25D-6774-7240-87D0-683BD908866C}" dt="2024-11-18T13:03:21.355" v="1576" actId="113"/>
          <ac:spMkLst>
            <pc:docMk/>
            <pc:sldMk cId="2537974123" sldId="272"/>
            <ac:spMk id="9" creationId="{821657F7-31A1-042A-FE46-C1E8D548CFA1}"/>
          </ac:spMkLst>
        </pc:spChg>
      </pc:sldChg>
      <pc:sldChg chg="modSp mod">
        <pc:chgData name="KUANG, nick370 [Student]" userId="da991e67-a0fd-45c3-89c0-bd436c1ccc7c" providerId="ADAL" clId="{C6D2D25D-6774-7240-87D0-683BD908866C}" dt="2024-11-07T14:31:56.439" v="0" actId="1076"/>
        <pc:sldMkLst>
          <pc:docMk/>
          <pc:sldMk cId="3586952505" sldId="293"/>
        </pc:sldMkLst>
        <pc:spChg chg="mod">
          <ac:chgData name="KUANG, nick370 [Student]" userId="da991e67-a0fd-45c3-89c0-bd436c1ccc7c" providerId="ADAL" clId="{C6D2D25D-6774-7240-87D0-683BD908866C}" dt="2024-11-07T14:31:56.439" v="0" actId="1076"/>
          <ac:spMkLst>
            <pc:docMk/>
            <pc:sldMk cId="3586952505" sldId="293"/>
            <ac:spMk id="5" creationId="{B04B9F62-8DE9-6DC5-E4AA-3A156D0C423D}"/>
          </ac:spMkLst>
        </pc:spChg>
      </pc:sldChg>
      <pc:sldChg chg="addSp delSp modSp add mod ord modAnim modNotesTx">
        <pc:chgData name="KUANG, nick370 [Student]" userId="da991e67-a0fd-45c3-89c0-bd436c1ccc7c" providerId="ADAL" clId="{C6D2D25D-6774-7240-87D0-683BD908866C}" dt="2024-11-21T04:56:02.088" v="3024"/>
        <pc:sldMkLst>
          <pc:docMk/>
          <pc:sldMk cId="1792542749" sldId="294"/>
        </pc:sldMkLst>
        <pc:spChg chg="mod">
          <ac:chgData name="KUANG, nick370 [Student]" userId="da991e67-a0fd-45c3-89c0-bd436c1ccc7c" providerId="ADAL" clId="{C6D2D25D-6774-7240-87D0-683BD908866C}" dt="2024-11-19T04:28:18.382" v="2654" actId="113"/>
          <ac:spMkLst>
            <pc:docMk/>
            <pc:sldMk cId="1792542749" sldId="294"/>
            <ac:spMk id="2" creationId="{735C57E0-18C0-BA05-AF3E-4BE98F7C5119}"/>
          </ac:spMkLst>
        </pc:spChg>
        <pc:spChg chg="mod">
          <ac:chgData name="KUANG, nick370 [Student]" userId="da991e67-a0fd-45c3-89c0-bd436c1ccc7c" providerId="ADAL" clId="{C6D2D25D-6774-7240-87D0-683BD908866C}" dt="2024-11-18T10:33:13.273" v="64" actId="20577"/>
          <ac:spMkLst>
            <pc:docMk/>
            <pc:sldMk cId="1792542749" sldId="294"/>
            <ac:spMk id="3" creationId="{D9A5B60A-8A3B-55C8-F2E8-7201769E8E4C}"/>
          </ac:spMkLst>
        </pc:spChg>
        <pc:spChg chg="add mod">
          <ac:chgData name="KUANG, nick370 [Student]" userId="da991e67-a0fd-45c3-89c0-bd436c1ccc7c" providerId="ADAL" clId="{C6D2D25D-6774-7240-87D0-683BD908866C}" dt="2024-11-18T12:34:07.357" v="1045" actId="20577"/>
          <ac:spMkLst>
            <pc:docMk/>
            <pc:sldMk cId="1792542749" sldId="294"/>
            <ac:spMk id="6" creationId="{EF533741-A6FB-2016-30E5-B3A5F4041CAC}"/>
          </ac:spMkLst>
        </pc:spChg>
      </pc:sldChg>
      <pc:sldChg chg="new del">
        <pc:chgData name="KUANG, nick370 [Student]" userId="da991e67-a0fd-45c3-89c0-bd436c1ccc7c" providerId="ADAL" clId="{C6D2D25D-6774-7240-87D0-683BD908866C}" dt="2024-11-18T10:33:36.632" v="66" actId="2696"/>
        <pc:sldMkLst>
          <pc:docMk/>
          <pc:sldMk cId="1457464916" sldId="295"/>
        </pc:sldMkLst>
      </pc:sldChg>
      <pc:sldChg chg="new del">
        <pc:chgData name="KUANG, nick370 [Student]" userId="da991e67-a0fd-45c3-89c0-bd436c1ccc7c" providerId="ADAL" clId="{C6D2D25D-6774-7240-87D0-683BD908866C}" dt="2024-11-18T12:29:22.552" v="937" actId="2696"/>
        <pc:sldMkLst>
          <pc:docMk/>
          <pc:sldMk cId="1525623954" sldId="295"/>
        </pc:sldMkLst>
      </pc:sldChg>
      <pc:sldChg chg="modSp add mod modAnim">
        <pc:chgData name="KUANG, nick370 [Student]" userId="da991e67-a0fd-45c3-89c0-bd436c1ccc7c" providerId="ADAL" clId="{C6D2D25D-6774-7240-87D0-683BD908866C}" dt="2024-11-19T04:34:05.208" v="2775" actId="113"/>
        <pc:sldMkLst>
          <pc:docMk/>
          <pc:sldMk cId="3294469648" sldId="296"/>
        </pc:sldMkLst>
        <pc:spChg chg="mod">
          <ac:chgData name="KUANG, nick370 [Student]" userId="da991e67-a0fd-45c3-89c0-bd436c1ccc7c" providerId="ADAL" clId="{C6D2D25D-6774-7240-87D0-683BD908866C}" dt="2024-11-19T04:34:05.208" v="2775" actId="113"/>
          <ac:spMkLst>
            <pc:docMk/>
            <pc:sldMk cId="3294469648" sldId="296"/>
            <ac:spMk id="3" creationId="{CD7AFF37-1EDF-12C8-097E-9B957658BFF1}"/>
          </ac:spMkLst>
        </pc:spChg>
      </pc:sldChg>
      <pc:sldChg chg="modSp add mod modNotesTx">
        <pc:chgData name="KUANG, nick370 [Student]" userId="da991e67-a0fd-45c3-89c0-bd436c1ccc7c" providerId="ADAL" clId="{C6D2D25D-6774-7240-87D0-683BD908866C}" dt="2024-11-18T15:48:14.235" v="2440"/>
        <pc:sldMkLst>
          <pc:docMk/>
          <pc:sldMk cId="2035711716" sldId="297"/>
        </pc:sldMkLst>
        <pc:spChg chg="mod">
          <ac:chgData name="KUANG, nick370 [Student]" userId="da991e67-a0fd-45c3-89c0-bd436c1ccc7c" providerId="ADAL" clId="{C6D2D25D-6774-7240-87D0-683BD908866C}" dt="2024-11-18T15:48:14.235" v="2440"/>
          <ac:spMkLst>
            <pc:docMk/>
            <pc:sldMk cId="2035711716" sldId="297"/>
            <ac:spMk id="9" creationId="{1A6BD3DF-948F-1129-0B72-A615D43C957C}"/>
          </ac:spMkLst>
        </pc:spChg>
      </pc:sldChg>
      <pc:sldChg chg="modSp add mod">
        <pc:chgData name="KUANG, nick370 [Student]" userId="da991e67-a0fd-45c3-89c0-bd436c1ccc7c" providerId="ADAL" clId="{C6D2D25D-6774-7240-87D0-683BD908866C}" dt="2024-11-18T15:49:27.088" v="2463" actId="20577"/>
        <pc:sldMkLst>
          <pc:docMk/>
          <pc:sldMk cId="1756556047" sldId="298"/>
        </pc:sldMkLst>
        <pc:spChg chg="mod">
          <ac:chgData name="KUANG, nick370 [Student]" userId="da991e67-a0fd-45c3-89c0-bd436c1ccc7c" providerId="ADAL" clId="{C6D2D25D-6774-7240-87D0-683BD908866C}" dt="2024-11-18T15:49:27.088" v="2463" actId="20577"/>
          <ac:spMkLst>
            <pc:docMk/>
            <pc:sldMk cId="1756556047" sldId="298"/>
            <ac:spMk id="9" creationId="{87D531C9-27D1-5634-4DC9-DEC9AD88CE5B}"/>
          </ac:spMkLst>
        </pc:spChg>
      </pc:sldChg>
      <pc:sldChg chg="new del">
        <pc:chgData name="KUANG, nick370 [Student]" userId="da991e67-a0fd-45c3-89c0-bd436c1ccc7c" providerId="ADAL" clId="{C6D2D25D-6774-7240-87D0-683BD908866C}" dt="2024-11-21T05:07:06.276" v="3060" actId="2696"/>
        <pc:sldMkLst>
          <pc:docMk/>
          <pc:sldMk cId="1684281552" sldId="299"/>
        </pc:sldMkLst>
      </pc:sldChg>
    </pc:docChg>
  </pc:docChgLst>
  <pc:docChgLst>
    <pc:chgData name="KUANG, nick370 [Student]" userId="da991e67-a0fd-45c3-89c0-bd436c1ccc7c" providerId="ADAL" clId="{352C1871-B26F-2741-8E3A-07D643F17A46}"/>
    <pc:docChg chg="undo custSel addSld delSld modSld">
      <pc:chgData name="KUANG, nick370 [Student]" userId="da991e67-a0fd-45c3-89c0-bd436c1ccc7c" providerId="ADAL" clId="{352C1871-B26F-2741-8E3A-07D643F17A46}" dt="2024-09-06T09:18:57.710" v="227" actId="20577"/>
      <pc:docMkLst>
        <pc:docMk/>
      </pc:docMkLst>
      <pc:sldChg chg="modSp mod">
        <pc:chgData name="KUANG, nick370 [Student]" userId="da991e67-a0fd-45c3-89c0-bd436c1ccc7c" providerId="ADAL" clId="{352C1871-B26F-2741-8E3A-07D643F17A46}" dt="2024-09-06T09:17:26.465" v="160" actId="20577"/>
        <pc:sldMkLst>
          <pc:docMk/>
          <pc:sldMk cId="1139326662" sldId="258"/>
        </pc:sldMkLst>
        <pc:spChg chg="mod">
          <ac:chgData name="KUANG, nick370 [Student]" userId="da991e67-a0fd-45c3-89c0-bd436c1ccc7c" providerId="ADAL" clId="{352C1871-B26F-2741-8E3A-07D643F17A46}" dt="2024-09-06T09:17:26.465" v="160" actId="20577"/>
          <ac:spMkLst>
            <pc:docMk/>
            <pc:sldMk cId="1139326662" sldId="258"/>
            <ac:spMk id="9" creationId="{821657F7-31A1-042A-FE46-C1E8D548CFA1}"/>
          </ac:spMkLst>
        </pc:spChg>
      </pc:sldChg>
      <pc:sldChg chg="modSp mod">
        <pc:chgData name="KUANG, nick370 [Student]" userId="da991e67-a0fd-45c3-89c0-bd436c1ccc7c" providerId="ADAL" clId="{352C1871-B26F-2741-8E3A-07D643F17A46}" dt="2024-08-31T07:35:39.484" v="0" actId="313"/>
        <pc:sldMkLst>
          <pc:docMk/>
          <pc:sldMk cId="1510493292" sldId="259"/>
        </pc:sldMkLst>
        <pc:spChg chg="mod">
          <ac:chgData name="KUANG, nick370 [Student]" userId="da991e67-a0fd-45c3-89c0-bd436c1ccc7c" providerId="ADAL" clId="{352C1871-B26F-2741-8E3A-07D643F17A46}" dt="2024-08-31T07:35:39.484" v="0" actId="313"/>
          <ac:spMkLst>
            <pc:docMk/>
            <pc:sldMk cId="1510493292" sldId="259"/>
            <ac:spMk id="7" creationId="{0EDD1DF1-1357-DECA-39E8-99D5B3712941}"/>
          </ac:spMkLst>
        </pc:spChg>
      </pc:sldChg>
      <pc:sldChg chg="del">
        <pc:chgData name="KUANG, nick370 [Student]" userId="da991e67-a0fd-45c3-89c0-bd436c1ccc7c" providerId="ADAL" clId="{352C1871-B26F-2741-8E3A-07D643F17A46}" dt="2024-09-06T09:18:33.262" v="163" actId="2696"/>
        <pc:sldMkLst>
          <pc:docMk/>
          <pc:sldMk cId="451129574" sldId="261"/>
        </pc:sldMkLst>
      </pc:sldChg>
      <pc:sldChg chg="modSp mod">
        <pc:chgData name="KUANG, nick370 [Student]" userId="da991e67-a0fd-45c3-89c0-bd436c1ccc7c" providerId="ADAL" clId="{352C1871-B26F-2741-8E3A-07D643F17A46}" dt="2024-09-06T09:18:10.305" v="161" actId="20577"/>
        <pc:sldMkLst>
          <pc:docMk/>
          <pc:sldMk cId="3528352751" sldId="262"/>
        </pc:sldMkLst>
        <pc:spChg chg="mod">
          <ac:chgData name="KUANG, nick370 [Student]" userId="da991e67-a0fd-45c3-89c0-bd436c1ccc7c" providerId="ADAL" clId="{352C1871-B26F-2741-8E3A-07D643F17A46}" dt="2024-09-06T09:18:10.305" v="161" actId="20577"/>
          <ac:spMkLst>
            <pc:docMk/>
            <pc:sldMk cId="3528352751" sldId="262"/>
            <ac:spMk id="9" creationId="{821657F7-31A1-042A-FE46-C1E8D548CFA1}"/>
          </ac:spMkLst>
        </pc:spChg>
      </pc:sldChg>
      <pc:sldChg chg="addSp delSp modSp mod">
        <pc:chgData name="KUANG, nick370 [Student]" userId="da991e67-a0fd-45c3-89c0-bd436c1ccc7c" providerId="ADAL" clId="{352C1871-B26F-2741-8E3A-07D643F17A46}" dt="2024-08-31T08:27:17.557" v="94" actId="14100"/>
        <pc:sldMkLst>
          <pc:docMk/>
          <pc:sldMk cId="544736099" sldId="269"/>
        </pc:sldMkLst>
        <pc:picChg chg="add mod">
          <ac:chgData name="KUANG, nick370 [Student]" userId="da991e67-a0fd-45c3-89c0-bd436c1ccc7c" providerId="ADAL" clId="{352C1871-B26F-2741-8E3A-07D643F17A46}" dt="2024-08-31T08:23:00.702" v="60" actId="1076"/>
          <ac:picMkLst>
            <pc:docMk/>
            <pc:sldMk cId="544736099" sldId="269"/>
            <ac:picMk id="15" creationId="{B73A2441-BAD9-34DD-175F-A848806E97B6}"/>
          </ac:picMkLst>
        </pc:picChg>
        <pc:picChg chg="add mod">
          <ac:chgData name="KUANG, nick370 [Student]" userId="da991e67-a0fd-45c3-89c0-bd436c1ccc7c" providerId="ADAL" clId="{352C1871-B26F-2741-8E3A-07D643F17A46}" dt="2024-08-31T08:26:46.606" v="89" actId="1076"/>
          <ac:picMkLst>
            <pc:docMk/>
            <pc:sldMk cId="544736099" sldId="269"/>
            <ac:picMk id="32" creationId="{C04D7406-44D0-DFC4-3D1F-E1D1737A8032}"/>
          </ac:picMkLst>
        </pc:picChg>
      </pc:sldChg>
      <pc:sldChg chg="modSp add mod">
        <pc:chgData name="KUANG, nick370 [Student]" userId="da991e67-a0fd-45c3-89c0-bd436c1ccc7c" providerId="ADAL" clId="{352C1871-B26F-2741-8E3A-07D643F17A46}" dt="2024-09-06T09:18:57.710" v="227" actId="20577"/>
        <pc:sldMkLst>
          <pc:docMk/>
          <pc:sldMk cId="3586952505" sldId="293"/>
        </pc:sldMkLst>
        <pc:spChg chg="mod">
          <ac:chgData name="KUANG, nick370 [Student]" userId="da991e67-a0fd-45c3-89c0-bd436c1ccc7c" providerId="ADAL" clId="{352C1871-B26F-2741-8E3A-07D643F17A46}" dt="2024-09-06T09:18:57.710" v="227" actId="20577"/>
          <ac:spMkLst>
            <pc:docMk/>
            <pc:sldMk cId="3586952505" sldId="293"/>
            <ac:spMk id="5" creationId="{B04B9F62-8DE9-6DC5-E4AA-3A156D0C42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A68B-8065-5B44-AB7B-CFD2EE614A5C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0A040-6CD9-3540-B79D-28F7C353E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1. 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highly optimized for performance, leveraging powerful libraries like NumPy for computational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Operations such as filtering, grouping, and merging large datasets are performed quickly.</a:t>
            </a:r>
          </a:p>
          <a:p>
            <a:r>
              <a:rPr lang="en-GB" b="1" dirty="0"/>
              <a:t>2. Powerful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Pandas provides wide rang of functionalities for handling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Cleaning and preprocessing datasets with ease (e.g., handling missing values, removing duplicates).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Performing complex aggregations and statistical calculations.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Advanced data analysis techniques like pivot tables, time-series analysis, and resampling.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It supports a variety of data formats, including CSV, Excel, SQL, JSON, and more.</a:t>
            </a:r>
          </a:p>
          <a:p>
            <a:r>
              <a:rPr lang="en-GB" b="1" dirty="0"/>
              <a:t>3. Flexible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It supports a variety of data formats, including CSV, Excel, SQL, JSON, and 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Provides flexibility in data indexing and selection with methods like .loc[] and .</a:t>
            </a:r>
            <a:r>
              <a:rPr lang="en-GB" dirty="0" err="1"/>
              <a:t>iloc</a:t>
            </a:r>
            <a:r>
              <a:rPr lang="en-GB" dirty="0"/>
              <a:t>[].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Integration with other libraries (e.g., Matplotlib, Seaborn, </a:t>
            </a:r>
            <a:r>
              <a:rPr lang="en-GB" dirty="0" err="1"/>
              <a:t>SQLAlchemy</a:t>
            </a:r>
            <a:r>
              <a:rPr lang="en-GB" dirty="0"/>
              <a:t>) makes it adaptable to various workflows.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Integration with Databases.</a:t>
            </a:r>
          </a:p>
          <a:p>
            <a:r>
              <a:rPr lang="en-GB" b="1" dirty="0"/>
              <a:t>4. Easy to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The intuitive syntax and well-organized API make it user-friendly, even for beginners.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Labels for rows and columns simplify data access and manipulation compared to raw NumPy arrays.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Extensive documentation and a large community of users provide excellent support and learning resources.</a:t>
            </a:r>
          </a:p>
          <a:p>
            <a:r>
              <a:rPr lang="en-GB" b="1" dirty="0"/>
              <a:t>5. Open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Pandas is free to use and open for contributions, enabling developers worldwide to continuously improve the library.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Regular updates ensure it remains robust and aligned with modern data analysis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Being open source means anyone can customize or extend its functionalities to meet specific needs.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85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Series</a:t>
            </a:r>
            <a:r>
              <a:rPr lang="en-GB" dirty="0"/>
              <a:t>: one-dimensional </a:t>
            </a:r>
            <a:r>
              <a:rPr lang="en-GB" dirty="0" err="1"/>
              <a:t>labeled</a:t>
            </a:r>
            <a:r>
              <a:rPr lang="en-GB" dirty="0"/>
              <a:t> array that can hold any data type, including integers, floats, strings, and even Python objects. It’s similar to a column in a spreadsheet or a database table.</a:t>
            </a:r>
          </a:p>
          <a:p>
            <a:r>
              <a:rPr lang="en-GB" b="1" dirty="0" err="1"/>
              <a:t>DataFrame</a:t>
            </a:r>
            <a:r>
              <a:rPr lang="en-GB" dirty="0"/>
              <a:t>: two-dimensional </a:t>
            </a:r>
            <a:r>
              <a:rPr lang="en-GB" dirty="0" err="1"/>
              <a:t>labeled</a:t>
            </a:r>
            <a:r>
              <a:rPr lang="en-GB" dirty="0"/>
              <a:t> data structure, similar to a spreadsheet, database table, or SQL result set. It consists of rows and columns, where each column is a Series.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Integration with NumPy</a:t>
            </a:r>
            <a:r>
              <a:rPr lang="en-GB" dirty="0"/>
              <a:t>: Pandas can easily interoperate with NumPy, allowing users to use NumPy functions directly on Pandas objects.</a:t>
            </a:r>
          </a:p>
          <a:p>
            <a:endParaRPr lang="en-GB" dirty="0"/>
          </a:p>
          <a:p>
            <a:r>
              <a:rPr lang="en-GB" b="1" dirty="0"/>
              <a:t>Underlying Code</a:t>
            </a:r>
            <a:r>
              <a:rPr lang="en-GB" dirty="0"/>
              <a:t>: Pandas is built in C and leverages optimized libraries like NumPy for high-performance operations, especially on large datasets.</a:t>
            </a:r>
          </a:p>
          <a:p>
            <a:r>
              <a:rPr lang="en-GB" b="1" dirty="0"/>
              <a:t>In-Place Operations</a:t>
            </a:r>
            <a:r>
              <a:rPr lang="en-GB" dirty="0"/>
              <a:t>: Many Pandas operations support in-place execution, reducing memory usage by avoiding unnecessary copies of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1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Flexibility</a:t>
            </a:r>
            <a:r>
              <a:rPr lang="en-GB" dirty="0"/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 wide range of data formats, </a:t>
            </a:r>
            <a:r>
              <a:rPr lang="en-GB" dirty="0"/>
              <a:t>Pandas provides robust functionality to handle different encodings, delimiters, and malformed data during import.</a:t>
            </a:r>
          </a:p>
          <a:p>
            <a:r>
              <a:rPr lang="en-GB" b="1" dirty="0"/>
              <a:t>Complex Wrangling Support: </a:t>
            </a:r>
            <a:r>
              <a:rPr lang="en-GB" dirty="0"/>
              <a:t>Pandas simplifies complex data manipulation and cleaning tasks: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Statistics:</a:t>
            </a:r>
            <a:r>
              <a:rPr lang="en-GB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generate summary statistics of your data using the describe() and info() methods. These functions provide valuable insights into your dataset's central tendencies, dispersion, and overall distribution.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2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F7121-1E65-FC43-B0D1-71937F09E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67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51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45EB-DF4A-0B59-D42E-6B8420C40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B1776-519E-4FB2-8C48-6614292CF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94F0F-2EE5-35D9-334C-2573EDBD0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()# first few row,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df.tail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# last few row,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df.sample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(n=10),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df.nlargest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(n, ‘value')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df.index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[‘column1’],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[[‘column1’, column2’]],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[0] #first row,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[2:5, :] # row2 to row5,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df.iat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[1,3] # cell at second row and third column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df.info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#number of rows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df.shape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# Dimension,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[‘Sex'].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# distinct values in a column, 3 ['M', 'F', '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NotSay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value_counts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# Frequency distribution of a column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df.corr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# Correlation between numeric columns 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zscore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']) &lt; 3)]  # Keep rows with Z-score &lt; 3 or Box Plot</a:t>
            </a:r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D153A-EAD4-BDA7-A03B-0F3473BE4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10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BC24-DF0F-A853-030B-242EA7D3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10908-3FAD-4AE7-6F6F-35368FCFD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C2689-8852-7B45-62B4-CA0769769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BE0DB-C47B-265F-FC42-FCBE7EE2A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00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Merge</a:t>
            </a:r>
            <a:r>
              <a:rPr lang="en-GB" dirty="0"/>
              <a:t>: Combine two </a:t>
            </a:r>
            <a:r>
              <a:rPr lang="en-GB" dirty="0" err="1"/>
              <a:t>DataFrames</a:t>
            </a:r>
            <a:r>
              <a:rPr lang="en-GB" dirty="0"/>
              <a:t> based on a common key</a:t>
            </a:r>
          </a:p>
          <a:p>
            <a:r>
              <a:rPr lang="en-GB" b="1" dirty="0"/>
              <a:t>Join</a:t>
            </a:r>
            <a:r>
              <a:rPr lang="en-GB" dirty="0"/>
              <a:t>: Combine two </a:t>
            </a:r>
            <a:r>
              <a:rPr lang="en-GB" dirty="0" err="1"/>
              <a:t>DataFrames</a:t>
            </a:r>
            <a:r>
              <a:rPr lang="en-GB" dirty="0"/>
              <a:t> using their indices</a:t>
            </a:r>
          </a:p>
          <a:p>
            <a:r>
              <a:rPr lang="en-GB" b="1" dirty="0"/>
              <a:t>Concatenate</a:t>
            </a:r>
            <a:r>
              <a:rPr lang="en-GB" dirty="0"/>
              <a:t>: Stack </a:t>
            </a:r>
            <a:r>
              <a:rPr lang="en-GB" dirty="0" err="1"/>
              <a:t>DataFrames</a:t>
            </a:r>
            <a:r>
              <a:rPr lang="en-GB" dirty="0"/>
              <a:t> either horizontally or vertically</a:t>
            </a:r>
          </a:p>
          <a:p>
            <a:endParaRPr lang="en-GB" dirty="0"/>
          </a:p>
          <a:p>
            <a:r>
              <a:rPr lang="en-GB" b="1" dirty="0"/>
              <a:t>Pivot</a:t>
            </a:r>
            <a:r>
              <a:rPr lang="en-GB" dirty="0"/>
              <a:t>: Transform data to create summary tables or rearrange columns and rows</a:t>
            </a:r>
          </a:p>
          <a:p>
            <a:r>
              <a:rPr lang="en-GB" b="1" dirty="0"/>
              <a:t>Unpivot (Melt)</a:t>
            </a:r>
            <a:r>
              <a:rPr lang="en-GB" dirty="0"/>
              <a:t>: Reshape data from wide to long format</a:t>
            </a:r>
          </a:p>
          <a:p>
            <a:endParaRPr lang="en-GB" dirty="0"/>
          </a:p>
          <a:p>
            <a:r>
              <a:rPr lang="en-GB" b="1" dirty="0"/>
              <a:t>Grouping</a:t>
            </a:r>
            <a:r>
              <a:rPr lang="en-GB" dirty="0"/>
              <a:t>: Group data by specific criteria for further analysis</a:t>
            </a:r>
          </a:p>
          <a:p>
            <a:r>
              <a:rPr lang="en-GB" b="1" dirty="0"/>
              <a:t>Aggregation</a:t>
            </a:r>
            <a:r>
              <a:rPr lang="en-GB" dirty="0"/>
              <a:t>: Apply summary statistics like sum, mean, or 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0A040-6CD9-3540-B79D-28F7C353EC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3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E166-90FF-CF3F-64D0-20D94F628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F2825-6C48-EF98-609A-7404E97E5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7145-5CF1-E68A-2F26-A917520A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23E8D-8E4A-E6C7-8953-497DBD3C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001A-5A2D-B49F-A3F9-44973E50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ECB6-EEBC-4E3E-6D0A-570738D3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3E84-688C-E447-EE81-719D7AFC0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0FBFC-D9CF-7278-73DE-8F49603A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9363-682A-D449-3EF1-699538BE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7E235-A5B2-E869-AA1D-11B92835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1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51BE-E47E-8676-738E-8D35D95F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F5D7B-FB64-1B14-1B6D-7024BEB83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68E5-E77D-A7C7-0F21-396D0D17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A3B6-9118-6D13-72E9-A7C9CBD5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4F96-2F31-C32B-87E7-B48CCBDF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8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D823-E1BD-D173-1F9C-7C442C94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23A9-2018-BBDC-E910-24CBD8A6D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F5ED3-0477-A432-B201-E5DD026B7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F126-FD80-532A-0E7D-030B2ABB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3CBF9-7F72-B40A-40D6-5023D562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EAF35-D06C-544C-D3E6-B5703D9F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4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5F5A-A03A-BC10-5914-7CF4F928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96BFB-CDD2-5EEC-E98B-C5134A3EC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65162-E036-658D-15EF-25B05C602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F6D50-B80F-15DF-57C4-BA3D2D456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367B2-AB9F-9A19-E01E-D39428A90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DFDB01-5A8C-0A4F-020F-6868F9D1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CE5C1-FE11-8FE1-3E0D-D0A7B992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97B4C-CC51-45DB-504F-51AD3A21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1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BE8A-2A4E-C41F-6640-A02869EC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1529E-3008-0C0E-B701-BBEE823B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C7B29-D44A-5756-822E-692263E9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9F2AD-FA03-9E17-C5A2-129D75E7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2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22117-2122-2CA6-68F5-26B0DC6F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EB3E4-8991-FE75-B21F-B91C49B1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FAA0E-CCAF-DF34-06BF-292D6EF1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5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2286-F70D-E244-8B05-647A2E16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D99A-9DEF-6D55-AFE8-9369C2A9C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70393-AF16-DD2F-A9AE-59EFBF546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49004-2DB6-F8E6-1CB3-1E50E9DD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86286-4648-2F15-94CE-55A2E9F6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CD286-7207-1EA9-0033-69F7BAB0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E5A6-B564-13A4-DB9C-7E6FD868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36BF7-D421-E37F-2D87-E8261A65E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CE2E7-96EF-C13E-E65C-BB0EA22DE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842EF-813B-D70C-4EAE-09DB5468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16FA1-1C63-BEC1-21A1-02D0708C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8BE04-99D5-3A09-1A08-F8F6935E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8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D1D8-022C-99AD-B64B-40A7660F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370C0-4CDB-8ABF-95DE-6B18D4111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CCAA2-6988-8FDA-937A-ED44CE1E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3A9CD-290A-6A5E-6325-D9E0C765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95A1E-4A9B-00CC-9BEB-A542B497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409ABA-0352-29AE-8287-CAC036CCC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70B45-CB01-B75F-257C-0E7F067A0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4D5F-D806-44B2-8C4C-447E03BC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6445-53CD-1A37-EF78-5C3970C4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67BC-E5DF-4CEF-8A6E-760379BC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51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B393D7-389C-69DA-D13D-B7540B97F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ECAE43-6EDF-B33A-8BB3-A4AEB1A1B179}"/>
              </a:ext>
            </a:extLst>
          </p:cNvPr>
          <p:cNvSpPr/>
          <p:nvPr userDrawn="1"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1845F2-921D-F551-34A3-E91327C3A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57F8E5A-E998-8789-811B-4451EF8B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43"/>
            <a:ext cx="10515600" cy="506785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85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4E1ED-6A38-751C-9889-FFEF11B6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D8AAA-6819-527F-E913-39A47D7D9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8474-A0CF-4760-CF38-2D53F6CE6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68F70-561E-B345-BCBC-AA0B70A04646}" type="datetimeFigureOut">
              <a:rPr lang="en-US" smtClean="0"/>
              <a:t>11/21/24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2AB3-B8FC-0CE1-98B8-FBC796B01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587B1-CBC0-E70F-031B-185883C17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C349A-5C11-924F-8EAC-49C8A4EAD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7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setsearch.research.google.com/)" TargetMode="External"/><Relationship Id="rId3" Type="http://schemas.openxmlformats.org/officeDocument/2006/relationships/image" Target="../media/image2.emf"/><Relationship Id="rId7" Type="http://schemas.openxmlformats.org/officeDocument/2006/relationships/hyperlink" Target="https://aws.amazon.com/dataset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www.censtatd.gov.hk/en/" TargetMode="External"/><Relationship Id="rId10" Type="http://schemas.openxmlformats.org/officeDocument/2006/relationships/hyperlink" Target="https://openweathermap.org/api" TargetMode="External"/><Relationship Id="rId4" Type="http://schemas.openxmlformats.org/officeDocument/2006/relationships/hyperlink" Target="http://data.gov.hk/" TargetMode="External"/><Relationship Id="rId9" Type="http://schemas.openxmlformats.org/officeDocument/2006/relationships/hyperlink" Target="https://developer.yahoo.com/ap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BBF7-8657-B3C4-57D8-DD70A2D9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3F5B9-0D93-981F-7F52-A6E7DE85D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08C69-96D4-3D2E-8C5A-24D958B3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305" y="5735637"/>
            <a:ext cx="5237695" cy="11223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9FE1C0-B659-5C9E-41C0-9D3093091E39}"/>
              </a:ext>
            </a:extLst>
          </p:cNvPr>
          <p:cNvSpPr/>
          <p:nvPr/>
        </p:nvSpPr>
        <p:spPr>
          <a:xfrm>
            <a:off x="0" y="1469004"/>
            <a:ext cx="12192000" cy="3919991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7E49D-0C71-2DE5-D883-80905FB9B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016829" cy="998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E8427E-B32B-32D9-580C-4868C7970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756" y="265185"/>
            <a:ext cx="6327630" cy="63276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86E126-7A47-E4AE-10C4-80348577B762}"/>
              </a:ext>
            </a:extLst>
          </p:cNvPr>
          <p:cNvSpPr txBox="1"/>
          <p:nvPr/>
        </p:nvSpPr>
        <p:spPr>
          <a:xfrm>
            <a:off x="408451" y="1563276"/>
            <a:ext cx="721675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Seminars</a:t>
            </a:r>
          </a:p>
          <a:p>
            <a:endParaRPr lang="en-US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 2 </a:t>
            </a:r>
          </a:p>
          <a:p>
            <a:endParaRPr lang="en-US" sz="3200" dirty="0">
              <a:solidFill>
                <a:schemeClr val="bg1"/>
              </a:solidFill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Kuang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fld id="{01F6755E-20E4-6E42-9A5D-41F3C474B717}" type="datetime3">
              <a:rPr lang="en-GB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November, 2024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Revision of last Seminar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Data, Big Data and Data Science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Data Science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 Science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Anaconda (Python)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Virtual Environment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 thorough NumPy Library</a:t>
            </a:r>
          </a:p>
        </p:txBody>
      </p:sp>
    </p:spTree>
    <p:extLst>
      <p:ext uri="{BB962C8B-B14F-4D97-AF65-F5344CB8AC3E}">
        <p14:creationId xmlns:p14="http://schemas.microsoft.com/office/powerpoint/2010/main" val="113932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FCF9-30C0-C7B1-9F4F-F1C4564E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C57E0-18C0-BA05-AF3E-4BE98F7C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 is a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top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programming language[1]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5B60A-8A3B-55C8-F2E8-7201769E8E4C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Pandas?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533741-A6FB-2016-30E5-B3A5F4041CAC}"/>
              </a:ext>
            </a:extLst>
          </p:cNvPr>
          <p:cNvSpPr txBox="1"/>
          <p:nvPr/>
        </p:nvSpPr>
        <p:spPr>
          <a:xfrm>
            <a:off x="0" y="6517460"/>
            <a:ext cx="273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</a:t>
            </a:r>
            <a:r>
              <a:rPr lang="en-US" dirty="0">
                <a:hlinkClick r:id="rId3"/>
              </a:rPr>
              <a:t>Pandas official website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4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6DC74-AE45-289E-4F3F-27B5F776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Data Structures in Pandas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one-dimensional labeled array, similar to a column in spreadsheet</a:t>
            </a:r>
          </a:p>
          <a:p>
            <a:pPr lvl="1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Pandas, akin to spreadsheet with rows and columns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Top of NumPy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Complex 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Leverages NumPy's computational power and memory-efficient storage for fast and complex mathematical operations directly on Pandas data structure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Scalability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High-Performance computations, particularly for data-heavy tasks, ensuring that operations are both fast and scalable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Data Operations: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datasets seamlessly, enabling operations like merging, joining, and processing that exceed Excel's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97080-8B4C-C104-F6FA-042E9FB152DA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Highlights</a:t>
            </a:r>
          </a:p>
        </p:txBody>
      </p:sp>
    </p:spTree>
    <p:extLst>
      <p:ext uri="{BB962C8B-B14F-4D97-AF65-F5344CB8AC3E}">
        <p14:creationId xmlns:p14="http://schemas.microsoft.com/office/powerpoint/2010/main" val="250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6DC74-AE45-289E-4F3F-27B5F776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Data Format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created manually by entering from scratch or importing from various data formats, and exported just as easily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Operation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Wrangling Support: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advanced tasks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ease. Pandas offers powerful handling of missing data with features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remove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Integration: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smoothly with Python libraries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Datetime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Interaction: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provides robust functionality for connecting to and working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seamless data extraction, manipulation, and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97080-8B4C-C104-F6FA-042E9FB152DA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Highlights(cont.)</a:t>
            </a:r>
          </a:p>
        </p:txBody>
      </p:sp>
    </p:spTree>
    <p:extLst>
      <p:ext uri="{BB962C8B-B14F-4D97-AF65-F5344CB8AC3E}">
        <p14:creationId xmlns:p14="http://schemas.microsoft.com/office/powerpoint/2010/main" val="174539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D376-8A40-E45B-7ED2-E9A0B496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5FF93E-9DDE-F1E7-A997-3B5FE18C5105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C0323-236B-4B2D-F8CF-9BCA1449D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879804-F98B-2E36-FD2F-B815CDAD6637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FF37-1EDF-12C8-097E-9B957658BFF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Specification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the problem and set the specific and measurable objectives.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relevant data from reliable sources, such as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to understand 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issues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 data for analysis.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categorical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US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appropriate statistical model. </a:t>
            </a:r>
          </a:p>
          <a:p>
            <a:pPr lvl="1"/>
            <a:r>
              <a:rPr lang="en-US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and evaluate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Insights, Visualization and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findings using visualizations.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6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 the Web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Extracting information directly from a website's HTML content by simulating a browser and parsing the page structure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Datasets,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HK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Open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Data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Platform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HK Census and Statistics Department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Comprehensive data source covering Hong Kong’s economy, demographics, trade and more aspects.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Kaggle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Hub for data science competitions and learning, offering a diverse range of open datasets across industries and fields.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Amazon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Collections of data related to Amazon's product reviews, sales patterns, and other e-commerce insights.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Google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collection of datasets hosted and shared by Google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Yahoo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OpenWeather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used for access to sensitive or real-time data, often requiring authentication or payment for usage.</a:t>
            </a:r>
          </a:p>
        </p:txBody>
      </p:sp>
    </p:spTree>
    <p:extLst>
      <p:ext uri="{BB962C8B-B14F-4D97-AF65-F5344CB8AC3E}">
        <p14:creationId xmlns:p14="http://schemas.microsoft.com/office/powerpoint/2010/main" val="151049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E9EFA-29DD-E3EC-F0DE-7168CC1B3738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3A2441-BAD9-34DD-175F-A848806E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60" y="4296588"/>
            <a:ext cx="2668280" cy="26682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04D7406-44D0-DFC4-3D1F-E1D1737A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58276" y="4421893"/>
            <a:ext cx="1065620" cy="1065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584D6D-8F0E-201B-7C59-0B97153EC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49673" y="2203333"/>
            <a:ext cx="1528337" cy="152833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C0475A-7452-A391-485F-1C72BD1F3BE5}"/>
              </a:ext>
            </a:extLst>
          </p:cNvPr>
          <p:cNvCxnSpPr>
            <a:cxnSpLocks/>
            <a:stCxn id="20" idx="2"/>
            <a:endCxn id="15" idx="0"/>
          </p:cNvCxnSpPr>
          <p:nvPr/>
        </p:nvCxnSpPr>
        <p:spPr>
          <a:xfrm>
            <a:off x="6096000" y="3271903"/>
            <a:ext cx="0" cy="10246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AB8AC57-4CC2-0108-BF77-F5A2FCAD7C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7430" y="1134763"/>
            <a:ext cx="2137140" cy="213714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8E8A2E-DC30-7039-A718-D5A89CF61D4F}"/>
              </a:ext>
            </a:extLst>
          </p:cNvPr>
          <p:cNvCxnSpPr>
            <a:cxnSpLocks/>
          </p:cNvCxnSpPr>
          <p:nvPr/>
        </p:nvCxnSpPr>
        <p:spPr>
          <a:xfrm flipV="1">
            <a:off x="5186596" y="3271903"/>
            <a:ext cx="0" cy="102468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7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and Export data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Data: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CSV: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file.csv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Excel: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file.xlsx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pd.read_sql_query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('SELECT * FROM table', connection)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pd.read_json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file.json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 Data: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 processed data into various formats for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further analysis: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df.to_csv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file.csv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', index=False)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df.to_excel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file.xlsx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', index=False)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', connection)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df.to_json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file.json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supports various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formats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HTML, Parquet, etc. Pandas enables easy import and export of data across multiple formats, ensuring your work is versatile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115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387443"/>
            <a:ext cx="10515600" cy="5067854"/>
          </a:xfrm>
        </p:spPr>
        <p:txBody>
          <a:bodyPr>
            <a:no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identify the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your data.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()# first few row,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df.tail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 last few row,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df.sample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(n=10),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df.nlargest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(n, ‘value')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df.index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[‘column1’],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[[‘column1’, column2’]],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#first row,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[2:5, :] # row2 to row5,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df.iat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[1,3] # cell at second row and third column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df.info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#number of rows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df.shape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# Dimension,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[‘Sex'].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 distinct values in a column, 3 ['M', 'F',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NotSay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value_counts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 Frequency distribution of a column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 Correlation between numeric columns 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zscore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']) &lt; 3)]  # Keep rows with Z-score &lt; 3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Handle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correct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remove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gey your data ready.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df.isnull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Missing Data: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Missing Data: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(value='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inconsistency: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('int’),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str.lower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'].replace({'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'})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Duplicated Data: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df.duplicated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Duplicated Data: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Renaming Columns for readability: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(columns={'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'},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unnecessary row or columns: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(index=[0, 1],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  # Drops the first two rows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(columns=['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unwanted_column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5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9186-47F1-68FC-4296-412D2722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8710E-8DC3-9E18-6F47-AA0AE2361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453DCC-9138-3867-62FE-E5CEB1D0756A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712A0-F547-49D9-AEA5-62F151801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EB1198-3501-9000-8156-A44F2661564F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6BD3DF-948F-1129-0B72-A615D43C95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387443"/>
            <a:ext cx="10515600" cy="5067854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 </a:t>
            </a:r>
          </a:p>
          <a:p>
            <a:pPr marL="457200" lvl="1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trends, anomalies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your data.</a:t>
            </a:r>
          </a:p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df.tail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df.sample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(n=10),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df.nlargest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(n, ‘value’)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df.index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[‘column1’],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[[‘column1’, column2’]],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[2:5, :],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[“”],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df.iat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[1,3]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df.info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#number of rows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df.shape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# Dimension,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[‘Sex'].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 distinct values in a column, 3 ['M', 'F',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NotSay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df.sort_values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(['col1', 'col2'], ascending=[True, False],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value_counts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zscore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['column']) &lt; 3)]  # Keep rows with Z-score &lt; 3 or Box Plot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df.corr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71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CD25-5FA7-0AAC-118A-C026AB90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CD6DE6-CA99-01BC-EF42-2EBED634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F6A253-303B-97B3-C8F5-9D564700643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89502-4DFA-61EA-82DE-798D553B7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E6483-5A4D-6DA8-EF82-F74D917DE69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D531C9-27D1-5634-4DC9-DEC9AD88CE5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387443"/>
            <a:ext cx="10515600" cy="5067854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57200" lvl="1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correct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remove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get your data ready.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 by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'] != '</a:t>
            </a:r>
            <a:r>
              <a:rPr lang="en-GB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unwanted_value</a:t>
            </a:r>
            <a:r>
              <a:rPr lang="en-GB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'] 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the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df.isnull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Data: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Data: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(value='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inconsistency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('int’),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str.lower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'].replace({'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'})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df.duplicated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readability: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(columns={'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'},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unnecessary row or columns: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(index=[0, 1],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(columns=['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unwanted_column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'],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</p:txBody>
      </p:sp>
    </p:spTree>
    <p:extLst>
      <p:ext uri="{BB962C8B-B14F-4D97-AF65-F5344CB8AC3E}">
        <p14:creationId xmlns:p14="http://schemas.microsoft.com/office/powerpoint/2010/main" val="175655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Exploration(cont.)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387443"/>
            <a:ext cx="10515600" cy="5067854"/>
          </a:xfrm>
        </p:spPr>
        <p:txBody>
          <a:bodyPr>
            <a:no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Visualisation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Plotting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['column1']plot(),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[['column1', 'column2']].plot(), 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['column'].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plot.hist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Plot: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['column'].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plot.box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7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crucial step in preparing your dataset for </a:t>
            </a:r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includes tasks like creating a new column, normalization, arithmetic operations, function application, and handling categorical variables.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column: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new_feature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['column1'] +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['column2'] 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the scale of data to bring all values into a common range[0, 1].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normalized_column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 =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 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['column'].min()) /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['column'].max() 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['column'].min())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sklearn.preprocessing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StandardScaler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scaler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StandardScaler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scaler.fit_transform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['column1'])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 data to have a mean of 0 and a standard deviation of 1, often used in statistical analysis.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standardized_column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 =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 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['column'].mean()) /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['column'].std()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different columns using arithmetic operations.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['grades']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'math'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['squared']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['column'].apply(lambda x: x**2)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Handing Categorical Data: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mapped_column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'].map({'A': 1, 'B': 2, 'C': 3}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pd.Categorical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’])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pd.get_dummies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columns=['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'])  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063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Operations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Consolidate data from multiple sources to create a unified dataset.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pd.merge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(df1, df2, on='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key_column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', how='inner’)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df1.join(df2, on='key’)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pd.concat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([df1, df2], axis=1)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Reshaping Data: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 and unpivot data to better align it with the analysis requirements.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Pivot: Transform data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df.pivot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new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better align with analysis needs.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Unpivot: Use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pd.melt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reshape data from wide to long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and Aggregation: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data by specific criteria and calculate aggregated metrics such as sum, mean, and count.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('column')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('column').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({'col1': 'mean', 'col2': 'sum’})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12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82781-78AE-FAC6-64B4-A48FD9E3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12192000" cy="3175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45AE8E-07C1-16D4-CDFA-09BCFDC4ABDD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CF608-7BEC-3181-C0F9-2AF8469E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412" y="22224"/>
            <a:ext cx="1019176" cy="1019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D1DF1-1357-DECA-39E8-99D5B3712941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 and Visualization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1657F7-31A1-042A-FE46-C1E8D548C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425543"/>
            <a:ext cx="10515600" cy="50678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Visualize Data?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insights effectively.</a:t>
            </a:r>
          </a:p>
          <a:p>
            <a:pPr marL="0" indent="0"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this slide aims to produce high-quality, well-annotated graph for our audiences not just simple preview in EXPLOREATION.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Plotting: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quick visualizations directly from Pandas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built-in plotting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Plots: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how to customize your plots for clarity and impact, including adjusting line styles,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labels, titles, and legends.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Plotting with Pandas: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df.plot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(kind='scatter', x='column1', y='column2')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'].plot(kind='line')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().plot(kind='bar')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'].plot(kind='hist', bins=10)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[['column1', 'column2']].plot(kind='box')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Plot: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().plot(kind='pie',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autopct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='%1.1f%%') </a:t>
            </a:r>
          </a:p>
        </p:txBody>
      </p:sp>
    </p:spTree>
    <p:extLst>
      <p:ext uri="{BB962C8B-B14F-4D97-AF65-F5344CB8AC3E}">
        <p14:creationId xmlns:p14="http://schemas.microsoft.com/office/powerpoint/2010/main" val="385218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832A7F-B930-944F-4490-A3A61BA7D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 Operations: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operations on entire arrays without the need for explicit loops, making your code faster and more efficient.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Indexing: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multi-level indexing and slicing to manipulate complex datasets.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Dive into time series analysis, focusing on resampling, rolling window calculations, and autocorrelation.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Merging Techniques: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advanced techniques for merging large datasets, including handling key mismatches and performing outer joins.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1A26D9-E821-9C74-168E-32C6839652EE}"/>
              </a:ext>
            </a:extLst>
          </p:cNvPr>
          <p:cNvSpPr txBox="1"/>
          <p:nvPr/>
        </p:nvSpPr>
        <p:spPr>
          <a:xfrm>
            <a:off x="651377" y="197534"/>
            <a:ext cx="10889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Pandas Operators</a:t>
            </a:r>
          </a:p>
        </p:txBody>
      </p:sp>
    </p:spTree>
    <p:extLst>
      <p:ext uri="{BB962C8B-B14F-4D97-AF65-F5344CB8AC3E}">
        <p14:creationId xmlns:p14="http://schemas.microsoft.com/office/powerpoint/2010/main" val="2436623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A7555F-F207-DEAC-5FD9-11969015BD10}"/>
              </a:ext>
            </a:extLst>
          </p:cNvPr>
          <p:cNvSpPr/>
          <p:nvPr/>
        </p:nvSpPr>
        <p:spPr>
          <a:xfrm>
            <a:off x="0" y="1469004"/>
            <a:ext cx="12192000" cy="3919991"/>
          </a:xfrm>
          <a:prstGeom prst="rect">
            <a:avLst/>
          </a:prstGeom>
          <a:solidFill>
            <a:srgbClr val="A02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B9F62-8DE9-6DC5-E4AA-3A156D0C423D}"/>
              </a:ext>
            </a:extLst>
          </p:cNvPr>
          <p:cNvSpPr txBox="1"/>
          <p:nvPr/>
        </p:nvSpPr>
        <p:spPr>
          <a:xfrm>
            <a:off x="0" y="2459503"/>
            <a:ext cx="11853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Going thorough </a:t>
            </a:r>
            <a:r>
              <a:rPr lang="en-US"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More</a:t>
            </a: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FD174D-FD69-B7BD-A9E6-4BCD8D05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756" y="265185"/>
            <a:ext cx="6327630" cy="63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5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5365</TotalTime>
  <Words>3119</Words>
  <Application>Microsoft Macintosh PowerPoint</Application>
  <PresentationFormat>Widescreen</PresentationFormat>
  <Paragraphs>245</Paragraphs>
  <Slides>18</Slides>
  <Notes>9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KUANG, nick370 [Student]</dc:creator>
  <cp:lastModifiedBy>KUANG, nick370 [Student]</cp:lastModifiedBy>
  <cp:revision>16</cp:revision>
  <dcterms:created xsi:type="dcterms:W3CDTF">2024-08-25T16:04:14Z</dcterms:created>
  <dcterms:modified xsi:type="dcterms:W3CDTF">2024-11-21T05:12:45Z</dcterms:modified>
</cp:coreProperties>
</file>