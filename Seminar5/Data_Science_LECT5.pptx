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5"/>
  </p:notesMasterIdLst>
  <p:sldIdLst>
    <p:sldId id="258" r:id="rId2"/>
    <p:sldId id="267" r:id="rId3"/>
    <p:sldId id="266" r:id="rId4"/>
    <p:sldId id="290" r:id="rId5"/>
    <p:sldId id="261" r:id="rId6"/>
    <p:sldId id="260" r:id="rId7"/>
    <p:sldId id="292" r:id="rId8"/>
    <p:sldId id="291" r:id="rId9"/>
    <p:sldId id="265" r:id="rId10"/>
    <p:sldId id="263" r:id="rId11"/>
    <p:sldId id="293" r:id="rId12"/>
    <p:sldId id="295" r:id="rId13"/>
    <p:sldId id="272" r:id="rId14"/>
    <p:sldId id="294" r:id="rId15"/>
    <p:sldId id="296" r:id="rId16"/>
    <p:sldId id="285" r:id="rId17"/>
    <p:sldId id="264" r:id="rId18"/>
    <p:sldId id="282" r:id="rId19"/>
    <p:sldId id="299" r:id="rId20"/>
    <p:sldId id="289" r:id="rId21"/>
    <p:sldId id="298" r:id="rId22"/>
    <p:sldId id="273" r:id="rId23"/>
    <p:sldId id="301" r:id="rId24"/>
    <p:sldId id="275" r:id="rId25"/>
    <p:sldId id="284" r:id="rId26"/>
    <p:sldId id="270" r:id="rId27"/>
    <p:sldId id="276" r:id="rId28"/>
    <p:sldId id="269" r:id="rId29"/>
    <p:sldId id="288" r:id="rId30"/>
    <p:sldId id="300" r:id="rId31"/>
    <p:sldId id="286" r:id="rId32"/>
    <p:sldId id="279" r:id="rId33"/>
    <p:sldId id="287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D4CB34D-36CA-9841-B813-DD1440980DCC}" v="343" dt="2025-06-11T08:25:52.04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119"/>
    <p:restoredTop sz="84218"/>
  </p:normalViewPr>
  <p:slideViewPr>
    <p:cSldViewPr snapToGrid="0" showGuides="1">
      <p:cViewPr varScale="1">
        <p:scale>
          <a:sx n="93" d="100"/>
          <a:sy n="93" d="100"/>
        </p:scale>
        <p:origin x="1092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UANG, nick370 [Student]" userId="da991e67-a0fd-45c3-89c0-bd436c1ccc7c" providerId="ADAL" clId="{445325DC-EF24-4043-8FB2-9592F40D7E2B}"/>
    <pc:docChg chg="addSld modSld">
      <pc:chgData name="KUANG, nick370 [Student]" userId="da991e67-a0fd-45c3-89c0-bd436c1ccc7c" providerId="ADAL" clId="{445325DC-EF24-4043-8FB2-9592F40D7E2B}" dt="2024-11-08T11:59:12.335" v="6" actId="20577"/>
      <pc:docMkLst>
        <pc:docMk/>
      </pc:docMkLst>
      <pc:sldChg chg="modSp new mod">
        <pc:chgData name="KUANG, nick370 [Student]" userId="da991e67-a0fd-45c3-89c0-bd436c1ccc7c" providerId="ADAL" clId="{445325DC-EF24-4043-8FB2-9592F40D7E2B}" dt="2024-11-08T11:59:12.335" v="6" actId="20577"/>
        <pc:sldMkLst>
          <pc:docMk/>
          <pc:sldMk cId="411799438" sldId="265"/>
        </pc:sldMkLst>
      </pc:sldChg>
    </pc:docChg>
  </pc:docChgLst>
  <pc:docChgLst>
    <pc:chgData name="KUANG, nick370 [Student]" userId="da991e67-a0fd-45c3-89c0-bd436c1ccc7c" providerId="ADAL" clId="{82684584-1873-1545-B02A-0054CBF2CCB2}"/>
    <pc:docChg chg="undo custSel addSld delSld modSld sldOrd">
      <pc:chgData name="KUANG, nick370 [Student]" userId="da991e67-a0fd-45c3-89c0-bd436c1ccc7c" providerId="ADAL" clId="{82684584-1873-1545-B02A-0054CBF2CCB2}" dt="2025-06-03T17:38:18.354" v="387" actId="20577"/>
      <pc:docMkLst>
        <pc:docMk/>
      </pc:docMkLst>
      <pc:sldChg chg="modSp mod">
        <pc:chgData name="KUANG, nick370 [Student]" userId="da991e67-a0fd-45c3-89c0-bd436c1ccc7c" providerId="ADAL" clId="{82684584-1873-1545-B02A-0054CBF2CCB2}" dt="2025-06-03T17:37:38.695" v="370" actId="27636"/>
        <pc:sldMkLst>
          <pc:docMk/>
          <pc:sldMk cId="1200704866" sldId="269"/>
        </pc:sldMkLst>
        <pc:spChg chg="mod">
          <ac:chgData name="KUANG, nick370 [Student]" userId="da991e67-a0fd-45c3-89c0-bd436c1ccc7c" providerId="ADAL" clId="{82684584-1873-1545-B02A-0054CBF2CCB2}" dt="2025-06-03T17:37:38.695" v="370" actId="27636"/>
          <ac:spMkLst>
            <pc:docMk/>
            <pc:sldMk cId="1200704866" sldId="269"/>
            <ac:spMk id="2" creationId="{B3B1A1C7-ADCC-4272-1D4B-4FB896C90DC1}"/>
          </ac:spMkLst>
        </pc:spChg>
      </pc:sldChg>
      <pc:sldChg chg="modSp del mod">
        <pc:chgData name="KUANG, nick370 [Student]" userId="da991e67-a0fd-45c3-89c0-bd436c1ccc7c" providerId="ADAL" clId="{82684584-1873-1545-B02A-0054CBF2CCB2}" dt="2025-06-03T17:28:25.791" v="287" actId="2696"/>
        <pc:sldMkLst>
          <pc:docMk/>
          <pc:sldMk cId="2867927267" sldId="271"/>
        </pc:sldMkLst>
      </pc:sldChg>
      <pc:sldChg chg="modSp mod">
        <pc:chgData name="KUANG, nick370 [Student]" userId="da991e67-a0fd-45c3-89c0-bd436c1ccc7c" providerId="ADAL" clId="{82684584-1873-1545-B02A-0054CBF2CCB2}" dt="2025-06-03T17:33:19.946" v="330" actId="20577"/>
        <pc:sldMkLst>
          <pc:docMk/>
          <pc:sldMk cId="2214436743" sldId="272"/>
        </pc:sldMkLst>
        <pc:spChg chg="mod">
          <ac:chgData name="KUANG, nick370 [Student]" userId="da991e67-a0fd-45c3-89c0-bd436c1ccc7c" providerId="ADAL" clId="{82684584-1873-1545-B02A-0054CBF2CCB2}" dt="2025-06-03T17:33:19.946" v="330" actId="20577"/>
          <ac:spMkLst>
            <pc:docMk/>
            <pc:sldMk cId="2214436743" sldId="272"/>
            <ac:spMk id="2" creationId="{C54A17B1-48B2-D8DC-F3FF-4277BB752962}"/>
          </ac:spMkLst>
        </pc:spChg>
      </pc:sldChg>
      <pc:sldChg chg="modSp mod">
        <pc:chgData name="KUANG, nick370 [Student]" userId="da991e67-a0fd-45c3-89c0-bd436c1ccc7c" providerId="ADAL" clId="{82684584-1873-1545-B02A-0054CBF2CCB2}" dt="2025-06-03T17:24:44.238" v="148" actId="20577"/>
        <pc:sldMkLst>
          <pc:docMk/>
          <pc:sldMk cId="4011885442" sldId="273"/>
        </pc:sldMkLst>
        <pc:spChg chg="mod">
          <ac:chgData name="KUANG, nick370 [Student]" userId="da991e67-a0fd-45c3-89c0-bd436c1ccc7c" providerId="ADAL" clId="{82684584-1873-1545-B02A-0054CBF2CCB2}" dt="2025-06-03T17:24:44.238" v="148" actId="20577"/>
          <ac:spMkLst>
            <pc:docMk/>
            <pc:sldMk cId="4011885442" sldId="273"/>
            <ac:spMk id="2" creationId="{83F9C1DE-2028-4817-C6FB-5F1CC991B2A3}"/>
          </ac:spMkLst>
        </pc:spChg>
      </pc:sldChg>
      <pc:sldChg chg="addSp delSp modSp mod ord">
        <pc:chgData name="KUANG, nick370 [Student]" userId="da991e67-a0fd-45c3-89c0-bd436c1ccc7c" providerId="ADAL" clId="{82684584-1873-1545-B02A-0054CBF2CCB2}" dt="2025-06-03T17:33:54.334" v="338" actId="27636"/>
        <pc:sldMkLst>
          <pc:docMk/>
          <pc:sldMk cId="1810165704" sldId="278"/>
        </pc:sldMkLst>
      </pc:sldChg>
      <pc:sldChg chg="modSp mod">
        <pc:chgData name="KUANG, nick370 [Student]" userId="da991e67-a0fd-45c3-89c0-bd436c1ccc7c" providerId="ADAL" clId="{82684584-1873-1545-B02A-0054CBF2CCB2}" dt="2025-06-03T17:38:18.354" v="387" actId="20577"/>
        <pc:sldMkLst>
          <pc:docMk/>
          <pc:sldMk cId="3803895731" sldId="279"/>
        </pc:sldMkLst>
        <pc:spChg chg="mod">
          <ac:chgData name="KUANG, nick370 [Student]" userId="da991e67-a0fd-45c3-89c0-bd436c1ccc7c" providerId="ADAL" clId="{82684584-1873-1545-B02A-0054CBF2CCB2}" dt="2025-06-03T17:38:18.354" v="387" actId="20577"/>
          <ac:spMkLst>
            <pc:docMk/>
            <pc:sldMk cId="3803895731" sldId="279"/>
            <ac:spMk id="3" creationId="{1ED2E4E8-A9F4-D350-B665-C2DD1685BB5A}"/>
          </ac:spMkLst>
        </pc:spChg>
      </pc:sldChg>
      <pc:sldChg chg="add del">
        <pc:chgData name="KUANG, nick370 [Student]" userId="da991e67-a0fd-45c3-89c0-bd436c1ccc7c" providerId="ADAL" clId="{82684584-1873-1545-B02A-0054CBF2CCB2}" dt="2025-06-03T17:28:24.385" v="286" actId="2696"/>
        <pc:sldMkLst>
          <pc:docMk/>
          <pc:sldMk cId="1757916945" sldId="281"/>
        </pc:sldMkLst>
      </pc:sldChg>
      <pc:sldChg chg="modSp mod">
        <pc:chgData name="KUANG, nick370 [Student]" userId="da991e67-a0fd-45c3-89c0-bd436c1ccc7c" providerId="ADAL" clId="{82684584-1873-1545-B02A-0054CBF2CCB2}" dt="2025-06-03T17:24:26.762" v="139"/>
        <pc:sldMkLst>
          <pc:docMk/>
          <pc:sldMk cId="1462211858" sldId="282"/>
        </pc:sldMkLst>
        <pc:spChg chg="mod">
          <ac:chgData name="KUANG, nick370 [Student]" userId="da991e67-a0fd-45c3-89c0-bd436c1ccc7c" providerId="ADAL" clId="{82684584-1873-1545-B02A-0054CBF2CCB2}" dt="2025-06-03T17:24:26.762" v="139"/>
          <ac:spMkLst>
            <pc:docMk/>
            <pc:sldMk cId="1462211858" sldId="282"/>
            <ac:spMk id="2" creationId="{ECD3DE87-F73C-43DD-80CC-494A9A2E0690}"/>
          </ac:spMkLst>
        </pc:spChg>
      </pc:sldChg>
      <pc:sldChg chg="modSp mod ord">
        <pc:chgData name="KUANG, nick370 [Student]" userId="da991e67-a0fd-45c3-89c0-bd436c1ccc7c" providerId="ADAL" clId="{82684584-1873-1545-B02A-0054CBF2CCB2}" dt="2025-06-03T17:36:58.199" v="364"/>
        <pc:sldMkLst>
          <pc:docMk/>
          <pc:sldMk cId="384434085" sldId="284"/>
        </pc:sldMkLst>
        <pc:spChg chg="mod">
          <ac:chgData name="KUANG, nick370 [Student]" userId="da991e67-a0fd-45c3-89c0-bd436c1ccc7c" providerId="ADAL" clId="{82684584-1873-1545-B02A-0054CBF2CCB2}" dt="2025-06-03T17:36:58.199" v="364"/>
          <ac:spMkLst>
            <pc:docMk/>
            <pc:sldMk cId="384434085" sldId="284"/>
            <ac:spMk id="2" creationId="{D44A5021-6550-4B49-B6CD-04FCE6FD06EE}"/>
          </ac:spMkLst>
        </pc:spChg>
        <pc:spChg chg="mod">
          <ac:chgData name="KUANG, nick370 [Student]" userId="da991e67-a0fd-45c3-89c0-bd436c1ccc7c" providerId="ADAL" clId="{82684584-1873-1545-B02A-0054CBF2CCB2}" dt="2025-06-03T17:36:43.853" v="355"/>
          <ac:spMkLst>
            <pc:docMk/>
            <pc:sldMk cId="384434085" sldId="284"/>
            <ac:spMk id="3" creationId="{4E9FEFE8-3FC9-8072-D0B6-3713686ABB96}"/>
          </ac:spMkLst>
        </pc:spChg>
      </pc:sldChg>
      <pc:sldChg chg="modSp add mod">
        <pc:chgData name="KUANG, nick370 [Student]" userId="da991e67-a0fd-45c3-89c0-bd436c1ccc7c" providerId="ADAL" clId="{82684584-1873-1545-B02A-0054CBF2CCB2}" dt="2025-06-03T17:32:15.298" v="318" actId="20577"/>
        <pc:sldMkLst>
          <pc:docMk/>
          <pc:sldMk cId="1701679274" sldId="285"/>
        </pc:sldMkLst>
        <pc:spChg chg="mod">
          <ac:chgData name="KUANG, nick370 [Student]" userId="da991e67-a0fd-45c3-89c0-bd436c1ccc7c" providerId="ADAL" clId="{82684584-1873-1545-B02A-0054CBF2CCB2}" dt="2025-06-03T17:32:15.298" v="318" actId="20577"/>
          <ac:spMkLst>
            <pc:docMk/>
            <pc:sldMk cId="1701679274" sldId="285"/>
            <ac:spMk id="2" creationId="{8D415A00-1C85-9CA2-A331-E612B36ECEF9}"/>
          </ac:spMkLst>
        </pc:spChg>
        <pc:spChg chg="mod">
          <ac:chgData name="KUANG, nick370 [Student]" userId="da991e67-a0fd-45c3-89c0-bd436c1ccc7c" providerId="ADAL" clId="{82684584-1873-1545-B02A-0054CBF2CCB2}" dt="2025-06-03T17:21:03.903" v="4"/>
          <ac:spMkLst>
            <pc:docMk/>
            <pc:sldMk cId="1701679274" sldId="285"/>
            <ac:spMk id="3" creationId="{C26F6E8F-95E6-A190-940A-6890C1E8485E}"/>
          </ac:spMkLst>
        </pc:spChg>
      </pc:sldChg>
      <pc:sldChg chg="modSp add mod">
        <pc:chgData name="KUANG, nick370 [Student]" userId="da991e67-a0fd-45c3-89c0-bd436c1ccc7c" providerId="ADAL" clId="{82684584-1873-1545-B02A-0054CBF2CCB2}" dt="2025-06-03T17:28:48.177" v="303" actId="20577"/>
        <pc:sldMkLst>
          <pc:docMk/>
          <pc:sldMk cId="176427983" sldId="286"/>
        </pc:sldMkLst>
        <pc:spChg chg="mod">
          <ac:chgData name="KUANG, nick370 [Student]" userId="da991e67-a0fd-45c3-89c0-bd436c1ccc7c" providerId="ADAL" clId="{82684584-1873-1545-B02A-0054CBF2CCB2}" dt="2025-06-03T17:28:48.177" v="303" actId="20577"/>
          <ac:spMkLst>
            <pc:docMk/>
            <pc:sldMk cId="176427983" sldId="286"/>
            <ac:spMk id="2" creationId="{4D9AAE05-97A4-6D68-D75F-C2FCEE8179CE}"/>
          </ac:spMkLst>
        </pc:spChg>
        <pc:spChg chg="mod">
          <ac:chgData name="KUANG, nick370 [Student]" userId="da991e67-a0fd-45c3-89c0-bd436c1ccc7c" providerId="ADAL" clId="{82684584-1873-1545-B02A-0054CBF2CCB2}" dt="2025-06-03T17:28:39.501" v="298"/>
          <ac:spMkLst>
            <pc:docMk/>
            <pc:sldMk cId="176427983" sldId="286"/>
            <ac:spMk id="3" creationId="{619CE2A2-CF4C-8F81-7345-117DF026E53A}"/>
          </ac:spMkLst>
        </pc:spChg>
      </pc:sldChg>
      <pc:sldChg chg="modSp add mod">
        <pc:chgData name="KUANG, nick370 [Student]" userId="da991e67-a0fd-45c3-89c0-bd436c1ccc7c" providerId="ADAL" clId="{82684584-1873-1545-B02A-0054CBF2CCB2}" dt="2025-06-03T17:29:12.233" v="312"/>
        <pc:sldMkLst>
          <pc:docMk/>
          <pc:sldMk cId="2741968789" sldId="287"/>
        </pc:sldMkLst>
        <pc:spChg chg="mod">
          <ac:chgData name="KUANG, nick370 [Student]" userId="da991e67-a0fd-45c3-89c0-bd436c1ccc7c" providerId="ADAL" clId="{82684584-1873-1545-B02A-0054CBF2CCB2}" dt="2025-06-03T17:29:12.233" v="312"/>
          <ac:spMkLst>
            <pc:docMk/>
            <pc:sldMk cId="2741968789" sldId="287"/>
            <ac:spMk id="2" creationId="{FA37766C-1DF2-37BA-5E98-EAED6859F8E2}"/>
          </ac:spMkLst>
        </pc:spChg>
        <pc:spChg chg="mod">
          <ac:chgData name="KUANG, nick370 [Student]" userId="da991e67-a0fd-45c3-89c0-bd436c1ccc7c" providerId="ADAL" clId="{82684584-1873-1545-B02A-0054CBF2CCB2}" dt="2025-06-03T17:29:00.855" v="309" actId="20577"/>
          <ac:spMkLst>
            <pc:docMk/>
            <pc:sldMk cId="2741968789" sldId="287"/>
            <ac:spMk id="3" creationId="{6DA3EA3E-1450-C74C-752A-E66FBD244742}"/>
          </ac:spMkLst>
        </pc:spChg>
      </pc:sldChg>
    </pc:docChg>
  </pc:docChgLst>
  <pc:docChgLst>
    <pc:chgData name="Yuanguo" userId="da991e67-a0fd-45c3-89c0-bd436c1ccc7c" providerId="ADAL" clId="{56EE56F7-08BA-473B-A6F3-4B5CC66DC41F}"/>
    <pc:docChg chg="modSld">
      <pc:chgData name="Yuanguo" userId="da991e67-a0fd-45c3-89c0-bd436c1ccc7c" providerId="ADAL" clId="{56EE56F7-08BA-473B-A6F3-4B5CC66DC41F}" dt="2025-06-11T10:29:50" v="46" actId="20577"/>
      <pc:docMkLst>
        <pc:docMk/>
      </pc:docMkLst>
      <pc:sldChg chg="modSp mod">
        <pc:chgData name="Yuanguo" userId="da991e67-a0fd-45c3-89c0-bd436c1ccc7c" providerId="ADAL" clId="{56EE56F7-08BA-473B-A6F3-4B5CC66DC41F}" dt="2025-06-11T10:29:50" v="46" actId="20577"/>
        <pc:sldMkLst>
          <pc:docMk/>
          <pc:sldMk cId="3913440257" sldId="258"/>
        </pc:sldMkLst>
        <pc:spChg chg="mod">
          <ac:chgData name="Yuanguo" userId="da991e67-a0fd-45c3-89c0-bd436c1ccc7c" providerId="ADAL" clId="{56EE56F7-08BA-473B-A6F3-4B5CC66DC41F}" dt="2025-06-11T10:29:50" v="46" actId="20577"/>
          <ac:spMkLst>
            <pc:docMk/>
            <pc:sldMk cId="3913440257" sldId="258"/>
            <ac:spMk id="15" creationId="{AF86E126-7A47-E4AE-10C4-80348577B762}"/>
          </ac:spMkLst>
        </pc:spChg>
      </pc:sldChg>
    </pc:docChg>
  </pc:docChgLst>
  <pc:docChgLst>
    <pc:chgData name="KUANG, nick370 [Student]" userId="da991e67-a0fd-45c3-89c0-bd436c1ccc7c" providerId="ADAL" clId="{9D4CB34D-36CA-9841-B813-DD1440980DCC}"/>
    <pc:docChg chg="undo custSel addSld delSld modSld sldOrd">
      <pc:chgData name="KUANG, nick370 [Student]" userId="da991e67-a0fd-45c3-89c0-bd436c1ccc7c" providerId="ADAL" clId="{9D4CB34D-36CA-9841-B813-DD1440980DCC}" dt="2025-06-11T10:10:45.868" v="6884" actId="20578"/>
      <pc:docMkLst>
        <pc:docMk/>
      </pc:docMkLst>
      <pc:sldChg chg="delSp mod">
        <pc:chgData name="KUANG, nick370 [Student]" userId="da991e67-a0fd-45c3-89c0-bd436c1ccc7c" providerId="ADAL" clId="{9D4CB34D-36CA-9841-B813-DD1440980DCC}" dt="2025-06-11T03:24:32.142" v="4958" actId="478"/>
        <pc:sldMkLst>
          <pc:docMk/>
          <pc:sldMk cId="3913440257" sldId="258"/>
        </pc:sldMkLst>
        <pc:spChg chg="del">
          <ac:chgData name="KUANG, nick370 [Student]" userId="da991e67-a0fd-45c3-89c0-bd436c1ccc7c" providerId="ADAL" clId="{9D4CB34D-36CA-9841-B813-DD1440980DCC}" dt="2025-06-11T03:24:32.142" v="4958" actId="478"/>
          <ac:spMkLst>
            <pc:docMk/>
            <pc:sldMk cId="3913440257" sldId="258"/>
            <ac:spMk id="14" creationId="{B37BB32E-DB39-87B5-04FD-5AFA9DF486E2}"/>
          </ac:spMkLst>
        </pc:spChg>
      </pc:sldChg>
      <pc:sldChg chg="delSp modSp del mod">
        <pc:chgData name="KUANG, nick370 [Student]" userId="da991e67-a0fd-45c3-89c0-bd436c1ccc7c" providerId="ADAL" clId="{9D4CB34D-36CA-9841-B813-DD1440980DCC}" dt="2025-06-09T03:37:18.080" v="1928" actId="2696"/>
        <pc:sldMkLst>
          <pc:docMk/>
          <pc:sldMk cId="1139326662" sldId="259"/>
        </pc:sldMkLst>
      </pc:sldChg>
      <pc:sldChg chg="modSp mod ord">
        <pc:chgData name="KUANG, nick370 [Student]" userId="da991e67-a0fd-45c3-89c0-bd436c1ccc7c" providerId="ADAL" clId="{9D4CB34D-36CA-9841-B813-DD1440980DCC}" dt="2025-06-11T04:03:37.898" v="5802" actId="11"/>
        <pc:sldMkLst>
          <pc:docMk/>
          <pc:sldMk cId="187576289" sldId="260"/>
        </pc:sldMkLst>
        <pc:spChg chg="mod">
          <ac:chgData name="KUANG, nick370 [Student]" userId="da991e67-a0fd-45c3-89c0-bd436c1ccc7c" providerId="ADAL" clId="{9D4CB34D-36CA-9841-B813-DD1440980DCC}" dt="2025-06-11T04:03:37.898" v="5802" actId="11"/>
          <ac:spMkLst>
            <pc:docMk/>
            <pc:sldMk cId="187576289" sldId="260"/>
            <ac:spMk id="2" creationId="{F8270585-5185-6665-ECBD-8A00A1A82BC4}"/>
          </ac:spMkLst>
        </pc:spChg>
        <pc:spChg chg="mod">
          <ac:chgData name="KUANG, nick370 [Student]" userId="da991e67-a0fd-45c3-89c0-bd436c1ccc7c" providerId="ADAL" clId="{9D4CB34D-36CA-9841-B813-DD1440980DCC}" dt="2025-06-11T03:59:07.807" v="5751" actId="20577"/>
          <ac:spMkLst>
            <pc:docMk/>
            <pc:sldMk cId="187576289" sldId="260"/>
            <ac:spMk id="3" creationId="{35732E01-161D-443B-8639-463F09650E4B}"/>
          </ac:spMkLst>
        </pc:spChg>
      </pc:sldChg>
      <pc:sldChg chg="addSp delSp modSp mod">
        <pc:chgData name="KUANG, nick370 [Student]" userId="da991e67-a0fd-45c3-89c0-bd436c1ccc7c" providerId="ADAL" clId="{9D4CB34D-36CA-9841-B813-DD1440980DCC}" dt="2025-06-11T07:20:07.668" v="6673" actId="20577"/>
        <pc:sldMkLst>
          <pc:docMk/>
          <pc:sldMk cId="1811929074" sldId="261"/>
        </pc:sldMkLst>
        <pc:spChg chg="add">
          <ac:chgData name="KUANG, nick370 [Student]" userId="da991e67-a0fd-45c3-89c0-bd436c1ccc7c" providerId="ADAL" clId="{9D4CB34D-36CA-9841-B813-DD1440980DCC}" dt="2025-06-09T03:47:16.523" v="2062"/>
          <ac:spMkLst>
            <pc:docMk/>
            <pc:sldMk cId="1811929074" sldId="261"/>
            <ac:spMk id="2" creationId="{39C96359-2455-DA76-075F-5A3FCA0B3B1A}"/>
          </ac:spMkLst>
        </pc:spChg>
        <pc:spChg chg="add del mod">
          <ac:chgData name="KUANG, nick370 [Student]" userId="da991e67-a0fd-45c3-89c0-bd436c1ccc7c" providerId="ADAL" clId="{9D4CB34D-36CA-9841-B813-DD1440980DCC}" dt="2025-06-09T03:47:27.638" v="2068" actId="478"/>
          <ac:spMkLst>
            <pc:docMk/>
            <pc:sldMk cId="1811929074" sldId="261"/>
            <ac:spMk id="3" creationId="{071C90AB-3C22-D222-496A-0E671F37BE94}"/>
          </ac:spMkLst>
        </pc:spChg>
        <pc:spChg chg="mod">
          <ac:chgData name="KUANG, nick370 [Student]" userId="da991e67-a0fd-45c3-89c0-bd436c1ccc7c" providerId="ADAL" clId="{9D4CB34D-36CA-9841-B813-DD1440980DCC}" dt="2025-06-11T03:55:10.118" v="5619" actId="20577"/>
          <ac:spMkLst>
            <pc:docMk/>
            <pc:sldMk cId="1811929074" sldId="261"/>
            <ac:spMk id="7" creationId="{0EDD1DF1-1357-DECA-39E8-99D5B3712941}"/>
          </ac:spMkLst>
        </pc:spChg>
        <pc:spChg chg="add del mod">
          <ac:chgData name="KUANG, nick370 [Student]" userId="da991e67-a0fd-45c3-89c0-bd436c1ccc7c" providerId="ADAL" clId="{9D4CB34D-36CA-9841-B813-DD1440980DCC}" dt="2025-06-09T03:48:14.012" v="2074" actId="478"/>
          <ac:spMkLst>
            <pc:docMk/>
            <pc:sldMk cId="1811929074" sldId="261"/>
            <ac:spMk id="8" creationId="{4B73EAF8-8BA2-765B-FFFE-7940DBB8FB9A}"/>
          </ac:spMkLst>
        </pc:spChg>
        <pc:spChg chg="add del mod">
          <ac:chgData name="KUANG, nick370 [Student]" userId="da991e67-a0fd-45c3-89c0-bd436c1ccc7c" providerId="ADAL" clId="{9D4CB34D-36CA-9841-B813-DD1440980DCC}" dt="2025-06-11T07:20:07.668" v="6673" actId="20577"/>
          <ac:spMkLst>
            <pc:docMk/>
            <pc:sldMk cId="1811929074" sldId="261"/>
            <ac:spMk id="9" creationId="{821657F7-31A1-042A-FE46-C1E8D548CFA1}"/>
          </ac:spMkLst>
        </pc:spChg>
      </pc:sldChg>
      <pc:sldChg chg="modSp del mod">
        <pc:chgData name="KUANG, nick370 [Student]" userId="da991e67-a0fd-45c3-89c0-bd436c1ccc7c" providerId="ADAL" clId="{9D4CB34D-36CA-9841-B813-DD1440980DCC}" dt="2025-06-09T04:36:06.801" v="3559" actId="2696"/>
        <pc:sldMkLst>
          <pc:docMk/>
          <pc:sldMk cId="2117440907" sldId="262"/>
        </pc:sldMkLst>
      </pc:sldChg>
      <pc:sldChg chg="modSp mod">
        <pc:chgData name="KUANG, nick370 [Student]" userId="da991e67-a0fd-45c3-89c0-bd436c1ccc7c" providerId="ADAL" clId="{9D4CB34D-36CA-9841-B813-DD1440980DCC}" dt="2025-06-11T07:20:23.199" v="6675" actId="20577"/>
        <pc:sldMkLst>
          <pc:docMk/>
          <pc:sldMk cId="1315147182" sldId="263"/>
        </pc:sldMkLst>
        <pc:spChg chg="mod">
          <ac:chgData name="KUANG, nick370 [Student]" userId="da991e67-a0fd-45c3-89c0-bd436c1ccc7c" providerId="ADAL" clId="{9D4CB34D-36CA-9841-B813-DD1440980DCC}" dt="2025-06-11T07:20:23.199" v="6675" actId="20577"/>
          <ac:spMkLst>
            <pc:docMk/>
            <pc:sldMk cId="1315147182" sldId="263"/>
            <ac:spMk id="2" creationId="{453940C1-A361-E63E-1C0C-B7253981E917}"/>
          </ac:spMkLst>
        </pc:spChg>
        <pc:spChg chg="mod">
          <ac:chgData name="KUANG, nick370 [Student]" userId="da991e67-a0fd-45c3-89c0-bd436c1ccc7c" providerId="ADAL" clId="{9D4CB34D-36CA-9841-B813-DD1440980DCC}" dt="2025-06-09T04:23:35.185" v="3222" actId="20577"/>
          <ac:spMkLst>
            <pc:docMk/>
            <pc:sldMk cId="1315147182" sldId="263"/>
            <ac:spMk id="3" creationId="{64CDD506-5601-597A-7453-C5C6D9C7B386}"/>
          </ac:spMkLst>
        </pc:spChg>
      </pc:sldChg>
      <pc:sldChg chg="modSp mod modNotesTx">
        <pc:chgData name="KUANG, nick370 [Student]" userId="da991e67-a0fd-45c3-89c0-bd436c1ccc7c" providerId="ADAL" clId="{9D4CB34D-36CA-9841-B813-DD1440980DCC}" dt="2025-06-11T06:54:40.488" v="6301" actId="313"/>
        <pc:sldMkLst>
          <pc:docMk/>
          <pc:sldMk cId="1593010066" sldId="264"/>
        </pc:sldMkLst>
        <pc:spChg chg="mod">
          <ac:chgData name="KUANG, nick370 [Student]" userId="da991e67-a0fd-45c3-89c0-bd436c1ccc7c" providerId="ADAL" clId="{9D4CB34D-36CA-9841-B813-DD1440980DCC}" dt="2025-06-11T06:54:40.488" v="6301" actId="313"/>
          <ac:spMkLst>
            <pc:docMk/>
            <pc:sldMk cId="1593010066" sldId="264"/>
            <ac:spMk id="2" creationId="{37EB0A8F-5FC1-82D1-0C87-580F517FE5FA}"/>
          </ac:spMkLst>
        </pc:spChg>
        <pc:spChg chg="mod">
          <ac:chgData name="KUANG, nick370 [Student]" userId="da991e67-a0fd-45c3-89c0-bd436c1ccc7c" providerId="ADAL" clId="{9D4CB34D-36CA-9841-B813-DD1440980DCC}" dt="2025-06-09T06:11:44.869" v="4513" actId="20577"/>
          <ac:spMkLst>
            <pc:docMk/>
            <pc:sldMk cId="1593010066" sldId="264"/>
            <ac:spMk id="3" creationId="{893F9291-A503-974E-7428-81D60BC2F5BA}"/>
          </ac:spMkLst>
        </pc:spChg>
      </pc:sldChg>
      <pc:sldChg chg="mod modShow">
        <pc:chgData name="KUANG, nick370 [Student]" userId="da991e67-a0fd-45c3-89c0-bd436c1ccc7c" providerId="ADAL" clId="{9D4CB34D-36CA-9841-B813-DD1440980DCC}" dt="2025-06-09T04:09:34.411" v="2706" actId="729"/>
        <pc:sldMkLst>
          <pc:docMk/>
          <pc:sldMk cId="411799438" sldId="265"/>
        </pc:sldMkLst>
      </pc:sldChg>
      <pc:sldChg chg="addSp delSp modSp add mod ord">
        <pc:chgData name="KUANG, nick370 [Student]" userId="da991e67-a0fd-45c3-89c0-bd436c1ccc7c" providerId="ADAL" clId="{9D4CB34D-36CA-9841-B813-DD1440980DCC}" dt="2025-06-11T07:46:37.914" v="6676" actId="732"/>
        <pc:sldMkLst>
          <pc:docMk/>
          <pc:sldMk cId="232604466" sldId="266"/>
        </pc:sldMkLst>
        <pc:spChg chg="add mod">
          <ac:chgData name="KUANG, nick370 [Student]" userId="da991e67-a0fd-45c3-89c0-bd436c1ccc7c" providerId="ADAL" clId="{9D4CB34D-36CA-9841-B813-DD1440980DCC}" dt="2025-06-11T03:25:40.511" v="4990" actId="113"/>
          <ac:spMkLst>
            <pc:docMk/>
            <pc:sldMk cId="232604466" sldId="266"/>
            <ac:spMk id="4" creationId="{95F52AE9-BBB5-6682-14F4-0E96ED68B1F9}"/>
          </ac:spMkLst>
        </pc:spChg>
        <pc:spChg chg="mod">
          <ac:chgData name="KUANG, nick370 [Student]" userId="da991e67-a0fd-45c3-89c0-bd436c1ccc7c" providerId="ADAL" clId="{9D4CB34D-36CA-9841-B813-DD1440980DCC}" dt="2025-06-03T11:05:32.618" v="60" actId="20577"/>
          <ac:spMkLst>
            <pc:docMk/>
            <pc:sldMk cId="232604466" sldId="266"/>
            <ac:spMk id="7" creationId="{3CDA0065-11AF-9F06-63DC-6FF78629C9AE}"/>
          </ac:spMkLst>
        </pc:spChg>
        <pc:spChg chg="add mod">
          <ac:chgData name="KUANG, nick370 [Student]" userId="da991e67-a0fd-45c3-89c0-bd436c1ccc7c" providerId="ADAL" clId="{9D4CB34D-36CA-9841-B813-DD1440980DCC}" dt="2025-06-11T03:25:56.994" v="5007" actId="20577"/>
          <ac:spMkLst>
            <pc:docMk/>
            <pc:sldMk cId="232604466" sldId="266"/>
            <ac:spMk id="8" creationId="{F3023753-FD70-17D2-3F1D-67724EC50C46}"/>
          </ac:spMkLst>
        </pc:spChg>
        <pc:spChg chg="add mod">
          <ac:chgData name="KUANG, nick370 [Student]" userId="da991e67-a0fd-45c3-89c0-bd436c1ccc7c" providerId="ADAL" clId="{9D4CB34D-36CA-9841-B813-DD1440980DCC}" dt="2025-06-11T03:26:29.089" v="5027" actId="1076"/>
          <ac:spMkLst>
            <pc:docMk/>
            <pc:sldMk cId="232604466" sldId="266"/>
            <ac:spMk id="9" creationId="{3AA09DDD-0DB8-B2FB-DE8E-E5751FF3F906}"/>
          </ac:spMkLst>
        </pc:spChg>
        <pc:spChg chg="add mod">
          <ac:chgData name="KUANG, nick370 [Student]" userId="da991e67-a0fd-45c3-89c0-bd436c1ccc7c" providerId="ADAL" clId="{9D4CB34D-36CA-9841-B813-DD1440980DCC}" dt="2025-06-11T03:26:47.371" v="5046" actId="1076"/>
          <ac:spMkLst>
            <pc:docMk/>
            <pc:sldMk cId="232604466" sldId="266"/>
            <ac:spMk id="10" creationId="{6369598F-87A8-6D27-1623-3B6EA7BA7D5B}"/>
          </ac:spMkLst>
        </pc:spChg>
        <pc:picChg chg="add mod modCrop">
          <ac:chgData name="KUANG, nick370 [Student]" userId="da991e67-a0fd-45c3-89c0-bd436c1ccc7c" providerId="ADAL" clId="{9D4CB34D-36CA-9841-B813-DD1440980DCC}" dt="2025-06-11T07:46:37.914" v="6676" actId="732"/>
          <ac:picMkLst>
            <pc:docMk/>
            <pc:sldMk cId="232604466" sldId="266"/>
            <ac:picMk id="2" creationId="{BE9A79A9-9C8B-B985-9F96-3D66FCFE84F0}"/>
          </ac:picMkLst>
        </pc:picChg>
      </pc:sldChg>
      <pc:sldChg chg="new del">
        <pc:chgData name="KUANG, nick370 [Student]" userId="da991e67-a0fd-45c3-89c0-bd436c1ccc7c" providerId="ADAL" clId="{9D4CB34D-36CA-9841-B813-DD1440980DCC}" dt="2025-06-03T11:05:15.210" v="1" actId="2696"/>
        <pc:sldMkLst>
          <pc:docMk/>
          <pc:sldMk cId="600605285" sldId="266"/>
        </pc:sldMkLst>
      </pc:sldChg>
      <pc:sldChg chg="addSp delSp modSp add mod ord">
        <pc:chgData name="KUANG, nick370 [Student]" userId="da991e67-a0fd-45c3-89c0-bd436c1ccc7c" providerId="ADAL" clId="{9D4CB34D-36CA-9841-B813-DD1440980DCC}" dt="2025-06-11T10:10:45.868" v="6884" actId="20578"/>
        <pc:sldMkLst>
          <pc:docMk/>
          <pc:sldMk cId="69968752" sldId="267"/>
        </pc:sldMkLst>
        <pc:spChg chg="mod">
          <ac:chgData name="KUANG, nick370 [Student]" userId="da991e67-a0fd-45c3-89c0-bd436c1ccc7c" providerId="ADAL" clId="{9D4CB34D-36CA-9841-B813-DD1440980DCC}" dt="2025-06-11T03:45:04.595" v="5137"/>
          <ac:spMkLst>
            <pc:docMk/>
            <pc:sldMk cId="69968752" sldId="267"/>
            <ac:spMk id="7" creationId="{0EDD1DF1-1357-DECA-39E8-99D5B3712941}"/>
          </ac:spMkLst>
        </pc:spChg>
        <pc:spChg chg="mod">
          <ac:chgData name="KUANG, nick370 [Student]" userId="da991e67-a0fd-45c3-89c0-bd436c1ccc7c" providerId="ADAL" clId="{9D4CB34D-36CA-9841-B813-DD1440980DCC}" dt="2025-06-11T03:46:48.704" v="5183" actId="20577"/>
          <ac:spMkLst>
            <pc:docMk/>
            <pc:sldMk cId="69968752" sldId="267"/>
            <ac:spMk id="9" creationId="{821657F7-31A1-042A-FE46-C1E8D548CFA1}"/>
          </ac:spMkLst>
        </pc:spChg>
      </pc:sldChg>
      <pc:sldChg chg="new del">
        <pc:chgData name="KUANG, nick370 [Student]" userId="da991e67-a0fd-45c3-89c0-bd436c1ccc7c" providerId="ADAL" clId="{9D4CB34D-36CA-9841-B813-DD1440980DCC}" dt="2025-06-03T11:21:35.678" v="384" actId="2696"/>
        <pc:sldMkLst>
          <pc:docMk/>
          <pc:sldMk cId="4277211223" sldId="268"/>
        </pc:sldMkLst>
      </pc:sldChg>
      <pc:sldChg chg="modSp add mod ord">
        <pc:chgData name="KUANG, nick370 [Student]" userId="da991e67-a0fd-45c3-89c0-bd436c1ccc7c" providerId="ADAL" clId="{9D4CB34D-36CA-9841-B813-DD1440980DCC}" dt="2025-06-11T08:25:54.675" v="6875" actId="20577"/>
        <pc:sldMkLst>
          <pc:docMk/>
          <pc:sldMk cId="1200704866" sldId="269"/>
        </pc:sldMkLst>
        <pc:spChg chg="mod">
          <ac:chgData name="KUANG, nick370 [Student]" userId="da991e67-a0fd-45c3-89c0-bd436c1ccc7c" providerId="ADAL" clId="{9D4CB34D-36CA-9841-B813-DD1440980DCC}" dt="2025-06-11T08:25:54.675" v="6875" actId="20577"/>
          <ac:spMkLst>
            <pc:docMk/>
            <pc:sldMk cId="1200704866" sldId="269"/>
            <ac:spMk id="2" creationId="{B3B1A1C7-ADCC-4272-1D4B-4FB896C90DC1}"/>
          </ac:spMkLst>
        </pc:spChg>
        <pc:spChg chg="mod">
          <ac:chgData name="KUANG, nick370 [Student]" userId="da991e67-a0fd-45c3-89c0-bd436c1ccc7c" providerId="ADAL" clId="{9D4CB34D-36CA-9841-B813-DD1440980DCC}" dt="2025-06-03T11:58:22.244" v="1378" actId="20577"/>
          <ac:spMkLst>
            <pc:docMk/>
            <pc:sldMk cId="1200704866" sldId="269"/>
            <ac:spMk id="3" creationId="{E4F71AF2-B2AB-AF96-FE7C-2F33C9AC325D}"/>
          </ac:spMkLst>
        </pc:spChg>
      </pc:sldChg>
      <pc:sldChg chg="addSp delSp modSp new mod ord">
        <pc:chgData name="KUANG, nick370 [Student]" userId="da991e67-a0fd-45c3-89c0-bd436c1ccc7c" providerId="ADAL" clId="{9D4CB34D-36CA-9841-B813-DD1440980DCC}" dt="2025-06-03T11:39:00.614" v="1066" actId="20577"/>
        <pc:sldMkLst>
          <pc:docMk/>
          <pc:sldMk cId="3019442362" sldId="270"/>
        </pc:sldMkLst>
        <pc:spChg chg="add mod">
          <ac:chgData name="KUANG, nick370 [Student]" userId="da991e67-a0fd-45c3-89c0-bd436c1ccc7c" providerId="ADAL" clId="{9D4CB34D-36CA-9841-B813-DD1440980DCC}" dt="2025-06-03T11:39:00.614" v="1066" actId="20577"/>
          <ac:spMkLst>
            <pc:docMk/>
            <pc:sldMk cId="3019442362" sldId="270"/>
            <ac:spMk id="5" creationId="{F9237E4E-5F04-4EDD-825D-5C9FCF146BE1}"/>
          </ac:spMkLst>
        </pc:spChg>
        <pc:picChg chg="add mod">
          <ac:chgData name="KUANG, nick370 [Student]" userId="da991e67-a0fd-45c3-89c0-bd436c1ccc7c" providerId="ADAL" clId="{9D4CB34D-36CA-9841-B813-DD1440980DCC}" dt="2025-06-03T11:22:36.814" v="394" actId="1076"/>
          <ac:picMkLst>
            <pc:docMk/>
            <pc:sldMk cId="3019442362" sldId="270"/>
            <ac:picMk id="4" creationId="{3E4ACB4D-EAB5-AF31-EF16-277B32A9A963}"/>
          </ac:picMkLst>
        </pc:picChg>
      </pc:sldChg>
      <pc:sldChg chg="new">
        <pc:chgData name="KUANG, nick370 [Student]" userId="da991e67-a0fd-45c3-89c0-bd436c1ccc7c" providerId="ADAL" clId="{9D4CB34D-36CA-9841-B813-DD1440980DCC}" dt="2025-06-03T11:23:14.043" v="395" actId="680"/>
        <pc:sldMkLst>
          <pc:docMk/>
          <pc:sldMk cId="2867927267" sldId="271"/>
        </pc:sldMkLst>
      </pc:sldChg>
      <pc:sldChg chg="new del">
        <pc:chgData name="KUANG, nick370 [Student]" userId="da991e67-a0fd-45c3-89c0-bd436c1ccc7c" providerId="ADAL" clId="{9D4CB34D-36CA-9841-B813-DD1440980DCC}" dt="2025-06-03T11:24:23.955" v="398" actId="680"/>
        <pc:sldMkLst>
          <pc:docMk/>
          <pc:sldMk cId="220153876" sldId="272"/>
        </pc:sldMkLst>
      </pc:sldChg>
      <pc:sldChg chg="addSp delSp modSp add mod modShow">
        <pc:chgData name="KUANG, nick370 [Student]" userId="da991e67-a0fd-45c3-89c0-bd436c1ccc7c" providerId="ADAL" clId="{9D4CB34D-36CA-9841-B813-DD1440980DCC}" dt="2025-06-09T04:44:46.807" v="3655" actId="729"/>
        <pc:sldMkLst>
          <pc:docMk/>
          <pc:sldMk cId="2214436743" sldId="272"/>
        </pc:sldMkLst>
        <pc:spChg chg="mod">
          <ac:chgData name="KUANG, nick370 [Student]" userId="da991e67-a0fd-45c3-89c0-bd436c1ccc7c" providerId="ADAL" clId="{9D4CB34D-36CA-9841-B813-DD1440980DCC}" dt="2025-06-09T04:40:55.849" v="3625" actId="20577"/>
          <ac:spMkLst>
            <pc:docMk/>
            <pc:sldMk cId="2214436743" sldId="272"/>
            <ac:spMk id="2" creationId="{C54A17B1-48B2-D8DC-F3FF-4277BB752962}"/>
          </ac:spMkLst>
        </pc:spChg>
        <pc:spChg chg="mod">
          <ac:chgData name="KUANG, nick370 [Student]" userId="da991e67-a0fd-45c3-89c0-bd436c1ccc7c" providerId="ADAL" clId="{9D4CB34D-36CA-9841-B813-DD1440980DCC}" dt="2025-06-03T11:29:19.406" v="568" actId="20577"/>
          <ac:spMkLst>
            <pc:docMk/>
            <pc:sldMk cId="2214436743" sldId="272"/>
            <ac:spMk id="3" creationId="{E3DF69FB-643D-7A6F-EDF8-10788A81C6CE}"/>
          </ac:spMkLst>
        </pc:spChg>
        <pc:picChg chg="add mod modCrop">
          <ac:chgData name="KUANG, nick370 [Student]" userId="da991e67-a0fd-45c3-89c0-bd436c1ccc7c" providerId="ADAL" clId="{9D4CB34D-36CA-9841-B813-DD1440980DCC}" dt="2025-06-09T04:43:39.943" v="3637" actId="1076"/>
          <ac:picMkLst>
            <pc:docMk/>
            <pc:sldMk cId="2214436743" sldId="272"/>
            <ac:picMk id="4" creationId="{AD282788-90E3-346D-1999-A5CD3302F079}"/>
          </ac:picMkLst>
        </pc:picChg>
        <pc:picChg chg="add mod">
          <ac:chgData name="KUANG, nick370 [Student]" userId="da991e67-a0fd-45c3-89c0-bd436c1ccc7c" providerId="ADAL" clId="{9D4CB34D-36CA-9841-B813-DD1440980DCC}" dt="2025-06-09T04:42:14.945" v="3627" actId="1076"/>
          <ac:picMkLst>
            <pc:docMk/>
            <pc:sldMk cId="2214436743" sldId="272"/>
            <ac:picMk id="6" creationId="{1901A4A6-6EC3-CBAD-E1BD-33BDFF76FDCC}"/>
          </ac:picMkLst>
        </pc:picChg>
      </pc:sldChg>
      <pc:sldChg chg="modSp add mod ord">
        <pc:chgData name="KUANG, nick370 [Student]" userId="da991e67-a0fd-45c3-89c0-bd436c1ccc7c" providerId="ADAL" clId="{9D4CB34D-36CA-9841-B813-DD1440980DCC}" dt="2025-06-11T07:02:50.105" v="6465" actId="113"/>
        <pc:sldMkLst>
          <pc:docMk/>
          <pc:sldMk cId="4011885442" sldId="273"/>
        </pc:sldMkLst>
        <pc:spChg chg="mod">
          <ac:chgData name="KUANG, nick370 [Student]" userId="da991e67-a0fd-45c3-89c0-bd436c1ccc7c" providerId="ADAL" clId="{9D4CB34D-36CA-9841-B813-DD1440980DCC}" dt="2025-06-11T07:02:50.105" v="6465" actId="113"/>
          <ac:spMkLst>
            <pc:docMk/>
            <pc:sldMk cId="4011885442" sldId="273"/>
            <ac:spMk id="2" creationId="{83F9C1DE-2028-4817-C6FB-5F1CC991B2A3}"/>
          </ac:spMkLst>
        </pc:spChg>
        <pc:spChg chg="mod">
          <ac:chgData name="KUANG, nick370 [Student]" userId="da991e67-a0fd-45c3-89c0-bd436c1ccc7c" providerId="ADAL" clId="{9D4CB34D-36CA-9841-B813-DD1440980DCC}" dt="2025-06-09T05:51:36.821" v="4084" actId="20577"/>
          <ac:spMkLst>
            <pc:docMk/>
            <pc:sldMk cId="4011885442" sldId="273"/>
            <ac:spMk id="3" creationId="{EC14A65E-191E-1549-F155-410EA90B5563}"/>
          </ac:spMkLst>
        </pc:spChg>
      </pc:sldChg>
      <pc:sldChg chg="addSp delSp modSp new del mod">
        <pc:chgData name="KUANG, nick370 [Student]" userId="da991e67-a0fd-45c3-89c0-bd436c1ccc7c" providerId="ADAL" clId="{9D4CB34D-36CA-9841-B813-DD1440980DCC}" dt="2025-06-03T11:37:08.794" v="950" actId="2696"/>
        <pc:sldMkLst>
          <pc:docMk/>
          <pc:sldMk cId="850809231" sldId="274"/>
        </pc:sldMkLst>
      </pc:sldChg>
      <pc:sldChg chg="modSp add mod">
        <pc:chgData name="KUANG, nick370 [Student]" userId="da991e67-a0fd-45c3-89c0-bd436c1ccc7c" providerId="ADAL" clId="{9D4CB34D-36CA-9841-B813-DD1440980DCC}" dt="2025-06-11T08:06:03.805" v="6732" actId="20577"/>
        <pc:sldMkLst>
          <pc:docMk/>
          <pc:sldMk cId="236482382" sldId="275"/>
        </pc:sldMkLst>
        <pc:spChg chg="mod">
          <ac:chgData name="KUANG, nick370 [Student]" userId="da991e67-a0fd-45c3-89c0-bd436c1ccc7c" providerId="ADAL" clId="{9D4CB34D-36CA-9841-B813-DD1440980DCC}" dt="2025-06-11T08:06:03.805" v="6732" actId="20577"/>
          <ac:spMkLst>
            <pc:docMk/>
            <pc:sldMk cId="236482382" sldId="275"/>
            <ac:spMk id="2" creationId="{22348F35-373E-8F87-BAAB-7039FCC0AB9B}"/>
          </ac:spMkLst>
        </pc:spChg>
        <pc:spChg chg="mod">
          <ac:chgData name="KUANG, nick370 [Student]" userId="da991e67-a0fd-45c3-89c0-bd436c1ccc7c" providerId="ADAL" clId="{9D4CB34D-36CA-9841-B813-DD1440980DCC}" dt="2025-06-03T11:37:16.208" v="973" actId="20577"/>
          <ac:spMkLst>
            <pc:docMk/>
            <pc:sldMk cId="236482382" sldId="275"/>
            <ac:spMk id="3" creationId="{F7A3AEDF-7BC0-C598-0782-47FD5BD569E4}"/>
          </ac:spMkLst>
        </pc:spChg>
      </pc:sldChg>
      <pc:sldChg chg="new del">
        <pc:chgData name="KUANG, nick370 [Student]" userId="da991e67-a0fd-45c3-89c0-bd436c1ccc7c" providerId="ADAL" clId="{9D4CB34D-36CA-9841-B813-DD1440980DCC}" dt="2025-06-03T11:38:31.652" v="995" actId="680"/>
        <pc:sldMkLst>
          <pc:docMk/>
          <pc:sldMk cId="502042662" sldId="276"/>
        </pc:sldMkLst>
      </pc:sldChg>
      <pc:sldChg chg="modSp add mod ord">
        <pc:chgData name="KUANG, nick370 [Student]" userId="da991e67-a0fd-45c3-89c0-bd436c1ccc7c" providerId="ADAL" clId="{9D4CB34D-36CA-9841-B813-DD1440980DCC}" dt="2025-06-11T08:25:34.119" v="6850" actId="27636"/>
        <pc:sldMkLst>
          <pc:docMk/>
          <pc:sldMk cId="2931659470" sldId="276"/>
        </pc:sldMkLst>
        <pc:spChg chg="mod">
          <ac:chgData name="KUANG, nick370 [Student]" userId="da991e67-a0fd-45c3-89c0-bd436c1ccc7c" providerId="ADAL" clId="{9D4CB34D-36CA-9841-B813-DD1440980DCC}" dt="2025-06-11T08:25:34.119" v="6850" actId="27636"/>
          <ac:spMkLst>
            <pc:docMk/>
            <pc:sldMk cId="2931659470" sldId="276"/>
            <ac:spMk id="2" creationId="{3C40D75D-5D2D-7A2A-5B24-543043F1B430}"/>
          </ac:spMkLst>
        </pc:spChg>
        <pc:spChg chg="mod">
          <ac:chgData name="KUANG, nick370 [Student]" userId="da991e67-a0fd-45c3-89c0-bd436c1ccc7c" providerId="ADAL" clId="{9D4CB34D-36CA-9841-B813-DD1440980DCC}" dt="2025-06-03T11:39:16.086" v="1099" actId="20577"/>
          <ac:spMkLst>
            <pc:docMk/>
            <pc:sldMk cId="2931659470" sldId="276"/>
            <ac:spMk id="3" creationId="{7189A664-065C-5417-F7C7-408722F43EC5}"/>
          </ac:spMkLst>
        </pc:spChg>
      </pc:sldChg>
      <pc:sldChg chg="new del">
        <pc:chgData name="KUANG, nick370 [Student]" userId="da991e67-a0fd-45c3-89c0-bd436c1ccc7c" providerId="ADAL" clId="{9D4CB34D-36CA-9841-B813-DD1440980DCC}" dt="2025-06-03T11:44:00.049" v="1160" actId="2696"/>
        <pc:sldMkLst>
          <pc:docMk/>
          <pc:sldMk cId="964117963" sldId="277"/>
        </pc:sldMkLst>
      </pc:sldChg>
      <pc:sldChg chg="modSp add del mod ord">
        <pc:chgData name="KUANG, nick370 [Student]" userId="da991e67-a0fd-45c3-89c0-bd436c1ccc7c" providerId="ADAL" clId="{9D4CB34D-36CA-9841-B813-DD1440980DCC}" dt="2025-06-09T06:01:04.229" v="4462" actId="2696"/>
        <pc:sldMkLst>
          <pc:docMk/>
          <pc:sldMk cId="1810165704" sldId="278"/>
        </pc:sldMkLst>
      </pc:sldChg>
      <pc:sldChg chg="modSp add mod">
        <pc:chgData name="KUANG, nick370 [Student]" userId="da991e67-a0fd-45c3-89c0-bd436c1ccc7c" providerId="ADAL" clId="{9D4CB34D-36CA-9841-B813-DD1440980DCC}" dt="2025-06-11T09:32:55.332" v="6883" actId="5793"/>
        <pc:sldMkLst>
          <pc:docMk/>
          <pc:sldMk cId="3803895731" sldId="279"/>
        </pc:sldMkLst>
        <pc:spChg chg="mod">
          <ac:chgData name="KUANG, nick370 [Student]" userId="da991e67-a0fd-45c3-89c0-bd436c1ccc7c" providerId="ADAL" clId="{9D4CB34D-36CA-9841-B813-DD1440980DCC}" dt="2025-06-11T09:32:55.332" v="6883" actId="5793"/>
          <ac:spMkLst>
            <pc:docMk/>
            <pc:sldMk cId="3803895731" sldId="279"/>
            <ac:spMk id="2" creationId="{08B7FD8A-4B68-72E5-6271-A7A3BFA31094}"/>
          </ac:spMkLst>
        </pc:spChg>
        <pc:spChg chg="mod">
          <ac:chgData name="KUANG, nick370 [Student]" userId="da991e67-a0fd-45c3-89c0-bd436c1ccc7c" providerId="ADAL" clId="{9D4CB34D-36CA-9841-B813-DD1440980DCC}" dt="2025-06-11T09:25:52.381" v="6878" actId="20577"/>
          <ac:spMkLst>
            <pc:docMk/>
            <pc:sldMk cId="3803895731" sldId="279"/>
            <ac:spMk id="3" creationId="{1ED2E4E8-A9F4-D350-B665-C2DD1685BB5A}"/>
          </ac:spMkLst>
        </pc:spChg>
      </pc:sldChg>
      <pc:sldChg chg="modSp add del mod">
        <pc:chgData name="KUANG, nick370 [Student]" userId="da991e67-a0fd-45c3-89c0-bd436c1ccc7c" providerId="ADAL" clId="{9D4CB34D-36CA-9841-B813-DD1440980DCC}" dt="2025-06-09T06:33:32.942" v="4898" actId="2696"/>
        <pc:sldMkLst>
          <pc:docMk/>
          <pc:sldMk cId="486494534" sldId="280"/>
        </pc:sldMkLst>
      </pc:sldChg>
      <pc:sldChg chg="new del">
        <pc:chgData name="KUANG, nick370 [Student]" userId="da991e67-a0fd-45c3-89c0-bd436c1ccc7c" providerId="ADAL" clId="{9D4CB34D-36CA-9841-B813-DD1440980DCC}" dt="2025-06-03T11:47:41.555" v="1224" actId="680"/>
        <pc:sldMkLst>
          <pc:docMk/>
          <pc:sldMk cId="4266811566" sldId="280"/>
        </pc:sldMkLst>
      </pc:sldChg>
      <pc:sldChg chg="modSp add del mod">
        <pc:chgData name="KUANG, nick370 [Student]" userId="da991e67-a0fd-45c3-89c0-bd436c1ccc7c" providerId="ADAL" clId="{9D4CB34D-36CA-9841-B813-DD1440980DCC}" dt="2025-06-09T06:33:33.900" v="4899" actId="2696"/>
        <pc:sldMkLst>
          <pc:docMk/>
          <pc:sldMk cId="1757916945" sldId="281"/>
        </pc:sldMkLst>
      </pc:sldChg>
      <pc:sldChg chg="modSp add mod ord">
        <pc:chgData name="KUANG, nick370 [Student]" userId="da991e67-a0fd-45c3-89c0-bd436c1ccc7c" providerId="ADAL" clId="{9D4CB34D-36CA-9841-B813-DD1440980DCC}" dt="2025-06-11T08:04:28.331" v="6689" actId="20578"/>
        <pc:sldMkLst>
          <pc:docMk/>
          <pc:sldMk cId="1462211858" sldId="282"/>
        </pc:sldMkLst>
        <pc:spChg chg="mod">
          <ac:chgData name="KUANG, nick370 [Student]" userId="da991e67-a0fd-45c3-89c0-bd436c1ccc7c" providerId="ADAL" clId="{9D4CB34D-36CA-9841-B813-DD1440980DCC}" dt="2025-06-11T08:04:28.331" v="6689" actId="20578"/>
          <ac:spMkLst>
            <pc:docMk/>
            <pc:sldMk cId="1462211858" sldId="282"/>
            <ac:spMk id="2" creationId="{ECD3DE87-F73C-43DD-80CC-494A9A2E0690}"/>
          </ac:spMkLst>
        </pc:spChg>
        <pc:spChg chg="mod">
          <ac:chgData name="KUANG, nick370 [Student]" userId="da991e67-a0fd-45c3-89c0-bd436c1ccc7c" providerId="ADAL" clId="{9D4CB34D-36CA-9841-B813-DD1440980DCC}" dt="2025-06-09T06:15:12.403" v="4623" actId="20577"/>
          <ac:spMkLst>
            <pc:docMk/>
            <pc:sldMk cId="1462211858" sldId="282"/>
            <ac:spMk id="3" creationId="{2D17EA0E-716A-3D5C-3AE9-FDCD0B1651C4}"/>
          </ac:spMkLst>
        </pc:spChg>
      </pc:sldChg>
      <pc:sldChg chg="new del">
        <pc:chgData name="KUANG, nick370 [Student]" userId="da991e67-a0fd-45c3-89c0-bd436c1ccc7c" providerId="ADAL" clId="{9D4CB34D-36CA-9841-B813-DD1440980DCC}" dt="2025-06-03T11:58:12.705" v="1335" actId="2696"/>
        <pc:sldMkLst>
          <pc:docMk/>
          <pc:sldMk cId="3014229749" sldId="283"/>
        </pc:sldMkLst>
      </pc:sldChg>
      <pc:sldChg chg="modSp add mod">
        <pc:chgData name="KUANG, nick370 [Student]" userId="da991e67-a0fd-45c3-89c0-bd436c1ccc7c" providerId="ADAL" clId="{9D4CB34D-36CA-9841-B813-DD1440980DCC}" dt="2025-06-11T07:05:48.421" v="6510" actId="113"/>
        <pc:sldMkLst>
          <pc:docMk/>
          <pc:sldMk cId="384434085" sldId="284"/>
        </pc:sldMkLst>
        <pc:spChg chg="mod">
          <ac:chgData name="KUANG, nick370 [Student]" userId="da991e67-a0fd-45c3-89c0-bd436c1ccc7c" providerId="ADAL" clId="{9D4CB34D-36CA-9841-B813-DD1440980DCC}" dt="2025-06-11T07:05:48.421" v="6510" actId="113"/>
          <ac:spMkLst>
            <pc:docMk/>
            <pc:sldMk cId="384434085" sldId="284"/>
            <ac:spMk id="2" creationId="{D44A5021-6550-4B49-B6CD-04FCE6FD06EE}"/>
          </ac:spMkLst>
        </pc:spChg>
      </pc:sldChg>
      <pc:sldChg chg="add del">
        <pc:chgData name="KUANG, nick370 [Student]" userId="da991e67-a0fd-45c3-89c0-bd436c1ccc7c" providerId="ADAL" clId="{9D4CB34D-36CA-9841-B813-DD1440980DCC}" dt="2025-06-03T11:58:09.612" v="1333" actId="2890"/>
        <pc:sldMkLst>
          <pc:docMk/>
          <pc:sldMk cId="669022407" sldId="284"/>
        </pc:sldMkLst>
      </pc:sldChg>
      <pc:sldChg chg="modSp mod ord">
        <pc:chgData name="KUANG, nick370 [Student]" userId="da991e67-a0fd-45c3-89c0-bd436c1ccc7c" providerId="ADAL" clId="{9D4CB34D-36CA-9841-B813-DD1440980DCC}" dt="2025-06-11T08:04:00.655" v="6683" actId="5793"/>
        <pc:sldMkLst>
          <pc:docMk/>
          <pc:sldMk cId="1701679274" sldId="285"/>
        </pc:sldMkLst>
        <pc:spChg chg="mod">
          <ac:chgData name="KUANG, nick370 [Student]" userId="da991e67-a0fd-45c3-89c0-bd436c1ccc7c" providerId="ADAL" clId="{9D4CB34D-36CA-9841-B813-DD1440980DCC}" dt="2025-06-11T08:04:00.655" v="6683" actId="5793"/>
          <ac:spMkLst>
            <pc:docMk/>
            <pc:sldMk cId="1701679274" sldId="285"/>
            <ac:spMk id="2" creationId="{8D415A00-1C85-9CA2-A331-E612B36ECEF9}"/>
          </ac:spMkLst>
        </pc:spChg>
        <pc:spChg chg="mod">
          <ac:chgData name="KUANG, nick370 [Student]" userId="da991e67-a0fd-45c3-89c0-bd436c1ccc7c" providerId="ADAL" clId="{9D4CB34D-36CA-9841-B813-DD1440980DCC}" dt="2025-06-11T06:47:34.133" v="6171" actId="20577"/>
          <ac:spMkLst>
            <pc:docMk/>
            <pc:sldMk cId="1701679274" sldId="285"/>
            <ac:spMk id="3" creationId="{C26F6E8F-95E6-A190-940A-6890C1E8485E}"/>
          </ac:spMkLst>
        </pc:spChg>
      </pc:sldChg>
      <pc:sldChg chg="modSp mod ord">
        <pc:chgData name="KUANG, nick370 [Student]" userId="da991e67-a0fd-45c3-89c0-bd436c1ccc7c" providerId="ADAL" clId="{9D4CB34D-36CA-9841-B813-DD1440980DCC}" dt="2025-06-11T07:11:25.139" v="6599" actId="20577"/>
        <pc:sldMkLst>
          <pc:docMk/>
          <pc:sldMk cId="176427983" sldId="286"/>
        </pc:sldMkLst>
        <pc:spChg chg="mod">
          <ac:chgData name="KUANG, nick370 [Student]" userId="da991e67-a0fd-45c3-89c0-bd436c1ccc7c" providerId="ADAL" clId="{9D4CB34D-36CA-9841-B813-DD1440980DCC}" dt="2025-06-11T07:11:25.139" v="6599" actId="20577"/>
          <ac:spMkLst>
            <pc:docMk/>
            <pc:sldMk cId="176427983" sldId="286"/>
            <ac:spMk id="2" creationId="{4D9AAE05-97A4-6D68-D75F-C2FCEE8179CE}"/>
          </ac:spMkLst>
        </pc:spChg>
      </pc:sldChg>
      <pc:sldChg chg="modSp mod modShow">
        <pc:chgData name="KUANG, nick370 [Student]" userId="da991e67-a0fd-45c3-89c0-bd436c1ccc7c" providerId="ADAL" clId="{9D4CB34D-36CA-9841-B813-DD1440980DCC}" dt="2025-06-11T07:11:29.791" v="6600" actId="729"/>
        <pc:sldMkLst>
          <pc:docMk/>
          <pc:sldMk cId="2741968789" sldId="287"/>
        </pc:sldMkLst>
        <pc:spChg chg="mod">
          <ac:chgData name="KUANG, nick370 [Student]" userId="da991e67-a0fd-45c3-89c0-bd436c1ccc7c" providerId="ADAL" clId="{9D4CB34D-36CA-9841-B813-DD1440980DCC}" dt="2025-06-09T06:30:25.931" v="4893" actId="20577"/>
          <ac:spMkLst>
            <pc:docMk/>
            <pc:sldMk cId="2741968789" sldId="287"/>
            <ac:spMk id="2" creationId="{FA37766C-1DF2-37BA-5E98-EAED6859F8E2}"/>
          </ac:spMkLst>
        </pc:spChg>
        <pc:spChg chg="mod">
          <ac:chgData name="KUANG, nick370 [Student]" userId="da991e67-a0fd-45c3-89c0-bd436c1ccc7c" providerId="ADAL" clId="{9D4CB34D-36CA-9841-B813-DD1440980DCC}" dt="2025-06-09T06:38:24.611" v="4956" actId="20577"/>
          <ac:spMkLst>
            <pc:docMk/>
            <pc:sldMk cId="2741968789" sldId="287"/>
            <ac:spMk id="3" creationId="{6DA3EA3E-1450-C74C-752A-E66FBD244742}"/>
          </ac:spMkLst>
        </pc:spChg>
      </pc:sldChg>
      <pc:sldChg chg="addSp delSp modSp add mod ord">
        <pc:chgData name="KUANG, nick370 [Student]" userId="da991e67-a0fd-45c3-89c0-bd436c1ccc7c" providerId="ADAL" clId="{9D4CB34D-36CA-9841-B813-DD1440980DCC}" dt="2025-06-11T07:11:09.616" v="6595" actId="27636"/>
        <pc:sldMkLst>
          <pc:docMk/>
          <pc:sldMk cId="1061761509" sldId="288"/>
        </pc:sldMkLst>
        <pc:spChg chg="mod">
          <ac:chgData name="KUANG, nick370 [Student]" userId="da991e67-a0fd-45c3-89c0-bd436c1ccc7c" providerId="ADAL" clId="{9D4CB34D-36CA-9841-B813-DD1440980DCC}" dt="2025-06-11T07:11:09.616" v="6595" actId="27636"/>
          <ac:spMkLst>
            <pc:docMk/>
            <pc:sldMk cId="1061761509" sldId="288"/>
            <ac:spMk id="2" creationId="{13072B49-1FC4-9B73-E14B-A5E0D8910ABD}"/>
          </ac:spMkLst>
        </pc:spChg>
        <pc:spChg chg="mod">
          <ac:chgData name="KUANG, nick370 [Student]" userId="da991e67-a0fd-45c3-89c0-bd436c1ccc7c" providerId="ADAL" clId="{9D4CB34D-36CA-9841-B813-DD1440980DCC}" dt="2025-06-11T07:07:57.320" v="6518"/>
          <ac:spMkLst>
            <pc:docMk/>
            <pc:sldMk cId="1061761509" sldId="288"/>
            <ac:spMk id="3" creationId="{ECB06542-D895-0113-EC96-3254AC5D6C4D}"/>
          </ac:spMkLst>
        </pc:spChg>
      </pc:sldChg>
      <pc:sldChg chg="modSp add mod ord modShow">
        <pc:chgData name="KUANG, nick370 [Student]" userId="da991e67-a0fd-45c3-89c0-bd436c1ccc7c" providerId="ADAL" clId="{9D4CB34D-36CA-9841-B813-DD1440980DCC}" dt="2025-06-09T06:14:43.788" v="4612" actId="729"/>
        <pc:sldMkLst>
          <pc:docMk/>
          <pc:sldMk cId="546938296" sldId="289"/>
        </pc:sldMkLst>
        <pc:spChg chg="mod">
          <ac:chgData name="KUANG, nick370 [Student]" userId="da991e67-a0fd-45c3-89c0-bd436c1ccc7c" providerId="ADAL" clId="{9D4CB34D-36CA-9841-B813-DD1440980DCC}" dt="2025-06-09T04:53:50.064" v="3788" actId="27636"/>
          <ac:spMkLst>
            <pc:docMk/>
            <pc:sldMk cId="546938296" sldId="289"/>
            <ac:spMk id="2" creationId="{12D6AB23-61D9-99E0-5EF2-7FBAB4B8EBD2}"/>
          </ac:spMkLst>
        </pc:spChg>
      </pc:sldChg>
      <pc:sldChg chg="modSp add mod">
        <pc:chgData name="KUANG, nick370 [Student]" userId="da991e67-a0fd-45c3-89c0-bd436c1ccc7c" providerId="ADAL" clId="{9D4CB34D-36CA-9841-B813-DD1440980DCC}" dt="2025-06-11T07:56:43.409" v="6677" actId="113"/>
        <pc:sldMkLst>
          <pc:docMk/>
          <pc:sldMk cId="1735667372" sldId="290"/>
        </pc:sldMkLst>
        <pc:spChg chg="mod">
          <ac:chgData name="KUANG, nick370 [Student]" userId="da991e67-a0fd-45c3-89c0-bd436c1ccc7c" providerId="ADAL" clId="{9D4CB34D-36CA-9841-B813-DD1440980DCC}" dt="2025-06-11T03:48:04.710" v="5204" actId="20577"/>
          <ac:spMkLst>
            <pc:docMk/>
            <pc:sldMk cId="1735667372" sldId="290"/>
            <ac:spMk id="7" creationId="{5611C4A3-12BD-F82F-5A62-E66CBC5D6EDB}"/>
          </ac:spMkLst>
        </pc:spChg>
        <pc:spChg chg="mod">
          <ac:chgData name="KUANG, nick370 [Student]" userId="da991e67-a0fd-45c3-89c0-bd436c1ccc7c" providerId="ADAL" clId="{9D4CB34D-36CA-9841-B813-DD1440980DCC}" dt="2025-06-11T07:56:43.409" v="6677" actId="113"/>
          <ac:spMkLst>
            <pc:docMk/>
            <pc:sldMk cId="1735667372" sldId="290"/>
            <ac:spMk id="9" creationId="{6C0E15D0-D50E-602B-336C-287EF50840F5}"/>
          </ac:spMkLst>
        </pc:spChg>
      </pc:sldChg>
      <pc:sldChg chg="addSp delSp modSp add mod modNotesTx">
        <pc:chgData name="KUANG, nick370 [Student]" userId="da991e67-a0fd-45c3-89c0-bd436c1ccc7c" providerId="ADAL" clId="{9D4CB34D-36CA-9841-B813-DD1440980DCC}" dt="2025-06-09T04:13:28.871" v="2714" actId="20577"/>
        <pc:sldMkLst>
          <pc:docMk/>
          <pc:sldMk cId="1281402115" sldId="291"/>
        </pc:sldMkLst>
        <pc:spChg chg="mod">
          <ac:chgData name="KUANG, nick370 [Student]" userId="da991e67-a0fd-45c3-89c0-bd436c1ccc7c" providerId="ADAL" clId="{9D4CB34D-36CA-9841-B813-DD1440980DCC}" dt="2025-06-09T03:55:41.515" v="2261"/>
          <ac:spMkLst>
            <pc:docMk/>
            <pc:sldMk cId="1281402115" sldId="291"/>
            <ac:spMk id="7" creationId="{4F8C24D5-ABB5-B144-0EBF-8450F7811EC6}"/>
          </ac:spMkLst>
        </pc:spChg>
        <pc:spChg chg="add mod">
          <ac:chgData name="KUANG, nick370 [Student]" userId="da991e67-a0fd-45c3-89c0-bd436c1ccc7c" providerId="ADAL" clId="{9D4CB34D-36CA-9841-B813-DD1440980DCC}" dt="2025-06-09T03:56:52.009" v="2273" actId="1076"/>
          <ac:spMkLst>
            <pc:docMk/>
            <pc:sldMk cId="1281402115" sldId="291"/>
            <ac:spMk id="12" creationId="{B69B1670-E7B2-84FC-A0DA-D1958C43F3CA}"/>
          </ac:spMkLst>
        </pc:spChg>
        <pc:picChg chg="add mod">
          <ac:chgData name="KUANG, nick370 [Student]" userId="da991e67-a0fd-45c3-89c0-bd436c1ccc7c" providerId="ADAL" clId="{9D4CB34D-36CA-9841-B813-DD1440980DCC}" dt="2025-06-09T03:55:56.143" v="2262" actId="1076"/>
          <ac:picMkLst>
            <pc:docMk/>
            <pc:sldMk cId="1281402115" sldId="291"/>
            <ac:picMk id="4" creationId="{BE6C3263-271D-E191-D93E-AB4356242D62}"/>
          </ac:picMkLst>
        </pc:picChg>
      </pc:sldChg>
      <pc:sldChg chg="modSp add mod">
        <pc:chgData name="KUANG, nick370 [Student]" userId="da991e67-a0fd-45c3-89c0-bd436c1ccc7c" providerId="ADAL" clId="{9D4CB34D-36CA-9841-B813-DD1440980DCC}" dt="2025-06-09T04:07:21.579" v="2664" actId="1076"/>
        <pc:sldMkLst>
          <pc:docMk/>
          <pc:sldMk cId="2159879255" sldId="292"/>
        </pc:sldMkLst>
        <pc:spChg chg="mod">
          <ac:chgData name="KUANG, nick370 [Student]" userId="da991e67-a0fd-45c3-89c0-bd436c1ccc7c" providerId="ADAL" clId="{9D4CB34D-36CA-9841-B813-DD1440980DCC}" dt="2025-06-09T04:07:10.247" v="2661" actId="20577"/>
          <ac:spMkLst>
            <pc:docMk/>
            <pc:sldMk cId="2159879255" sldId="292"/>
            <ac:spMk id="7" creationId="{3A0923B1-DF7A-88A7-4B0B-CF260D32A189}"/>
          </ac:spMkLst>
        </pc:spChg>
        <pc:spChg chg="mod">
          <ac:chgData name="KUANG, nick370 [Student]" userId="da991e67-a0fd-45c3-89c0-bd436c1ccc7c" providerId="ADAL" clId="{9D4CB34D-36CA-9841-B813-DD1440980DCC}" dt="2025-06-09T04:07:13.166" v="2663" actId="5793"/>
          <ac:spMkLst>
            <pc:docMk/>
            <pc:sldMk cId="2159879255" sldId="292"/>
            <ac:spMk id="9" creationId="{ED675A60-CE69-24D0-E499-BF7CD2CF9956}"/>
          </ac:spMkLst>
        </pc:spChg>
        <pc:picChg chg="mod">
          <ac:chgData name="KUANG, nick370 [Student]" userId="da991e67-a0fd-45c3-89c0-bd436c1ccc7c" providerId="ADAL" clId="{9D4CB34D-36CA-9841-B813-DD1440980DCC}" dt="2025-06-09T04:07:21.579" v="2664" actId="1076"/>
          <ac:picMkLst>
            <pc:docMk/>
            <pc:sldMk cId="2159879255" sldId="292"/>
            <ac:picMk id="11" creationId="{791C0A38-4A29-7FEF-1FB7-2D1ADCE5A18B}"/>
          </ac:picMkLst>
        </pc:picChg>
      </pc:sldChg>
      <pc:sldChg chg="modSp add mod modShow">
        <pc:chgData name="KUANG, nick370 [Student]" userId="da991e67-a0fd-45c3-89c0-bd436c1ccc7c" providerId="ADAL" clId="{9D4CB34D-36CA-9841-B813-DD1440980DCC}" dt="2025-06-11T07:59:17.916" v="6680" actId="113"/>
        <pc:sldMkLst>
          <pc:docMk/>
          <pc:sldMk cId="2310039607" sldId="293"/>
        </pc:sldMkLst>
        <pc:spChg chg="mod">
          <ac:chgData name="KUANG, nick370 [Student]" userId="da991e67-a0fd-45c3-89c0-bd436c1ccc7c" providerId="ADAL" clId="{9D4CB34D-36CA-9841-B813-DD1440980DCC}" dt="2025-06-11T07:59:17.916" v="6680" actId="113"/>
          <ac:spMkLst>
            <pc:docMk/>
            <pc:sldMk cId="2310039607" sldId="293"/>
            <ac:spMk id="2" creationId="{500546D0-DDF9-CA5C-1173-D99FCCEB922C}"/>
          </ac:spMkLst>
        </pc:spChg>
        <pc:spChg chg="mod">
          <ac:chgData name="KUANG, nick370 [Student]" userId="da991e67-a0fd-45c3-89c0-bd436c1ccc7c" providerId="ADAL" clId="{9D4CB34D-36CA-9841-B813-DD1440980DCC}" dt="2025-06-09T04:29:14.209" v="3439" actId="20577"/>
          <ac:spMkLst>
            <pc:docMk/>
            <pc:sldMk cId="2310039607" sldId="293"/>
            <ac:spMk id="3" creationId="{B225D29F-9843-E49D-BAA7-3622D6C9A944}"/>
          </ac:spMkLst>
        </pc:spChg>
      </pc:sldChg>
      <pc:sldChg chg="modSp add mod ord modShow">
        <pc:chgData name="KUANG, nick370 [Student]" userId="da991e67-a0fd-45c3-89c0-bd436c1ccc7c" providerId="ADAL" clId="{9D4CB34D-36CA-9841-B813-DD1440980DCC}" dt="2025-06-09T05:00:46.338" v="3961" actId="729"/>
        <pc:sldMkLst>
          <pc:docMk/>
          <pc:sldMk cId="3021267581" sldId="294"/>
        </pc:sldMkLst>
        <pc:spChg chg="mod">
          <ac:chgData name="KUANG, nick370 [Student]" userId="da991e67-a0fd-45c3-89c0-bd436c1ccc7c" providerId="ADAL" clId="{9D4CB34D-36CA-9841-B813-DD1440980DCC}" dt="2025-06-09T04:57:42.586" v="3909" actId="20577"/>
          <ac:spMkLst>
            <pc:docMk/>
            <pc:sldMk cId="3021267581" sldId="294"/>
            <ac:spMk id="2" creationId="{C125DC82-F198-4AAC-0BE8-9CAC992D7DC8}"/>
          </ac:spMkLst>
        </pc:spChg>
        <pc:spChg chg="mod">
          <ac:chgData name="KUANG, nick370 [Student]" userId="da991e67-a0fd-45c3-89c0-bd436c1ccc7c" providerId="ADAL" clId="{9D4CB34D-36CA-9841-B813-DD1440980DCC}" dt="2025-06-09T04:58:16.572" v="3911"/>
          <ac:spMkLst>
            <pc:docMk/>
            <pc:sldMk cId="3021267581" sldId="294"/>
            <ac:spMk id="3" creationId="{BEBDDACE-CF0E-6708-2FBB-A88D6EAB3F72}"/>
          </ac:spMkLst>
        </pc:spChg>
      </pc:sldChg>
      <pc:sldChg chg="addSp modSp add mod ord">
        <pc:chgData name="KUANG, nick370 [Student]" userId="da991e67-a0fd-45c3-89c0-bd436c1ccc7c" providerId="ADAL" clId="{9D4CB34D-36CA-9841-B813-DD1440980DCC}" dt="2025-06-11T06:40:52.927" v="6080" actId="20577"/>
        <pc:sldMkLst>
          <pc:docMk/>
          <pc:sldMk cId="3624352596" sldId="295"/>
        </pc:sldMkLst>
        <pc:spChg chg="mod">
          <ac:chgData name="KUANG, nick370 [Student]" userId="da991e67-a0fd-45c3-89c0-bd436c1ccc7c" providerId="ADAL" clId="{9D4CB34D-36CA-9841-B813-DD1440980DCC}" dt="2025-06-11T06:40:52.927" v="6080" actId="20577"/>
          <ac:spMkLst>
            <pc:docMk/>
            <pc:sldMk cId="3624352596" sldId="295"/>
            <ac:spMk id="2" creationId="{9829B684-C32D-764A-5173-5DA7CDD96B1D}"/>
          </ac:spMkLst>
        </pc:spChg>
        <pc:picChg chg="add mod">
          <ac:chgData name="KUANG, nick370 [Student]" userId="da991e67-a0fd-45c3-89c0-bd436c1ccc7c" providerId="ADAL" clId="{9D4CB34D-36CA-9841-B813-DD1440980DCC}" dt="2025-06-09T04:51:45.878" v="3720" actId="1076"/>
          <ac:picMkLst>
            <pc:docMk/>
            <pc:sldMk cId="3624352596" sldId="295"/>
            <ac:picMk id="4" creationId="{899DD145-C390-FEB2-2A7D-5F5FC27BE9C3}"/>
          </ac:picMkLst>
        </pc:picChg>
      </pc:sldChg>
      <pc:sldChg chg="modSp add mod modShow">
        <pc:chgData name="KUANG, nick370 [Student]" userId="da991e67-a0fd-45c3-89c0-bd436c1ccc7c" providerId="ADAL" clId="{9D4CB34D-36CA-9841-B813-DD1440980DCC}" dt="2025-06-11T06:46:41.580" v="6163" actId="20577"/>
        <pc:sldMkLst>
          <pc:docMk/>
          <pc:sldMk cId="1028462008" sldId="296"/>
        </pc:sldMkLst>
        <pc:spChg chg="mod">
          <ac:chgData name="KUANG, nick370 [Student]" userId="da991e67-a0fd-45c3-89c0-bd436c1ccc7c" providerId="ADAL" clId="{9D4CB34D-36CA-9841-B813-DD1440980DCC}" dt="2025-06-11T06:46:41.580" v="6163" actId="20577"/>
          <ac:spMkLst>
            <pc:docMk/>
            <pc:sldMk cId="1028462008" sldId="296"/>
            <ac:spMk id="2" creationId="{782D18CE-96D4-BAE4-E8B3-917A2478950B}"/>
          </ac:spMkLst>
        </pc:spChg>
      </pc:sldChg>
      <pc:sldChg chg="modSp new del mod">
        <pc:chgData name="KUANG, nick370 [Student]" userId="da991e67-a0fd-45c3-89c0-bd436c1ccc7c" providerId="ADAL" clId="{9D4CB34D-36CA-9841-B813-DD1440980DCC}" dt="2025-06-09T04:51:19.911" v="3717" actId="2696"/>
        <pc:sldMkLst>
          <pc:docMk/>
          <pc:sldMk cId="2266065812" sldId="296"/>
        </pc:sldMkLst>
      </pc:sldChg>
      <pc:sldChg chg="add del">
        <pc:chgData name="KUANG, nick370 [Student]" userId="da991e67-a0fd-45c3-89c0-bd436c1ccc7c" providerId="ADAL" clId="{9D4CB34D-36CA-9841-B813-DD1440980DCC}" dt="2025-06-09T06:01:21.093" v="4465" actId="2696"/>
        <pc:sldMkLst>
          <pc:docMk/>
          <pc:sldMk cId="1251740092" sldId="297"/>
        </pc:sldMkLst>
      </pc:sldChg>
      <pc:sldChg chg="modSp add mod modShow">
        <pc:chgData name="KUANG, nick370 [Student]" userId="da991e67-a0fd-45c3-89c0-bd436c1ccc7c" providerId="ADAL" clId="{9D4CB34D-36CA-9841-B813-DD1440980DCC}" dt="2025-06-09T06:16:00.268" v="4668" actId="729"/>
        <pc:sldMkLst>
          <pc:docMk/>
          <pc:sldMk cId="956018304" sldId="298"/>
        </pc:sldMkLst>
        <pc:spChg chg="mod">
          <ac:chgData name="KUANG, nick370 [Student]" userId="da991e67-a0fd-45c3-89c0-bd436c1ccc7c" providerId="ADAL" clId="{9D4CB34D-36CA-9841-B813-DD1440980DCC}" dt="2025-06-09T06:01:10.926" v="4464" actId="27636"/>
          <ac:spMkLst>
            <pc:docMk/>
            <pc:sldMk cId="956018304" sldId="298"/>
            <ac:spMk id="2" creationId="{42DE1506-D6A1-74C4-368B-F11E3700ED4A}"/>
          </ac:spMkLst>
        </pc:spChg>
      </pc:sldChg>
      <pc:sldChg chg="modSp add mod">
        <pc:chgData name="KUANG, nick370 [Student]" userId="da991e67-a0fd-45c3-89c0-bd436c1ccc7c" providerId="ADAL" clId="{9D4CB34D-36CA-9841-B813-DD1440980DCC}" dt="2025-06-11T06:58:17.911" v="6358" actId="5793"/>
        <pc:sldMkLst>
          <pc:docMk/>
          <pc:sldMk cId="450751125" sldId="299"/>
        </pc:sldMkLst>
        <pc:spChg chg="mod">
          <ac:chgData name="KUANG, nick370 [Student]" userId="da991e67-a0fd-45c3-89c0-bd436c1ccc7c" providerId="ADAL" clId="{9D4CB34D-36CA-9841-B813-DD1440980DCC}" dt="2025-06-11T06:58:17.911" v="6358" actId="5793"/>
          <ac:spMkLst>
            <pc:docMk/>
            <pc:sldMk cId="450751125" sldId="299"/>
            <ac:spMk id="2" creationId="{81F35644-106E-25FB-2ADE-E167E76E7067}"/>
          </ac:spMkLst>
        </pc:spChg>
        <pc:spChg chg="mod">
          <ac:chgData name="KUANG, nick370 [Student]" userId="da991e67-a0fd-45c3-89c0-bd436c1ccc7c" providerId="ADAL" clId="{9D4CB34D-36CA-9841-B813-DD1440980DCC}" dt="2025-06-09T06:13:43.893" v="4604"/>
          <ac:spMkLst>
            <pc:docMk/>
            <pc:sldMk cId="450751125" sldId="299"/>
            <ac:spMk id="3" creationId="{A4174AA0-8DB9-BF74-9F74-5759929641AE}"/>
          </ac:spMkLst>
        </pc:spChg>
      </pc:sldChg>
      <pc:sldChg chg="addSp delSp modSp add mod ord">
        <pc:chgData name="KUANG, nick370 [Student]" userId="da991e67-a0fd-45c3-89c0-bd436c1ccc7c" providerId="ADAL" clId="{9D4CB34D-36CA-9841-B813-DD1440980DCC}" dt="2025-06-11T07:08:29.749" v="6521" actId="20578"/>
        <pc:sldMkLst>
          <pc:docMk/>
          <pc:sldMk cId="2781079210" sldId="300"/>
        </pc:sldMkLst>
        <pc:picChg chg="add mod">
          <ac:chgData name="KUANG, nick370 [Student]" userId="da991e67-a0fd-45c3-89c0-bd436c1ccc7c" providerId="ADAL" clId="{9D4CB34D-36CA-9841-B813-DD1440980DCC}" dt="2025-06-09T07:36:07.197" v="4957" actId="1076"/>
          <ac:picMkLst>
            <pc:docMk/>
            <pc:sldMk cId="2781079210" sldId="300"/>
            <ac:picMk id="6" creationId="{C1ADD25D-0340-899D-D5FA-B8EC58D453C8}"/>
          </ac:picMkLst>
        </pc:picChg>
      </pc:sldChg>
      <pc:sldChg chg="modSp add mod ord">
        <pc:chgData name="KUANG, nick370 [Student]" userId="da991e67-a0fd-45c3-89c0-bd436c1ccc7c" providerId="ADAL" clId="{9D4CB34D-36CA-9841-B813-DD1440980DCC}" dt="2025-06-11T07:01:58.508" v="6450" actId="20577"/>
        <pc:sldMkLst>
          <pc:docMk/>
          <pc:sldMk cId="3315360690" sldId="301"/>
        </pc:sldMkLst>
        <pc:spChg chg="mod">
          <ac:chgData name="KUANG, nick370 [Student]" userId="da991e67-a0fd-45c3-89c0-bd436c1ccc7c" providerId="ADAL" clId="{9D4CB34D-36CA-9841-B813-DD1440980DCC}" dt="2025-06-11T07:01:42.832" v="6431" actId="27636"/>
          <ac:spMkLst>
            <pc:docMk/>
            <pc:sldMk cId="3315360690" sldId="301"/>
            <ac:spMk id="2" creationId="{330C7B07-E149-B2E8-6B6A-EAD7252C7AD9}"/>
          </ac:spMkLst>
        </pc:spChg>
        <pc:spChg chg="mod">
          <ac:chgData name="KUANG, nick370 [Student]" userId="da991e67-a0fd-45c3-89c0-bd436c1ccc7c" providerId="ADAL" clId="{9D4CB34D-36CA-9841-B813-DD1440980DCC}" dt="2025-06-11T07:01:58.508" v="6450" actId="20577"/>
          <ac:spMkLst>
            <pc:docMk/>
            <pc:sldMk cId="3315360690" sldId="301"/>
            <ac:spMk id="3" creationId="{7CBAF4CD-422B-6152-A76E-0A7D272789DE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CDC10E-FED8-1C44-AFC8-BDEF67B1FF6E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FDB7B4-3268-664D-91B0-591E5EC6E5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10707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FDB7B4-3268-664D-91B0-591E5EC6E55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625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896101-2F5E-9019-C896-3139883FD8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45F741-3CED-EA80-7E35-660B9C5F30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EA3242-282F-99D7-C8EB-F3B05C1A9F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124FEE-1910-4356-4453-63AF49CE7D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FDB7B4-3268-664D-91B0-591E5EC6E55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1890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BB8F51-286F-CA6A-90D8-DE081DDFDD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6D835B-4EF9-CA21-6166-3CE39B7921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48558F-D698-3E8D-7B1F-75D61033B0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C5CAB1-CC3D-2116-F984-16273023A0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FDB7B4-3268-664D-91B0-591E5EC6E55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7511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FDB7B4-3268-664D-91B0-591E5EC6E55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7207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LLM output quality is highly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prompt-dependent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Iterating on prompts is much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(and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cheaper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than model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fine‑tuning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Well‑crafted prompts can: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task accuracy by ↑20‑50%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Unlock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capabilities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LLM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such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reasoning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likelihood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hallucinations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FDB7B4-3268-664D-91B0-591E5EC6E551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48989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err="1"/>
              <a:t>PurposeMicro</a:t>
            </a:r>
            <a:r>
              <a:rPr lang="en-GB" dirty="0"/>
              <a:t>-example</a:t>
            </a:r>
          </a:p>
          <a:p>
            <a:r>
              <a:rPr lang="en-GB" dirty="0"/>
              <a:t>1</a:t>
            </a:r>
            <a:r>
              <a:rPr lang="en-GB" b="1" dirty="0"/>
              <a:t>Role / </a:t>
            </a:r>
            <a:r>
              <a:rPr lang="en-GB" b="1" dirty="0" err="1"/>
              <a:t>Persona</a:t>
            </a:r>
            <a:r>
              <a:rPr lang="en-GB" dirty="0" err="1"/>
              <a:t>Set</a:t>
            </a:r>
            <a:r>
              <a:rPr lang="en-GB" dirty="0"/>
              <a:t> the voice &amp; </a:t>
            </a:r>
            <a:r>
              <a:rPr lang="en-GB" dirty="0" err="1"/>
              <a:t>expertise</a:t>
            </a:r>
            <a:r>
              <a:rPr lang="en-GB" i="1" dirty="0" err="1"/>
              <a:t>“You</a:t>
            </a:r>
            <a:r>
              <a:rPr lang="en-GB" i="1" dirty="0"/>
              <a:t> are a financial analyst.”</a:t>
            </a:r>
          </a:p>
          <a:p>
            <a:r>
              <a:rPr lang="en-GB" dirty="0"/>
              <a:t>2</a:t>
            </a:r>
            <a:r>
              <a:rPr lang="en-GB" b="1" dirty="0"/>
              <a:t>Context / </a:t>
            </a:r>
            <a:r>
              <a:rPr lang="en-GB" b="1" dirty="0" err="1"/>
              <a:t>Grounding</a:t>
            </a:r>
            <a:r>
              <a:rPr lang="en-GB" dirty="0" err="1"/>
              <a:t>Supply</a:t>
            </a:r>
            <a:r>
              <a:rPr lang="en-GB" dirty="0"/>
              <a:t> facts or reference </a:t>
            </a:r>
            <a:r>
              <a:rPr lang="en-GB" dirty="0" err="1"/>
              <a:t>text</a:t>
            </a:r>
            <a:r>
              <a:rPr lang="en-GB" i="1" dirty="0" err="1"/>
              <a:t>“Using</a:t>
            </a:r>
            <a:r>
              <a:rPr lang="en-GB" i="1" dirty="0"/>
              <a:t> the article below …”</a:t>
            </a:r>
          </a:p>
          <a:p>
            <a:r>
              <a:rPr lang="en-GB" dirty="0"/>
              <a:t>3</a:t>
            </a:r>
            <a:r>
              <a:rPr lang="en-GB" b="1" dirty="0"/>
              <a:t>Task </a:t>
            </a:r>
            <a:r>
              <a:rPr lang="en-GB" b="1" dirty="0" err="1"/>
              <a:t>Instruction</a:t>
            </a:r>
            <a:r>
              <a:rPr lang="en-GB" dirty="0" err="1"/>
              <a:t>Define</a:t>
            </a:r>
            <a:r>
              <a:rPr lang="en-GB" dirty="0"/>
              <a:t> the </a:t>
            </a:r>
            <a:r>
              <a:rPr lang="en-GB" dirty="0" err="1"/>
              <a:t>action</a:t>
            </a:r>
            <a:r>
              <a:rPr lang="en-GB" i="1" dirty="0" err="1"/>
              <a:t>“Summarize</a:t>
            </a:r>
            <a:r>
              <a:rPr lang="en-GB" i="1" dirty="0"/>
              <a:t> the article in one sentence.”</a:t>
            </a:r>
          </a:p>
          <a:p>
            <a:r>
              <a:rPr lang="en-GB" dirty="0"/>
              <a:t>4</a:t>
            </a:r>
            <a:r>
              <a:rPr lang="en-GB" b="1" dirty="0"/>
              <a:t>Output </a:t>
            </a:r>
            <a:r>
              <a:rPr lang="en-GB" b="1" dirty="0" err="1"/>
              <a:t>Format</a:t>
            </a:r>
            <a:r>
              <a:rPr lang="en-GB" dirty="0" err="1"/>
              <a:t>Specify</a:t>
            </a:r>
            <a:r>
              <a:rPr lang="en-GB" dirty="0"/>
              <a:t> the response </a:t>
            </a:r>
            <a:r>
              <a:rPr lang="en-GB" dirty="0" err="1"/>
              <a:t>shape</a:t>
            </a:r>
            <a:r>
              <a:rPr lang="en-GB" i="1" dirty="0" err="1"/>
              <a:t>“Reply</a:t>
            </a:r>
            <a:r>
              <a:rPr lang="en-GB" i="1" dirty="0"/>
              <a:t> in JSON with keys title, summary.”</a:t>
            </a:r>
          </a:p>
          <a:p>
            <a:r>
              <a:rPr lang="en-GB" dirty="0"/>
              <a:t>5</a:t>
            </a:r>
            <a:r>
              <a:rPr lang="en-GB" b="1" dirty="0"/>
              <a:t>Examples (Few-shot)</a:t>
            </a:r>
            <a:r>
              <a:rPr lang="en-GB" dirty="0"/>
              <a:t>Show the model what “good” looks </a:t>
            </a:r>
            <a:r>
              <a:rPr lang="en-GB" dirty="0" err="1"/>
              <a:t>like</a:t>
            </a:r>
            <a:r>
              <a:rPr lang="en-GB" i="1" dirty="0" err="1"/>
              <a:t>Input</a:t>
            </a:r>
            <a:r>
              <a:rPr lang="en-GB" i="1" dirty="0"/>
              <a:t>: X ⇒ Output: 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FDB7B4-3268-664D-91B0-591E5EC6E551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82834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Considerations for Prompt Design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Specificity and Clarity: Just like giving instructions to a human, prompts should clearly articulate the desired outcome. Ambiguity can lead to unexpected or irrelevant outputs.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Structured Inputs and Outputs: Structuring inputs using formats like JSON or XML can significantly enhance an LLM's ability to understand and process information. Similarly, specifying the desired output format (e.g., a list, paragraph, or code snippet) improves response relevance.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Delimiters for Enhanced Structure: Utilizing special characters as delimiters within prompts can further clarify the structure and segregate different elements, improving the model's understanding.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Decomposition for Complex Operations: Instead of presenting LLMs with a monolithic prompt encompassing multiple tasks, breaking down complex processes into simpler subtasks significantly improves clarity and performance. This allows the model to focus on each subtask individually, ultimately leading to a more accurate overall outcome.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FDB7B4-3268-664D-91B0-591E5EC6E551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62955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FDB7B4-3268-664D-91B0-591E5EC6E551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0545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A1D9E-9057-4148-8784-53343D1F06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5F8DBA-6FA2-8053-E0D0-97E8A1546D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A7DDEF-A093-A4B8-A332-ADDD6C97D7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2785D-EC03-6047-8088-52722ECA62D6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87821B-25D4-D2C2-1979-7619614EC4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B4A525-5308-0A9E-7F27-0BAF34DBD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D8A0C-24DD-C040-84AB-6467A2A3D0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43270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CACB1D-AC3E-60C8-FABB-A4DE4BBBFC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136D8E-AD6F-55C3-CE5B-08264EA63B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597930-95D3-A720-403C-DDD9B4DDDE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2785D-EC03-6047-8088-52722ECA62D6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0018A1-4F40-AC7E-2792-21E0763D8E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3C6AA2-4FF7-3DE2-770E-6FD9916A4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D8A0C-24DD-C040-84AB-6467A2A3D0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6454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6B3D5-47D8-9FAA-FA35-AF73D80CB8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5A8EC2-333B-042F-5D2E-44F7B233E0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B87F84-5E2B-5AFB-52CB-4FD6EAB2FA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2785D-EC03-6047-8088-52722ECA62D6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75F20D-0329-7D71-C240-F2960FC73B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AA5CA5-C701-7CBE-18BB-455080488D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D8A0C-24DD-C040-84AB-6467A2A3D0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3958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277599-8007-8D72-A038-164226FF6D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DDFD80-592C-5323-75D7-279A6E9011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E4330A-6D76-BF8B-5E4F-228AD79367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376E33-8FFC-DF5F-4306-67425468FC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2785D-EC03-6047-8088-52722ECA62D6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72EF47-45E4-359C-503E-27797F69E7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3DC8E5-3F8C-60DF-93FF-1251715A09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D8A0C-24DD-C040-84AB-6467A2A3D0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66463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BA704-360E-1E02-F51E-8E98AF45F4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61563B-663F-7E64-DBF6-F6D2D4B113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BACF9E-E046-DE70-50B1-B71AC8C5D4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2AD125B-5F32-F156-E39C-2234CA3ACF3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876405D-21C6-CE76-9352-5EEED0CA63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0970116-ABD8-F574-6A35-466908FCD0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2785D-EC03-6047-8088-52722ECA62D6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5C17CC-9785-6E87-6825-D8DC9CF15C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89EFFE2-5384-B5F7-0A88-F1BBA37D20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D8A0C-24DD-C040-84AB-6467A2A3D0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56792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237E1-4BCE-1E5D-49C6-A9708FAC2E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F1C9B3-7A5D-CF5D-E796-2E25A4DA0E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2785D-EC03-6047-8088-52722ECA62D6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0C5241-7A12-E78B-A946-C479F7A310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F994B4-75BD-5A41-E4AC-36E6D858E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D8A0C-24DD-C040-84AB-6467A2A3D0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50451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7334279-E9A6-59D1-1DCF-A12A1056CA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2785D-EC03-6047-8088-52722ECA62D6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A3A227F-9603-74AA-70A7-84A43FB9A0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5D2375-5DF8-02C0-EA9A-1782FC4F81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D8A0C-24DD-C040-84AB-6467A2A3D0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4934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744F7D-6D83-6172-50EE-C89499DFC8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7F3707-CA56-697D-1B6A-3160012F2A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EA2808-C580-01A8-A7D0-9593C46E05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B85503-7333-913A-CA03-4B257A989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2785D-EC03-6047-8088-52722ECA62D6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B8AA88-0F90-0EDD-A239-C2E0474E1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ED66AD-07DB-F593-2252-703FE6010F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D8A0C-24DD-C040-84AB-6467A2A3D0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15389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F19283-4CDA-5EF9-D033-90EF0F770C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C4078EF-BAB9-04CC-0043-6A53785F1E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A97A6E-2A9A-A510-9BBE-CD5BEA21F7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3007E5-A671-E6F7-BEEB-498AACFC6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2785D-EC03-6047-8088-52722ECA62D6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428390-4171-7B0F-1086-53018590D3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629AF0-065C-E9B3-D8E6-A3311A7C1E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D8A0C-24DD-C040-84AB-6467A2A3D0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1201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FF3899-066C-29D6-9650-835CA54201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4CB631-E1A8-F28A-1615-EBE6C3E007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6CAA93-9858-5450-3D53-697D450DB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2785D-EC03-6047-8088-52722ECA62D6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80DFD4-4508-E98F-8BEA-8EA7E0172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54CF14-7F98-B6B8-4F7F-15D3E86A8F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D8A0C-24DD-C040-84AB-6467A2A3D0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19264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C9F5A2D-B93A-6806-490A-61A2DE72EA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4BD689-34E6-FE97-A44F-60AAD557A5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C24602-D1E7-3CDC-78DB-F43F4BA51A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2785D-EC03-6047-8088-52722ECA62D6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9D9CA7-DE7C-E635-FAFF-FA792A05A6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D64BB7-6C81-00CB-509C-422916491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D8A0C-24DD-C040-84AB-6467A2A3D0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33285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49B393D7-389C-69DA-D13D-B7540B97F73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3683000"/>
            <a:ext cx="12192000" cy="317500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CEECAE43-6EDF-B33A-8BB3-A4AEB1A1B179}"/>
              </a:ext>
            </a:extLst>
          </p:cNvPr>
          <p:cNvSpPr/>
          <p:nvPr userDrawn="1"/>
        </p:nvSpPr>
        <p:spPr>
          <a:xfrm>
            <a:off x="0" y="0"/>
            <a:ext cx="12192000" cy="1041400"/>
          </a:xfrm>
          <a:prstGeom prst="rect">
            <a:avLst/>
          </a:prstGeom>
          <a:solidFill>
            <a:srgbClr val="A023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31845F2-921D-F551-34A3-E91327C3AEC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047412" y="22224"/>
            <a:ext cx="1019176" cy="1019176"/>
          </a:xfrm>
          <a:prstGeom prst="rect">
            <a:avLst/>
          </a:prstGeom>
        </p:spPr>
      </p:pic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D57F8E5A-E998-8789-811B-4451EF8BE1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5543"/>
            <a:ext cx="10515600" cy="5067854"/>
          </a:xfrm>
        </p:spPr>
        <p:txBody>
          <a:bodyPr/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32979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CD94693-1330-0729-8BFF-645A16E680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B430A5-E521-83CC-2784-5D49EB388A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B32628-3E07-D07E-20CD-3306C7904D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32785D-EC03-6047-8088-52722ECA62D6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FA2936-6ED6-6D07-6A50-E38B540E3C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87EFA2-FAC5-6255-7F47-7DEB5748A0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BD8A0C-24DD-C040-84AB-6467A2A3D0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85533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hyperlink" Target="https://platform.openai.com/docs/guides/text?api-mode=chat" TargetMode="Externa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90BBF7-8657-B3C4-57D8-DD70A2D96BB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93F5B9-0D93-981F-7F52-A6E7DE85D02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2508C69-96D4-3D2E-8C5A-24D958B359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4305" y="5735637"/>
            <a:ext cx="5237695" cy="1122363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E89FE1C0-B659-5C9E-41C0-9D3093091E39}"/>
              </a:ext>
            </a:extLst>
          </p:cNvPr>
          <p:cNvSpPr/>
          <p:nvPr/>
        </p:nvSpPr>
        <p:spPr>
          <a:xfrm>
            <a:off x="0" y="1469004"/>
            <a:ext cx="12192000" cy="3919991"/>
          </a:xfrm>
          <a:prstGeom prst="rect">
            <a:avLst/>
          </a:prstGeom>
          <a:solidFill>
            <a:srgbClr val="A023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337E49D-0C71-2DE5-D883-80905FB9BF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"/>
            <a:ext cx="4016829" cy="99833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5E8427E-B32B-32D9-580C-4868C79700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16756" y="265185"/>
            <a:ext cx="6327630" cy="632763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AF86E126-7A47-E4AE-10C4-80348577B762}"/>
              </a:ext>
            </a:extLst>
          </p:cNvPr>
          <p:cNvSpPr txBox="1"/>
          <p:nvPr/>
        </p:nvSpPr>
        <p:spPr>
          <a:xfrm>
            <a:off x="408451" y="1563276"/>
            <a:ext cx="7216756" cy="3077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Science Seminars</a:t>
            </a:r>
          </a:p>
          <a:p>
            <a:endParaRPr lang="en-US" sz="3200" dirty="0">
              <a:solidFill>
                <a:schemeClr val="bg1"/>
              </a:solidFill>
              <a:latin typeface="+mj-lt"/>
            </a:endParaRPr>
          </a:p>
          <a:p>
            <a:r>
              <a:rPr lang="en-U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Seminar </a:t>
            </a:r>
            <a:r>
              <a:rPr lang="en-US" altLang="zh-CN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 </a:t>
            </a:r>
            <a:r>
              <a:rPr lang="en-US" altLang="zh-CN" sz="32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Prompt Engineering </a:t>
            </a:r>
            <a:endParaRPr lang="en-US" sz="3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3200" dirty="0">
              <a:solidFill>
                <a:schemeClr val="bg1"/>
              </a:solidFill>
              <a:latin typeface="+mj-lt"/>
            </a:endParaRPr>
          </a:p>
          <a:p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Nick </a:t>
            </a:r>
            <a:r>
              <a:rPr lang="en-US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Kuang</a:t>
            </a:r>
            <a:endParaRPr lang="en-GB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fld id="{01F6755E-20E4-6E42-9A5D-41F3C474B717}" type="datetime3">
              <a:rPr lang="en-GB" sz="240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 June, 2025</a:t>
            </a:fld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34402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845AE8E-07C1-16D4-CDFA-09BCFDC4ABDD}"/>
              </a:ext>
            </a:extLst>
          </p:cNvPr>
          <p:cNvSpPr/>
          <p:nvPr/>
        </p:nvSpPr>
        <p:spPr>
          <a:xfrm>
            <a:off x="0" y="0"/>
            <a:ext cx="12192000" cy="1041400"/>
          </a:xfrm>
          <a:prstGeom prst="rect">
            <a:avLst/>
          </a:prstGeom>
          <a:solidFill>
            <a:srgbClr val="A023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AFCF608-7BEC-3181-C0F9-2AF8469E86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7412" y="22224"/>
            <a:ext cx="1019176" cy="101917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EDD1DF1-1357-DECA-39E8-99D5B3712941}"/>
              </a:ext>
            </a:extLst>
          </p:cNvPr>
          <p:cNvSpPr txBox="1"/>
          <p:nvPr/>
        </p:nvSpPr>
        <p:spPr>
          <a:xfrm>
            <a:off x="651377" y="197534"/>
            <a:ext cx="108892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We’ve Covered So Far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21657F7-31A1-042A-FE46-C1E8D548CFA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838200" y="1425543"/>
            <a:ext cx="10515600" cy="5067854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Data, Big Data and Data Science</a:t>
            </a:r>
          </a:p>
          <a:p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Essentials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Science Workflow with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Pandas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Statistical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Modelling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Inference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via Experiments and Data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Until now our datasets were mostly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numeric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but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language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the richest data humans create—fueling today’s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 Language Models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unlocking entirely new insights. Let’s dive into how we make text computable.</a:t>
            </a:r>
          </a:p>
        </p:txBody>
      </p:sp>
    </p:spTree>
    <p:extLst>
      <p:ext uri="{BB962C8B-B14F-4D97-AF65-F5344CB8AC3E}">
        <p14:creationId xmlns:p14="http://schemas.microsoft.com/office/powerpoint/2010/main" val="699687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6DAFBB-BA20-AD98-8559-FDB1717036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ACCE377-3A9D-8B60-2E3B-DE2FB980C4D5}"/>
              </a:ext>
            </a:extLst>
          </p:cNvPr>
          <p:cNvSpPr/>
          <p:nvPr/>
        </p:nvSpPr>
        <p:spPr>
          <a:xfrm>
            <a:off x="0" y="0"/>
            <a:ext cx="12192000" cy="1041400"/>
          </a:xfrm>
          <a:prstGeom prst="rect">
            <a:avLst/>
          </a:prstGeom>
          <a:solidFill>
            <a:srgbClr val="A023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2A25F53-657C-AFE5-AA28-8FBD8C159D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7412" y="22224"/>
            <a:ext cx="1019176" cy="101917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CDA0065-11AF-9F06-63DC-6FF78629C9AE}"/>
              </a:ext>
            </a:extLst>
          </p:cNvPr>
          <p:cNvSpPr txBox="1"/>
          <p:nvPr/>
        </p:nvSpPr>
        <p:spPr>
          <a:xfrm>
            <a:off x="651377" y="197534"/>
            <a:ext cx="108892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Evolution of Natural Language Processing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E9A79A9-9C8B-B985-9F96-3D66FCFE84F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3219"/>
          <a:stretch>
            <a:fillRect/>
          </a:stretch>
        </p:blipFill>
        <p:spPr>
          <a:xfrm>
            <a:off x="458338" y="1063624"/>
            <a:ext cx="11275322" cy="489351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5F52AE9-BBB5-6682-14F4-0E96ED68B1F9}"/>
              </a:ext>
            </a:extLst>
          </p:cNvPr>
          <p:cNvSpPr txBox="1"/>
          <p:nvPr/>
        </p:nvSpPr>
        <p:spPr>
          <a:xfrm>
            <a:off x="1175657" y="4953392"/>
            <a:ext cx="18396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Rule-Based</a:t>
            </a:r>
            <a:endParaRPr lang="en-US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3023753-FD70-17D2-3F1D-67724EC50C46}"/>
              </a:ext>
            </a:extLst>
          </p:cNvPr>
          <p:cNvSpPr txBox="1"/>
          <p:nvPr/>
        </p:nvSpPr>
        <p:spPr>
          <a:xfrm>
            <a:off x="3473681" y="4953392"/>
            <a:ext cx="18396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Statistical </a:t>
            </a:r>
            <a:endParaRPr lang="en-US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AA09DDD-0DB8-B2FB-DE8E-E5751FF3F906}"/>
              </a:ext>
            </a:extLst>
          </p:cNvPr>
          <p:cNvSpPr txBox="1"/>
          <p:nvPr/>
        </p:nvSpPr>
        <p:spPr>
          <a:xfrm>
            <a:off x="5958792" y="4953392"/>
            <a:ext cx="18396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Neural Network</a:t>
            </a:r>
            <a:endParaRPr lang="en-US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369598F-87A8-6D27-1623-3B6EA7BA7D5B}"/>
              </a:ext>
            </a:extLst>
          </p:cNvPr>
          <p:cNvSpPr txBox="1"/>
          <p:nvPr/>
        </p:nvSpPr>
        <p:spPr>
          <a:xfrm>
            <a:off x="8286177" y="4953392"/>
            <a:ext cx="25134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Transformer/LLMs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326044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AA5546-FE59-BBB3-F014-13573D737A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99D9910-D923-E081-B479-58C29DECFCD6}"/>
              </a:ext>
            </a:extLst>
          </p:cNvPr>
          <p:cNvSpPr/>
          <p:nvPr/>
        </p:nvSpPr>
        <p:spPr>
          <a:xfrm>
            <a:off x="0" y="0"/>
            <a:ext cx="12192000" cy="1041400"/>
          </a:xfrm>
          <a:prstGeom prst="rect">
            <a:avLst/>
          </a:prstGeom>
          <a:solidFill>
            <a:srgbClr val="A023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B6A5471-3B9D-B54C-A8C8-453428AB9D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7412" y="22224"/>
            <a:ext cx="1019176" cy="101917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611C4A3-12BD-F82F-5A62-E66CBC5D6EDB}"/>
              </a:ext>
            </a:extLst>
          </p:cNvPr>
          <p:cNvSpPr txBox="1"/>
          <p:nvPr/>
        </p:nvSpPr>
        <p:spPr>
          <a:xfrm>
            <a:off x="651377" y="197534"/>
            <a:ext cx="108892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Characteristics of Text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2">
                <a:extLst>
                  <a:ext uri="{FF2B5EF4-FFF2-40B4-BE49-F238E27FC236}">
                    <a16:creationId xmlns:a16="http://schemas.microsoft.com/office/drawing/2014/main" id="{6C0E15D0-D50E-602B-336C-287EF50840F5}"/>
                  </a:ext>
                </a:extLst>
              </p:cNvPr>
              <p:cNvSpPr>
                <a:spLocks noGrp="1"/>
              </p:cNvSpPr>
              <p:nvPr>
                <p:ph idx="4294967295"/>
              </p:nvPr>
            </p:nvSpPr>
            <p:spPr>
              <a:xfrm>
                <a:off x="838200" y="1425543"/>
                <a:ext cx="10515600" cy="5067854"/>
              </a:xfrm>
            </p:spPr>
            <p:txBody>
              <a:bodyPr>
                <a:normAutofit fontScale="85000" lnSpcReduction="20000"/>
              </a:bodyPr>
              <a:lstStyle/>
              <a:p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Variable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Length – from a 6-word tweet to a 600-page novel</a:t>
                </a:r>
              </a:p>
              <a:p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Sequential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Nature – word order matters: “dog bites man”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≠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“man bites dog” </a:t>
                </a:r>
              </a:p>
              <a:p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Hierarchical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Structure – words → phrases → sentences → paragraphs</a:t>
                </a:r>
              </a:p>
              <a:p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Ambiguity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&amp; 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Polysemy 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– words or phrases often bear several possible 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meanings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across lexical, syntactic, and pragmatic levels</a:t>
                </a:r>
              </a:p>
              <a:p>
                <a:pPr marL="0" indent="0" algn="ctr">
                  <a:buNone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“bank” refers to financial institution or river</a:t>
                </a:r>
              </a:p>
              <a:p>
                <a:pPr marL="0" indent="0" algn="ctr">
                  <a:buNone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“I saw a </a:t>
                </a:r>
                <a:r>
                  <a:rPr lang="en-US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girl with a telescope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”</a:t>
                </a:r>
              </a:p>
              <a:p>
                <a:pPr marL="0" indent="0" algn="ctr">
                  <a:buNone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“I saw a girl</a:t>
                </a:r>
                <a:r>
                  <a:rPr lang="en-US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with a telescope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”</a:t>
                </a:r>
              </a:p>
              <a:p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Contextual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Dependency: meaning changes with what 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comes before and after 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it as well as on broader discourse 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context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Qualitative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Richness: non-quantitative, text carries 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nuance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tone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and 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style</a:t>
                </a: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sz="36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:r>
                  <a:rPr lang="en-US" sz="3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But how computer can understand human language?</a:t>
                </a:r>
              </a:p>
            </p:txBody>
          </p:sp>
        </mc:Choice>
        <mc:Fallback xmlns="">
          <p:sp>
            <p:nvSpPr>
              <p:cNvPr id="9" name="Content Placeholder 2">
                <a:extLst>
                  <a:ext uri="{FF2B5EF4-FFF2-40B4-BE49-F238E27FC236}">
                    <a16:creationId xmlns:a16="http://schemas.microsoft.com/office/drawing/2014/main" id="{6C0E15D0-D50E-602B-336C-287EF50840F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4294967295"/>
              </p:nvPr>
            </p:nvSpPr>
            <p:spPr>
              <a:xfrm>
                <a:off x="838200" y="1425543"/>
                <a:ext cx="10515600" cy="5067854"/>
              </a:xfrm>
              <a:blipFill>
                <a:blip r:embed="rId4"/>
                <a:stretch>
                  <a:fillRect l="-844" t="-3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356673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845AE8E-07C1-16D4-CDFA-09BCFDC4ABDD}"/>
              </a:ext>
            </a:extLst>
          </p:cNvPr>
          <p:cNvSpPr/>
          <p:nvPr/>
        </p:nvSpPr>
        <p:spPr>
          <a:xfrm>
            <a:off x="0" y="0"/>
            <a:ext cx="12192000" cy="1041400"/>
          </a:xfrm>
          <a:prstGeom prst="rect">
            <a:avLst/>
          </a:prstGeom>
          <a:solidFill>
            <a:srgbClr val="A023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AFCF608-7BEC-3181-C0F9-2AF8469E86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7412" y="22224"/>
            <a:ext cx="1019176" cy="101917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EDD1DF1-1357-DECA-39E8-99D5B3712941}"/>
              </a:ext>
            </a:extLst>
          </p:cNvPr>
          <p:cNvSpPr txBox="1"/>
          <p:nvPr/>
        </p:nvSpPr>
        <p:spPr>
          <a:xfrm>
            <a:off x="651377" y="197534"/>
            <a:ext cx="115406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lang="en-US" sz="36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Words→Numbers</a:t>
            </a:r>
            <a:r>
              <a:rPr 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Computers Read Language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21657F7-31A1-042A-FE46-C1E8D548CFA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838200" y="1425543"/>
            <a:ext cx="10515600" cy="5067854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Computers think in numbers, so text must be encoded before a model can use it.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Building 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Vocabulary – a lookup table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crucial,</a:t>
            </a:r>
          </a:p>
          <a:p>
            <a:pPr marL="0" indent="0" algn="ctr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defines 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mapping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between words and numbers.</a:t>
            </a:r>
          </a:p>
        </p:txBody>
      </p:sp>
      <p:sp>
        <p:nvSpPr>
          <p:cNvPr id="2" name="AutoShape 2" descr="Figure 1. Each color in the palette is represented as a separate&#10;      feature. That is, each color is a separate feature in the feature vector.&#10;      For instance, 'Red' is a feature, 'Orange' is a separate feature,&#10;      and so on.">
            <a:extLst>
              <a:ext uri="{FF2B5EF4-FFF2-40B4-BE49-F238E27FC236}">
                <a16:creationId xmlns:a16="http://schemas.microsoft.com/office/drawing/2014/main" id="{39C96359-2455-DA76-075F-5A3FCA0B3B1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AutoShape 4" descr="Figure 1. Each color in the palette is represented as a separate&#10;      feature. That is, each color is a separate feature in the feature vector.&#10;      For instance, 'Red' is a feature, 'Orange' is a separate feature,&#10;      and so on.">
            <a:extLst>
              <a:ext uri="{FF2B5EF4-FFF2-40B4-BE49-F238E27FC236}">
                <a16:creationId xmlns:a16="http://schemas.microsoft.com/office/drawing/2014/main" id="{071C90AB-3C22-D222-496A-0E671F37BE9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AutoShape 6" descr="Figure 2. Each color is associated with a unique integer value. For&#10;      example, 'Red' is associated with the integer 0, 'Orange' with the&#10;      integer 1, and so on.">
            <a:extLst>
              <a:ext uri="{FF2B5EF4-FFF2-40B4-BE49-F238E27FC236}">
                <a16:creationId xmlns:a16="http://schemas.microsoft.com/office/drawing/2014/main" id="{4B73EAF8-8BA2-765B-FFFE-7940DBB8FB9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248400" y="3581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9290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8270585-5185-6665-ECBD-8A00A1A82B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514350" indent="-514350"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Reading Text Data: Load and clean raw text data (e.g., removing punctuation, converting to lowercase).</a:t>
            </a:r>
          </a:p>
          <a:p>
            <a:pPr marL="514350" indent="-514350"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Tokenization: Break text into smaller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called tokens. These tokens can be words,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subwords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or characters. For example, "Hello, world!" becomes ```["Hello", "world"]```.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For example:</a:t>
            </a:r>
          </a:p>
          <a:p>
            <a:pPr marL="0" indent="0" algn="ctr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“Hello, world!” → [“hello”, “world”]</a:t>
            </a:r>
          </a:p>
          <a:p>
            <a:pPr marL="514350" indent="-514350">
              <a:buFont typeface="+mj-lt"/>
              <a:buAutoNum type="arabicPeriod" startAt="3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Building Vocabulary: Assign 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unique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identifier to each token to build a vocabulary </a:t>
            </a:r>
          </a:p>
          <a:p>
            <a:pPr marL="0" indent="0" algn="ctr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“hello” → 21, “world” → 7592</a:t>
            </a:r>
          </a:p>
          <a:p>
            <a:pPr marL="514350" indent="-514350">
              <a:buFont typeface="+mj-lt"/>
              <a:buAutoNum type="arabicPeriod" startAt="4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 the text into sequences of numerical indices  </a:t>
            </a:r>
          </a:p>
          <a:p>
            <a:pPr marL="0" indent="0" algn="ctr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“hello world” → [21, 7592]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732E01-161D-443B-8639-463F09650E4B}"/>
              </a:ext>
            </a:extLst>
          </p:cNvPr>
          <p:cNvSpPr txBox="1"/>
          <p:nvPr/>
        </p:nvSpPr>
        <p:spPr>
          <a:xfrm>
            <a:off x="651377" y="197534"/>
            <a:ext cx="108892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Steps to Process Text into Numbers</a:t>
            </a:r>
          </a:p>
        </p:txBody>
      </p:sp>
    </p:spTree>
    <p:extLst>
      <p:ext uri="{BB962C8B-B14F-4D97-AF65-F5344CB8AC3E}">
        <p14:creationId xmlns:p14="http://schemas.microsoft.com/office/powerpoint/2010/main" val="1875762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524969-D9D0-4637-AC45-8A25E07A5F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2EAA6CC-8A18-E562-B167-DB0F741E51FB}"/>
              </a:ext>
            </a:extLst>
          </p:cNvPr>
          <p:cNvSpPr/>
          <p:nvPr/>
        </p:nvSpPr>
        <p:spPr>
          <a:xfrm>
            <a:off x="0" y="0"/>
            <a:ext cx="12192000" cy="1041400"/>
          </a:xfrm>
          <a:prstGeom prst="rect">
            <a:avLst/>
          </a:prstGeom>
          <a:solidFill>
            <a:srgbClr val="A023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BBF9688-97CE-7916-5E0B-13EDCD215F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7412" y="22224"/>
            <a:ext cx="1019176" cy="101917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A0923B1-DF7A-88A7-4B0B-CF260D32A189}"/>
              </a:ext>
            </a:extLst>
          </p:cNvPr>
          <p:cNvSpPr txBox="1"/>
          <p:nvPr/>
        </p:nvSpPr>
        <p:spPr>
          <a:xfrm>
            <a:off x="651377" y="197534"/>
            <a:ext cx="108892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Words into Index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ED675A60-CE69-24D0-E499-BF7CD2CF9956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838200" y="1425543"/>
            <a:ext cx="10515600" cy="5067854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AutoShape 2" descr="Figure 1. Each color in the palette is represented as a separate&#10;      feature. That is, each color is a separate feature in the feature vector.&#10;      For instance, 'Red' is a feature, 'Orange' is a separate feature,&#10;      and so on.">
            <a:extLst>
              <a:ext uri="{FF2B5EF4-FFF2-40B4-BE49-F238E27FC236}">
                <a16:creationId xmlns:a16="http://schemas.microsoft.com/office/drawing/2014/main" id="{532F28D7-8FF9-7B83-A86E-AC2EC9C9BFC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AutoShape 4" descr="Figure 1. Each color in the palette is represented as a separate&#10;      feature. That is, each color is a separate feature in the feature vector.&#10;      For instance, 'Red' is a feature, 'Orange' is a separate feature,&#10;      and so on.">
            <a:extLst>
              <a:ext uri="{FF2B5EF4-FFF2-40B4-BE49-F238E27FC236}">
                <a16:creationId xmlns:a16="http://schemas.microsoft.com/office/drawing/2014/main" id="{B4F11F75-967E-4DC3-E0B4-1A722B79C67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AutoShape 6" descr="Figure 2. Each color is associated with a unique integer value. For&#10;      example, 'Red' is associated with the integer 0, 'Orange' with the&#10;      integer 1, and so on.">
            <a:extLst>
              <a:ext uri="{FF2B5EF4-FFF2-40B4-BE49-F238E27FC236}">
                <a16:creationId xmlns:a16="http://schemas.microsoft.com/office/drawing/2014/main" id="{DD0A7C24-E18F-F911-7E65-5DE3198706F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248400" y="3581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791C0A38-4A29-7FEF-1FB7-2D1ADCE5A1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90799" y="1425543"/>
            <a:ext cx="7010400" cy="30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98792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DCB22D-59FE-EDBD-DF0D-A534BA48B8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C738949-1DE6-342C-D17B-329C6D87110D}"/>
              </a:ext>
            </a:extLst>
          </p:cNvPr>
          <p:cNvSpPr/>
          <p:nvPr/>
        </p:nvSpPr>
        <p:spPr>
          <a:xfrm>
            <a:off x="0" y="0"/>
            <a:ext cx="12192000" cy="1041400"/>
          </a:xfrm>
          <a:prstGeom prst="rect">
            <a:avLst/>
          </a:prstGeom>
          <a:solidFill>
            <a:srgbClr val="A023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E867E8A-85C3-5089-DC16-7DDECCE213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7412" y="22224"/>
            <a:ext cx="1019176" cy="101917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F8C24D5-ABB5-B144-0EBF-8450F7811EC6}"/>
              </a:ext>
            </a:extLst>
          </p:cNvPr>
          <p:cNvSpPr txBox="1"/>
          <p:nvPr/>
        </p:nvSpPr>
        <p:spPr>
          <a:xfrm>
            <a:off x="651377" y="197534"/>
            <a:ext cx="108892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One-Hot (Bag-of-Words) Representation</a:t>
            </a:r>
          </a:p>
        </p:txBody>
      </p:sp>
      <p:sp>
        <p:nvSpPr>
          <p:cNvPr id="2" name="AutoShape 2" descr="Figure 1. Each color in the palette is represented as a separate&#10;      feature. That is, each color is a separate feature in the feature vector.&#10;      For instance, 'Red' is a feature, 'Orange' is a separate feature,&#10;      and so on.">
            <a:extLst>
              <a:ext uri="{FF2B5EF4-FFF2-40B4-BE49-F238E27FC236}">
                <a16:creationId xmlns:a16="http://schemas.microsoft.com/office/drawing/2014/main" id="{E3873B7C-31A8-13D0-25EB-479076EB64B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AutoShape 4" descr="Figure 1. Each color in the palette is represented as a separate&#10;      feature. That is, each color is a separate feature in the feature vector.&#10;      For instance, 'Red' is a feature, 'Orange' is a separate feature,&#10;      and so on.">
            <a:extLst>
              <a:ext uri="{FF2B5EF4-FFF2-40B4-BE49-F238E27FC236}">
                <a16:creationId xmlns:a16="http://schemas.microsoft.com/office/drawing/2014/main" id="{3473269C-2A22-1792-7771-740895EA78A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AutoShape 6" descr="Figure 2. Each color is associated with a unique integer value. For&#10;      example, 'Red' is associated with the integer 0, 'Orange' with the&#10;      integer 1, and so on.">
            <a:extLst>
              <a:ext uri="{FF2B5EF4-FFF2-40B4-BE49-F238E27FC236}">
                <a16:creationId xmlns:a16="http://schemas.microsoft.com/office/drawing/2014/main" id="{3859667E-AB21-2B71-8145-FC2D0790669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248400" y="3581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E6C3263-271D-E191-D93E-AB4356242D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2080" y="1425543"/>
            <a:ext cx="9083040" cy="310063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69B1670-E7B2-84FC-A0DA-D1958C43F3CA}"/>
              </a:ext>
            </a:extLst>
          </p:cNvPr>
          <p:cNvSpPr txBox="1"/>
          <p:nvPr/>
        </p:nvSpPr>
        <p:spPr>
          <a:xfrm>
            <a:off x="188976" y="4827925"/>
            <a:ext cx="1150924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row is a one-hot vector for a single word: 1 = word present, 0 = absent.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14021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E00B6A3-3D42-BAAB-575E-B1B4D34EDA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1800" b="0" dirty="0">
                <a:effectLst/>
                <a:latin typeface="NimbusRomNo9L"/>
              </a:rPr>
              <a:t>Text Preprocessing </a:t>
            </a:r>
            <a:endParaRPr lang="en-GB" dirty="0">
              <a:effectLst/>
            </a:endParaRPr>
          </a:p>
          <a:p>
            <a:pPr lvl="1"/>
            <a:r>
              <a:rPr lang="en-GB" sz="1400" dirty="0">
                <a:effectLst/>
                <a:latin typeface="NimbusRomNo9L"/>
              </a:rPr>
              <a:t>Tokenization</a:t>
            </a:r>
          </a:p>
          <a:p>
            <a:pPr lvl="1"/>
            <a:r>
              <a:rPr lang="en-GB" sz="1400" dirty="0">
                <a:effectLst/>
                <a:latin typeface="NimbusRomNo9L"/>
              </a:rPr>
              <a:t>Sentence Segmentation </a:t>
            </a:r>
          </a:p>
          <a:p>
            <a:pPr lvl="1"/>
            <a:r>
              <a:rPr lang="en-GB" sz="1400" dirty="0">
                <a:effectLst/>
                <a:latin typeface="NimbusRomNo9L"/>
              </a:rPr>
              <a:t>Morphological Analysis </a:t>
            </a:r>
          </a:p>
          <a:p>
            <a:pPr lvl="1"/>
            <a:r>
              <a:rPr lang="en-GB" sz="1400" dirty="0">
                <a:effectLst/>
                <a:latin typeface="NimbusRomNo9L"/>
              </a:rPr>
              <a:t>Syntactic Analysis </a:t>
            </a:r>
            <a:endParaRPr lang="en-GB" dirty="0">
              <a:effectLst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7994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53940C1-A361-E63E-1C0C-B7253981E9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One-Hot Representation is simple to construct, but it has significant limitations: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vocabulary size can be extremely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for example, the Oxford English Dictionary includes over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600,000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words. Sparse Vector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fails to capture any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semantic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similarity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between words — each word is treated as completely independent of the others.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Therefore,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embedding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was introduced as a game-changer to address the limitations. </a:t>
            </a:r>
          </a:p>
          <a:p>
            <a:pPr lvl="1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word2vec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GloVe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FastText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map every word to a 50-300-D point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Similar words cluster(walk ↔ run  &lt;  walk ↔ apple)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Directions capture relations: king − man + woman ≈ queen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CDD506-5601-597A-7453-C5C6D9C7B386}"/>
              </a:ext>
            </a:extLst>
          </p:cNvPr>
          <p:cNvSpPr txBox="1"/>
          <p:nvPr/>
        </p:nvSpPr>
        <p:spPr>
          <a:xfrm>
            <a:off x="651377" y="197534"/>
            <a:ext cx="108892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One-Hot to Meaningful Representations</a:t>
            </a:r>
          </a:p>
        </p:txBody>
      </p:sp>
    </p:spTree>
    <p:extLst>
      <p:ext uri="{BB962C8B-B14F-4D97-AF65-F5344CB8AC3E}">
        <p14:creationId xmlns:p14="http://schemas.microsoft.com/office/powerpoint/2010/main" val="13151471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DEEBC2-BEC3-84D7-3999-EA3532B4D1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00546D0-DDF9-CA5C-1173-D99FCCEB92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Static embeddings (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Word2Vec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were a milestone, but they fall short: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vector per word, regardless of context</a:t>
            </a:r>
          </a:p>
          <a:p>
            <a:pPr marL="457200" lvl="1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→ e.g., “bank(river)” = “bank(finance)”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gets the same vector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Shallow window-based context</a:t>
            </a:r>
          </a:p>
          <a:p>
            <a:pPr marL="457200" lvl="1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→ Captures local relationships, not deeper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sentence-level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understanding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we want instead: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Vectors that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change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sentence or paragraph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context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Models that read the whole sequence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Built-in ability for downstream tasks (translation, Q&amp;A, summarization)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Solution:</a:t>
            </a:r>
          </a:p>
          <a:p>
            <a:pPr marL="0" indent="0" algn="ctr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Contextual Language Models</a:t>
            </a:r>
          </a:p>
          <a:p>
            <a:pPr marL="457200" lvl="1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25D29F-9843-E49D-BAA7-3622D6C9A944}"/>
              </a:ext>
            </a:extLst>
          </p:cNvPr>
          <p:cNvSpPr txBox="1"/>
          <p:nvPr/>
        </p:nvSpPr>
        <p:spPr>
          <a:xfrm>
            <a:off x="651377" y="197534"/>
            <a:ext cx="108892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Word Embeddings to Language Models</a:t>
            </a:r>
          </a:p>
        </p:txBody>
      </p:sp>
    </p:spTree>
    <p:extLst>
      <p:ext uri="{BB962C8B-B14F-4D97-AF65-F5344CB8AC3E}">
        <p14:creationId xmlns:p14="http://schemas.microsoft.com/office/powerpoint/2010/main" val="23100396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F25B87-17B7-D2CB-C76A-8963D68C5B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829B684-C32D-764A-5173-5DA7CDD96B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 Language Models (LLMs) like BERT, GPT, and T5 represent a major leap: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language globally with Transformer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self-attention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 on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massive corpora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be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fine-tuned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a wide range of downstream tasks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models go beyond static embeddings — they generate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contextualized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dynamic representations of text.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Language models treat content generation as a probabilistic process. GPT models predict the next word/token. 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32B1AC-9976-1A39-2833-AD8FE757E303}"/>
              </a:ext>
            </a:extLst>
          </p:cNvPr>
          <p:cNvSpPr txBox="1"/>
          <p:nvPr/>
        </p:nvSpPr>
        <p:spPr>
          <a:xfrm>
            <a:off x="651377" y="197534"/>
            <a:ext cx="108892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Large Language Models</a:t>
            </a:r>
          </a:p>
        </p:txBody>
      </p:sp>
      <p:pic>
        <p:nvPicPr>
          <p:cNvPr id="4" name="Picture 3" descr="A black background with red rectangles and text&#10;&#10;AI-generated content may be incorrect.">
            <a:extLst>
              <a:ext uri="{FF2B5EF4-FFF2-40B4-BE49-F238E27FC236}">
                <a16:creationId xmlns:a16="http://schemas.microsoft.com/office/drawing/2014/main" id="{899DD145-C390-FEB2-2A7D-5F5FC27BE9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799" y="5264648"/>
            <a:ext cx="7772400" cy="1395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43525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3C0923BC-5B76-5C82-6240-D69F3D365A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54A17B1-48B2-D8DC-F3FF-4277BB7529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GPT: Next-Word Prediction(Causal Language Modelling)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Content generation is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probabilistic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process, and it predicts next-word token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3DF69FB-643D-7A6F-EDF8-10788A81C6CE}"/>
              </a:ext>
            </a:extLst>
          </p:cNvPr>
          <p:cNvSpPr txBox="1"/>
          <p:nvPr/>
        </p:nvSpPr>
        <p:spPr>
          <a:xfrm>
            <a:off x="651377" y="197534"/>
            <a:ext cx="108892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Large Language Models</a:t>
            </a:r>
          </a:p>
        </p:txBody>
      </p:sp>
      <p:pic>
        <p:nvPicPr>
          <p:cNvPr id="6" name="Picture 5" descr="A black background with red rectangles and text&#10;&#10;AI-generated content may be incorrect.">
            <a:extLst>
              <a:ext uri="{FF2B5EF4-FFF2-40B4-BE49-F238E27FC236}">
                <a16:creationId xmlns:a16="http://schemas.microsoft.com/office/drawing/2014/main" id="{1901A4A6-6EC3-CBAD-E1BD-33BDFF76FD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799" y="2563652"/>
            <a:ext cx="7772400" cy="1395818"/>
          </a:xfrm>
          <a:prstGeom prst="rect">
            <a:avLst/>
          </a:prstGeom>
        </p:spPr>
      </p:pic>
      <p:pic>
        <p:nvPicPr>
          <p:cNvPr id="4" name="Picture 3" descr="A black background with red rectangles and text&#10;&#10;AI-generated content may be incorrect.">
            <a:extLst>
              <a:ext uri="{FF2B5EF4-FFF2-40B4-BE49-F238E27FC236}">
                <a16:creationId xmlns:a16="http://schemas.microsoft.com/office/drawing/2014/main" id="{AD282788-90E3-346D-1999-A5CD3302F07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1245"/>
          <a:stretch>
            <a:fillRect/>
          </a:stretch>
        </p:blipFill>
        <p:spPr>
          <a:xfrm>
            <a:off x="1514855" y="7816478"/>
            <a:ext cx="7772400" cy="401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44367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36B7B28-A719-C068-AC42-F45AB40C6D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125DC82-F198-4AAC-0BE8-9CAC992D7D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may build an application by deploying the open-sourced models locally or calling paid API services if close-sourced.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Embedding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prompts are "additional context" not "training"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LLMs are trained to get stronger, but can trained in a different objective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the heart of every LLM-powered application is one key design ingredient — the prompt.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EBDDACE-CF0E-6708-2FBB-A88D6EAB3F72}"/>
              </a:ext>
            </a:extLst>
          </p:cNvPr>
          <p:cNvSpPr txBox="1"/>
          <p:nvPr/>
        </p:nvSpPr>
        <p:spPr>
          <a:xfrm>
            <a:off x="651377" y="197534"/>
            <a:ext cx="108892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Large Language Models: Applications</a:t>
            </a:r>
          </a:p>
        </p:txBody>
      </p:sp>
    </p:spTree>
    <p:extLst>
      <p:ext uri="{BB962C8B-B14F-4D97-AF65-F5344CB8AC3E}">
        <p14:creationId xmlns:p14="http://schemas.microsoft.com/office/powerpoint/2010/main" val="30212675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90D765-4137-058C-7474-4BE84BC23C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82D18CE-96D4-BAE4-E8B3-917A247895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LLMs power diverse applications: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🧠 Text Understanding</a:t>
            </a:r>
          </a:p>
          <a:p>
            <a:pPr lvl="2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Sentiment Analysis, Summarization,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TopicClassification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🗨️ Conversational Agents</a:t>
            </a:r>
          </a:p>
          <a:p>
            <a:pPr lvl="2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Service Bots, Virtual Tutor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📄 Text Transformation</a:t>
            </a:r>
          </a:p>
          <a:p>
            <a:pPr lvl="2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Translation, Paraphrasing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🧑‍💻 Coding Assistants</a:t>
            </a:r>
          </a:p>
          <a:p>
            <a:pPr lvl="2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Copilot, Auto Completion, Bug Explanation &amp; Refactoring</a:t>
            </a:r>
          </a:p>
          <a:p>
            <a:pPr marL="0" indent="0" algn="ctr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the heart of every LLM application is one key design ingredient —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prompt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2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2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2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9697CA2-BC21-2637-66E3-6813D8B64C80}"/>
              </a:ext>
            </a:extLst>
          </p:cNvPr>
          <p:cNvSpPr txBox="1"/>
          <p:nvPr/>
        </p:nvSpPr>
        <p:spPr>
          <a:xfrm>
            <a:off x="651377" y="197534"/>
            <a:ext cx="108892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Large Language Models: Applications</a:t>
            </a:r>
          </a:p>
        </p:txBody>
      </p:sp>
    </p:spTree>
    <p:extLst>
      <p:ext uri="{BB962C8B-B14F-4D97-AF65-F5344CB8AC3E}">
        <p14:creationId xmlns:p14="http://schemas.microsoft.com/office/powerpoint/2010/main" val="10284620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55153E-FF43-BE2F-2BE5-74F54AD1AA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D415A00-1C85-9CA2-A331-E612B36ECE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Quality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lever – LLM answers can swing from brilliant to wrong with a single wording change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 / low-cost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iteration – editing a prompt takes seconds; fine-tuning a model burns GPUs and budget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Measured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gains – smart prompts often lift accuracy by 20 – 50 percentage points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Capability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unlock – step-by-step or tool-calling prompts elicit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reasoning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planning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skills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Undesired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behaviors – precise instructions trim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hallucinations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policy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violations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well-crafted prompt is 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quickest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cheapest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way to turn a general LLM into a task-specific expert.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26F6E8F-95E6-A190-940A-6890C1E8485E}"/>
              </a:ext>
            </a:extLst>
          </p:cNvPr>
          <p:cNvSpPr txBox="1"/>
          <p:nvPr/>
        </p:nvSpPr>
        <p:spPr>
          <a:xfrm>
            <a:off x="651377" y="197534"/>
            <a:ext cx="108892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Prompt Engineering Matters?</a:t>
            </a:r>
          </a:p>
        </p:txBody>
      </p:sp>
    </p:spTree>
    <p:extLst>
      <p:ext uri="{BB962C8B-B14F-4D97-AF65-F5344CB8AC3E}">
        <p14:creationId xmlns:p14="http://schemas.microsoft.com/office/powerpoint/2010/main" val="17016792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7EB0A8F-5FC1-82D1-0C87-580F517FE5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Prompt = a natural language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instruction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sent to LLM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prompt contains any of the following elements:</a:t>
            </a:r>
          </a:p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Assignment: Set the voice &amp; expertise: </a:t>
            </a:r>
          </a:p>
          <a:p>
            <a:pPr marL="0" indent="0" algn="ctr"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“You are an financial analyst.”</a:t>
            </a:r>
          </a:p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Context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Knowledge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Grounding: Supply facts or reference text</a:t>
            </a:r>
          </a:p>
          <a:p>
            <a:pPr marL="0" indent="0" algn="ctr"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“U</a:t>
            </a:r>
            <a:r>
              <a:rPr lang="en-US" sz="2800" dirty="0">
                <a:solidFill>
                  <a:prstClr val="black"/>
                </a:solidFill>
                <a:latin typeface="Times-Roman"/>
              </a:rPr>
              <a:t>sing the article below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…”</a:t>
            </a:r>
          </a:p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Instruction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Definition: Define the action	 </a:t>
            </a:r>
          </a:p>
          <a:p>
            <a:pPr marL="0" indent="0" algn="ctr"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“Summarise the article in  sentence ...”</a:t>
            </a:r>
          </a:p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Format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Specification: Specify the response shape</a:t>
            </a:r>
          </a:p>
          <a:p>
            <a:pPr marL="0" indent="0" algn="ctr"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“Please reply in JSON format with following entries…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</a:p>
          <a:p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Examples: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Show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model what “good” looks like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 marL="0" indent="0" algn="ctr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Guidance: “Input: X ⇒ Output: Y”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93F9291-A503-974E-7428-81D60BC2F5BA}"/>
              </a:ext>
            </a:extLst>
          </p:cNvPr>
          <p:cNvSpPr txBox="1"/>
          <p:nvPr/>
        </p:nvSpPr>
        <p:spPr>
          <a:xfrm>
            <a:off x="651377" y="197534"/>
            <a:ext cx="108892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Prompt Engineering 101</a:t>
            </a:r>
          </a:p>
        </p:txBody>
      </p:sp>
    </p:spTree>
    <p:extLst>
      <p:ext uri="{BB962C8B-B14F-4D97-AF65-F5344CB8AC3E}">
        <p14:creationId xmlns:p14="http://schemas.microsoft.com/office/powerpoint/2010/main" val="15930100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43BAD5-C5AF-572D-AAFE-876F9A438D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CD3DE87-F73C-43DD-80CC-494A9A2E06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Principle 1- Be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concise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specific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Removes ambiguity; the model can aim straight at the target.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 marL="457200" lvl="1" indent="0" algn="ctr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“Summarize the article in exactly 2 bullet points. </a:t>
            </a:r>
          </a:p>
          <a:p>
            <a:pPr marL="457200" lvl="1" indent="0" algn="ctr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JSON with keys headline, bullets.”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Principle 2 - Give the model time to “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think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Asking for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intermediate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reasoning improves accuracy and reduces hallucinations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</a:t>
            </a:r>
          </a:p>
          <a:p>
            <a:pPr marL="457200" lvl="1" indent="0" algn="ctr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“Show your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step-by-step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analysis first, </a:t>
            </a:r>
          </a:p>
          <a:p>
            <a:pPr marL="457200" lvl="1" indent="0" algn="ctr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then give the final answer on a new line prefixed with ANSWER:.”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D17EA0E-716A-3D5C-3AE9-FDCD0B1651C4}"/>
              </a:ext>
            </a:extLst>
          </p:cNvPr>
          <p:cNvSpPr txBox="1"/>
          <p:nvPr/>
        </p:nvSpPr>
        <p:spPr>
          <a:xfrm>
            <a:off x="651377" y="197534"/>
            <a:ext cx="108892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Prompt Engineering Principles</a:t>
            </a:r>
          </a:p>
        </p:txBody>
      </p:sp>
    </p:spTree>
    <p:extLst>
      <p:ext uri="{BB962C8B-B14F-4D97-AF65-F5344CB8AC3E}">
        <p14:creationId xmlns:p14="http://schemas.microsoft.com/office/powerpoint/2010/main" val="14622118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A5DD5B-C222-6DCB-EB53-47136192DA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1F35644-106E-25FB-2ADE-E167E76E70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Specific &amp; Clear – eliminate ambiguity; state the desired outcome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Structured I/O – guide the model with JSON, CSV, or numbered lists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Delimiters – triple‑backticks or XML tags to separate sections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Decomposition – break complex goals into ordered subtasks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4174AA0-8DB9-BF74-9F74-5759929641AE}"/>
              </a:ext>
            </a:extLst>
          </p:cNvPr>
          <p:cNvSpPr txBox="1"/>
          <p:nvPr/>
        </p:nvSpPr>
        <p:spPr>
          <a:xfrm>
            <a:off x="651377" y="197534"/>
            <a:ext cx="108892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Anatomy of Effective Prompts</a:t>
            </a:r>
          </a:p>
        </p:txBody>
      </p:sp>
    </p:spTree>
    <p:extLst>
      <p:ext uri="{BB962C8B-B14F-4D97-AF65-F5344CB8AC3E}">
        <p14:creationId xmlns:p14="http://schemas.microsoft.com/office/powerpoint/2010/main" val="4507511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1DCF959-591B-3EA5-48A9-C40865923A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2D6AB23-61D9-99E0-5EF2-7FBAB4B8EB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Considerations for Prompt Design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Specificity and Clarity: Just like giving instructions to a human, prompts should clearly articulate the desired outcome. Ambiguity can lead to unexpected or irrelevant outputs.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Structured Inputs and Outputs: Structuring inputs using formats like JSON or XML can significantly enhance an LLM's ability to understand and process information. Similarly, specifying the desired output format (e.g., a list, paragraph, or code snippet) improves response relevance.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Delimiters for Enhanced Structure: Utilizing special characters as delimiters within prompts can further clarify the structure and segregate different elements, improving the model's understanding.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Decomposition for Complex Operations: Instead of presenting LLMs with a monolithic prompt encompassing multiple tasks, breaking down complex processes into simpler subtasks significantly improves clarity and performance. This allows the model to focus on each subtask individually, ultimately leading to a more accurate overall outcome.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DF9610-5056-96B5-A24E-923CE49EC4D1}"/>
              </a:ext>
            </a:extLst>
          </p:cNvPr>
          <p:cNvSpPr txBox="1"/>
          <p:nvPr/>
        </p:nvSpPr>
        <p:spPr>
          <a:xfrm>
            <a:off x="651377" y="197534"/>
            <a:ext cx="108892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Prompt Engineering</a:t>
            </a:r>
          </a:p>
        </p:txBody>
      </p:sp>
    </p:spTree>
    <p:extLst>
      <p:ext uri="{BB962C8B-B14F-4D97-AF65-F5344CB8AC3E}">
        <p14:creationId xmlns:p14="http://schemas.microsoft.com/office/powerpoint/2010/main" val="5469382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3973BD2-2BC5-FF0C-91EA-1DE1B6A985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2DE1506-D6A1-74C4-368B-F11E3700ED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the model receives a prompt, depending on the type of model being used, it can generate text, embeddings, code, images, videos, music, and more.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Prompt engineering is the process of writing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effective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instructions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a model, such that it consistently generates content that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meets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your requirements(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OpenAI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in other words 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strategies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tactics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getting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results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from LLMs.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Because the content generated from a model is non-deterministic, it is a combination of art and science to build a prompt that will generate content in the format you want, it involves Trial and Errors.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However, there are a number of techniques and best practices you can apply to consistently get good results from a model.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AF7541-2907-D966-B119-ECF67E7EBE7B}"/>
              </a:ext>
            </a:extLst>
          </p:cNvPr>
          <p:cNvSpPr txBox="1"/>
          <p:nvPr/>
        </p:nvSpPr>
        <p:spPr>
          <a:xfrm>
            <a:off x="651377" y="197534"/>
            <a:ext cx="108892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Prompt Engineering: Talking to LLM effectively</a:t>
            </a:r>
          </a:p>
        </p:txBody>
      </p:sp>
    </p:spTree>
    <p:extLst>
      <p:ext uri="{BB962C8B-B14F-4D97-AF65-F5344CB8AC3E}">
        <p14:creationId xmlns:p14="http://schemas.microsoft.com/office/powerpoint/2010/main" val="9560183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337008-19BE-EFA6-C4B0-C4EEEE8DB5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3F9C1DE-2028-4817-C6FB-5F1CC991B2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 clear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boundaries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fence each section of your prompt (role, instructions, context, examples) so the model never confuses them.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Prefer machine-readable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wrappers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use triple back-ticks …, angle-tag pairs &lt;context&gt; … &lt;/context&gt;, or JSON / XML envelopes.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Keep I/O consistent – if you ask for code, forbid Markdown; if you ask for JSON, supply 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sample schema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Think “compiler” – the stricter the syntax, the less room for hallucination.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C14A65E-191E-1549-F155-410EA90B5563}"/>
              </a:ext>
            </a:extLst>
          </p:cNvPr>
          <p:cNvSpPr txBox="1"/>
          <p:nvPr/>
        </p:nvSpPr>
        <p:spPr>
          <a:xfrm>
            <a:off x="651377" y="197534"/>
            <a:ext cx="108892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Structured Formatting</a:t>
            </a:r>
          </a:p>
        </p:txBody>
      </p:sp>
    </p:spTree>
    <p:extLst>
      <p:ext uri="{BB962C8B-B14F-4D97-AF65-F5344CB8AC3E}">
        <p14:creationId xmlns:p14="http://schemas.microsoft.com/office/powerpoint/2010/main" val="40118854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DB5ED6-6D0B-C9C5-E623-5997C385CC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30C7B07-E149-B2E8-6B6A-EAD7252C7A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are a coding assistant that enforces **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snake_case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** variables in JavaScript targeting Internet Explorer 6.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Instructions</a:t>
            </a:r>
          </a:p>
          <a:p>
            <a:pPr>
              <a:buFontTx/>
              <a:buChar char="-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Declare all variables with `var`, not `let` / `const`.</a:t>
            </a:r>
          </a:p>
          <a:p>
            <a:pPr>
              <a:buFontTx/>
              <a:buChar char="-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support old browsers, declare variables using the older   "var" keyword.</a:t>
            </a:r>
          </a:p>
          <a:p>
            <a:pPr>
              <a:buFontTx/>
              <a:buChar char="-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**plain code only** – no Markdown, no commentary.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 I/O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user_query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do I declare a string variable for a first name?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&lt;/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user_query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assistant_response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first_name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"Anna";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&lt;/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assistant_response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BAF4CD-422B-6152-A76E-0A7D272789DE}"/>
              </a:ext>
            </a:extLst>
          </p:cNvPr>
          <p:cNvSpPr txBox="1"/>
          <p:nvPr/>
        </p:nvSpPr>
        <p:spPr>
          <a:xfrm>
            <a:off x="651377" y="197534"/>
            <a:ext cx="108892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Template Example</a:t>
            </a:r>
          </a:p>
        </p:txBody>
      </p:sp>
    </p:spTree>
    <p:extLst>
      <p:ext uri="{BB962C8B-B14F-4D97-AF65-F5344CB8AC3E}">
        <p14:creationId xmlns:p14="http://schemas.microsoft.com/office/powerpoint/2010/main" val="331536069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74A8D4-12D4-E5C1-247A-95424CBD08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2348F35-373E-8F87-BAAB-7039FCC0AB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Identity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are a helpful assistant that labels short product reviews as  Positive, Negative, or Neutral.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Instructions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* Only output a single word in your response with no additional formatting  or commentary.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* Your response should only be one of the words "Positive", "Negative", or  "Neutral" depending on the sentiment of the product review you are given.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product_review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id="example-2"&gt; Battery life is okay, but the ear pads feel cheap.&lt;/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product_review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assistant_response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id="example-2"&gt;Neutral&lt;/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assistant_response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product_review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id="example-3"&gt;Terrible customer service, I'll never buy from them again. &lt;/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product_review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assistant_response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id="example-3"&gt;Negative&lt;/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assistant_response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A3AEDF-7BC0-C598-0782-47FD5BD569E4}"/>
              </a:ext>
            </a:extLst>
          </p:cNvPr>
          <p:cNvSpPr txBox="1"/>
          <p:nvPr/>
        </p:nvSpPr>
        <p:spPr>
          <a:xfrm>
            <a:off x="651377" y="197534"/>
            <a:ext cx="108892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Few-Shot Learning</a:t>
            </a:r>
          </a:p>
        </p:txBody>
      </p:sp>
    </p:spTree>
    <p:extLst>
      <p:ext uri="{BB962C8B-B14F-4D97-AF65-F5344CB8AC3E}">
        <p14:creationId xmlns:p14="http://schemas.microsoft.com/office/powerpoint/2010/main" val="23648238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AD01D3-7738-A696-B168-3E7B51383F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44A5021-6550-4B49-B6CD-04FCE6FD06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Instructing the model to reason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Zero Shot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“Let's think step by step”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Break Down Complex Task</a:t>
            </a:r>
          </a:p>
          <a:p>
            <a:pPr lvl="1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1 –</a:t>
            </a:r>
          </a:p>
          <a:p>
            <a:pPr lvl="1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2 – </a:t>
            </a:r>
          </a:p>
          <a:p>
            <a:pPr lvl="1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3 -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Self-Consistency Decoding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reasoning paths instead of taking the first (greedy) draft.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answers and select the one that appears most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often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is most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coherent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Yields strong gains on arithmetic and commonsense tasks.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E9FEFE8-3FC9-8072-D0B6-3713686ABB96}"/>
              </a:ext>
            </a:extLst>
          </p:cNvPr>
          <p:cNvSpPr txBox="1"/>
          <p:nvPr/>
        </p:nvSpPr>
        <p:spPr>
          <a:xfrm>
            <a:off x="651377" y="197534"/>
            <a:ext cx="108892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Chain‑of‑Thought &amp; Self‑Consistency</a:t>
            </a:r>
          </a:p>
        </p:txBody>
      </p:sp>
    </p:spTree>
    <p:extLst>
      <p:ext uri="{BB962C8B-B14F-4D97-AF65-F5344CB8AC3E}">
        <p14:creationId xmlns:p14="http://schemas.microsoft.com/office/powerpoint/2010/main" val="38443408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screenshot of a test&#10;&#10;AI-generated content may be incorrect.">
            <a:extLst>
              <a:ext uri="{FF2B5EF4-FFF2-40B4-BE49-F238E27FC236}">
                <a16:creationId xmlns:a16="http://schemas.microsoft.com/office/drawing/2014/main" id="{3E4ACB4D-EAB5-AF31-EF16-277B32A9A96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00709" y="1221171"/>
            <a:ext cx="9790581" cy="5067300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9237E4E-5F04-4EDD-825D-5C9FCF146BE1}"/>
              </a:ext>
            </a:extLst>
          </p:cNvPr>
          <p:cNvSpPr txBox="1"/>
          <p:nvPr/>
        </p:nvSpPr>
        <p:spPr>
          <a:xfrm>
            <a:off x="651377" y="197534"/>
            <a:ext cx="108892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Few-Shot Chain-of-Thought</a:t>
            </a:r>
          </a:p>
        </p:txBody>
      </p:sp>
    </p:spTree>
    <p:extLst>
      <p:ext uri="{BB962C8B-B14F-4D97-AF65-F5344CB8AC3E}">
        <p14:creationId xmlns:p14="http://schemas.microsoft.com/office/powerpoint/2010/main" val="301944236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1B8D79-8283-EC28-E8FE-E03445842C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C40D75D-5D2D-7A2A-5B24-543043F1B4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rtl="0"/>
            <a:r>
              <a:rPr lang="en-US" altLang="zh-CN" sz="2800" b="0" i="0" u="none" strike="noStrike" kern="1200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LLM</a:t>
            </a:r>
            <a:r>
              <a:rPr lang="zh-CN" altLang="en-US" sz="2800" b="0" i="0" u="none" strike="noStrike" kern="1200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800" b="0" i="0" u="none" strike="noStrike" kern="1200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store</a:t>
            </a:r>
            <a:r>
              <a:rPr lang="zh-CN" altLang="en-US" sz="2800" b="0" i="0" u="none" strike="noStrike" kern="1200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800" b="0" i="0" u="none" strike="noStrike" kern="1200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their</a:t>
            </a:r>
            <a:r>
              <a:rPr lang="zh-CN" altLang="en-US" sz="2800" b="0" i="0" u="none" strike="noStrike" kern="1200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800" b="0" i="0" u="none" strike="noStrike" kern="1200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knowledge</a:t>
            </a:r>
            <a:r>
              <a:rPr lang="zh-CN" altLang="en-US" sz="2800" b="0" i="0" u="none" strike="noStrike" kern="1200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800" b="0" i="0" u="none" strike="noStrike" kern="1200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in</a:t>
            </a:r>
            <a:r>
              <a:rPr lang="zh-CN" altLang="en-US" sz="2800" b="0" i="0" u="none" strike="noStrike" kern="1200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800" b="1" i="0" u="none" strike="noStrike" kern="1200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parametric</a:t>
            </a:r>
            <a:r>
              <a:rPr lang="zh-CN" altLang="en-US" sz="2800" b="0" i="0" u="none" strike="noStrike" kern="1200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800" b="0" i="0" u="none" strike="noStrike" kern="1200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memory during training,</a:t>
            </a:r>
            <a:r>
              <a:rPr lang="zh-CN" altLang="en-US" sz="2800" b="0" i="0" u="none" strike="noStrike" kern="1200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800" b="0" i="0" u="none" strike="noStrike" kern="1200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and</a:t>
            </a:r>
            <a:r>
              <a:rPr lang="zh-CN" altLang="en-US" sz="2800" b="0" i="0" u="none" strike="noStrike" kern="1200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800" b="0" i="0" u="none" strike="noStrike" kern="1200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the</a:t>
            </a:r>
            <a:r>
              <a:rPr lang="zh-CN" altLang="en-US" sz="2800" b="0" i="0" u="none" strike="noStrike" kern="1200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800" b="0" i="0" u="none" strike="noStrike" kern="1200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knowledge</a:t>
            </a:r>
            <a:r>
              <a:rPr lang="zh-CN" altLang="en-US" sz="2800" b="0" i="0" u="none" strike="noStrike" kern="1200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800" b="0" i="0" u="none" strike="noStrike" kern="1200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is</a:t>
            </a:r>
            <a:r>
              <a:rPr lang="zh-CN" altLang="en-US" sz="2800" b="0" i="0" u="none" strike="noStrike" kern="1200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800" b="1" i="0" u="none" strike="noStrike" kern="1200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static</a:t>
            </a:r>
            <a:r>
              <a:rPr lang="zh-CN" altLang="en-US" sz="2800" b="0" i="0" u="none" strike="noStrike" kern="1200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800" b="0" i="0" u="none" strike="noStrike" kern="1200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and</a:t>
            </a:r>
            <a:r>
              <a:rPr lang="zh-CN" altLang="en-US" sz="2800" b="0" i="0" u="none" strike="noStrike" kern="1200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800" b="1" i="0" u="none" strike="noStrike" kern="1200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fixed </a:t>
            </a:r>
            <a:r>
              <a:rPr lang="en-US" altLang="zh-CN" sz="2800" b="0" i="0" u="none" strike="noStrike" kern="1200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once training finishes.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often useful to include additional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context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information the model can use to generate a response within the prompt you give the model. There are a few common reasons why you might do this: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Expose private or up-to-date knowledge</a:t>
            </a:r>
          </a:p>
          <a:p>
            <a:pPr lvl="2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Proprietary manuals, internal FAQs, time-sensitive data.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Constrain the answer space</a:t>
            </a:r>
          </a:p>
          <a:p>
            <a:pPr lvl="2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“Respond using only the documents supplied below.”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correctness &amp; depth</a:t>
            </a:r>
          </a:p>
          <a:p>
            <a:pPr lvl="2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Fresh context reduces hallucinations and lets the model cite sources.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technique of adding additional relevant context to the model generation request is sometimes called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retrieval-augmented generation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(RAG).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189A664-065C-5417-F7C7-408722F43EC5}"/>
              </a:ext>
            </a:extLst>
          </p:cNvPr>
          <p:cNvSpPr txBox="1"/>
          <p:nvPr/>
        </p:nvSpPr>
        <p:spPr>
          <a:xfrm>
            <a:off x="651377" y="197534"/>
            <a:ext cx="108892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Contextual Information Included</a:t>
            </a:r>
          </a:p>
        </p:txBody>
      </p:sp>
    </p:spTree>
    <p:extLst>
      <p:ext uri="{BB962C8B-B14F-4D97-AF65-F5344CB8AC3E}">
        <p14:creationId xmlns:p14="http://schemas.microsoft.com/office/powerpoint/2010/main" val="293165947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D49CC4-1BB8-C275-6CE9-3F7D5E4A70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3B1A1C7-ADCC-4272-1D4B-4FB896C90D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Keeping an LLM’s brain up-to-date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prompt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Retriever – vector / hybrid search finds the k best text chunks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Context – retrieved passages are appended to the prompt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Generator – the LLM produces an answer grounded in that evidence</a:t>
            </a:r>
          </a:p>
          <a:p>
            <a:pPr marL="0" indent="0">
              <a:buNone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benefits:</a:t>
            </a:r>
          </a:p>
          <a:p>
            <a:pPr lvl="1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Fresh knowledge without re-training</a:t>
            </a:r>
          </a:p>
          <a:p>
            <a:pPr lvl="1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Domain specificity – inject proprietary or restricted data</a:t>
            </a:r>
          </a:p>
          <a:p>
            <a:pPr lvl="1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Fewer hallucinations – answers trace back to retrieved text</a:t>
            </a:r>
          </a:p>
          <a:p>
            <a:pPr marL="0" indent="0"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F71AF2-B2AB-AF96-FE7C-2F33C9AC325D}"/>
              </a:ext>
            </a:extLst>
          </p:cNvPr>
          <p:cNvSpPr txBox="1"/>
          <p:nvPr/>
        </p:nvSpPr>
        <p:spPr>
          <a:xfrm>
            <a:off x="651377" y="197534"/>
            <a:ext cx="108892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 combined with external resources</a:t>
            </a:r>
          </a:p>
        </p:txBody>
      </p:sp>
    </p:spTree>
    <p:extLst>
      <p:ext uri="{BB962C8B-B14F-4D97-AF65-F5344CB8AC3E}">
        <p14:creationId xmlns:p14="http://schemas.microsoft.com/office/powerpoint/2010/main" val="120070486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9DB955-4AE6-9E16-EEC7-6C1D12AC6D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3072B49-1FC4-9B73-E14B-A5E0D8910A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Think → Act loop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the model alternates between internal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Thought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steps and explicit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calls</a:t>
            </a:r>
          </a:p>
          <a:p>
            <a:pPr marL="0" indent="0" algn="ctr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Thought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“Need today’s stock price.” →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lookup("AAPL")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On-the-fly planning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reasoning traces let the model create, track, and revise its action plan (and handle exceptions)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 interop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Action steps query external sources (knowledge bases, APIs, simulators), injecting fresh facts into the conversation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 fidelity answers – external evidence + self-checked reasoning ⇒ more reliable, up-to-date, and factual outputs</a:t>
            </a:r>
          </a:p>
          <a:p>
            <a:pPr marL="0" indent="0" algn="ctr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chain-of-thought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 calls,</a:t>
            </a:r>
          </a:p>
          <a:p>
            <a:pPr marL="0" indent="0" algn="ctr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LLM can think, gather, and answer</a:t>
            </a:r>
          </a:p>
          <a:p>
            <a:pPr marL="0" indent="0" algn="ctr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—all in one prompt.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CB06542-D895-0113-EC96-3254AC5D6C4D}"/>
              </a:ext>
            </a:extLst>
          </p:cNvPr>
          <p:cNvSpPr txBox="1"/>
          <p:nvPr/>
        </p:nvSpPr>
        <p:spPr>
          <a:xfrm>
            <a:off x="651377" y="197534"/>
            <a:ext cx="108892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ReAct</a:t>
            </a:r>
            <a:r>
              <a:rPr 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(Reason + Act Prompting)</a:t>
            </a:r>
          </a:p>
        </p:txBody>
      </p:sp>
    </p:spTree>
    <p:extLst>
      <p:ext uri="{BB962C8B-B14F-4D97-AF65-F5344CB8AC3E}">
        <p14:creationId xmlns:p14="http://schemas.microsoft.com/office/powerpoint/2010/main" val="106176150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6B23D8-2794-5899-DCB6-BBDE9975CD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16463E5-BBFA-3A1A-C2C6-66CC4CF59E70}"/>
              </a:ext>
            </a:extLst>
          </p:cNvPr>
          <p:cNvSpPr txBox="1"/>
          <p:nvPr/>
        </p:nvSpPr>
        <p:spPr>
          <a:xfrm>
            <a:off x="651377" y="197534"/>
            <a:ext cx="108892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ReAct</a:t>
            </a:r>
            <a:endParaRPr lang="en-US" sz="3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1ADD25D-0340-899D-D5FA-B8EC58D453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296" y="1189125"/>
            <a:ext cx="9541406" cy="4108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107921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E6CE9D-07D9-E8C6-B9B6-99792FD32C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D9AAE05-97A4-6D68-D75F-C2FCEE8179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Draft prompt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with eval set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Measure (accuracy, latency, cost, safety)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Refine &amp; repeat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9CE2A2-CF4C-8F81-7345-117DF026E53A}"/>
              </a:ext>
            </a:extLst>
          </p:cNvPr>
          <p:cNvSpPr txBox="1"/>
          <p:nvPr/>
        </p:nvSpPr>
        <p:spPr>
          <a:xfrm>
            <a:off x="651377" y="197534"/>
            <a:ext cx="108892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Evaluation &amp; Iteration Loop</a:t>
            </a:r>
          </a:p>
        </p:txBody>
      </p:sp>
    </p:spTree>
    <p:extLst>
      <p:ext uri="{BB962C8B-B14F-4D97-AF65-F5344CB8AC3E}">
        <p14:creationId xmlns:p14="http://schemas.microsoft.com/office/powerpoint/2010/main" val="17642798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E6542D-F5F3-40C2-C8D8-8B486B855E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8B7FD8A-4B68-72E5-6271-A7A3BFA310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 Summarization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 Extraction</a:t>
            </a:r>
          </a:p>
          <a:p>
            <a:pPr marL="0" indent="0">
              <a:buNone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ED2E4E8-A9F4-D350-B665-C2DD1685BB5A}"/>
              </a:ext>
            </a:extLst>
          </p:cNvPr>
          <p:cNvSpPr txBox="1"/>
          <p:nvPr/>
        </p:nvSpPr>
        <p:spPr>
          <a:xfrm>
            <a:off x="651377" y="197534"/>
            <a:ext cx="108892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Exercise</a:t>
            </a:r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GB" altLang="zh-CN" sz="3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389573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94D8E0D-3870-864F-AA09-041D0997DA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A37766C-1DF2-37BA-5E98-EAED6859F8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OpenAI Playground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DA3EA3E-1450-C74C-752A-E66FBD244742}"/>
              </a:ext>
            </a:extLst>
          </p:cNvPr>
          <p:cNvSpPr txBox="1"/>
          <p:nvPr/>
        </p:nvSpPr>
        <p:spPr>
          <a:xfrm>
            <a:off x="651377" y="197534"/>
            <a:ext cx="108892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Tools </a:t>
            </a:r>
            <a:r>
              <a:rPr 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Prompt Engineering</a:t>
            </a:r>
          </a:p>
        </p:txBody>
      </p:sp>
    </p:spTree>
    <p:extLst>
      <p:ext uri="{BB962C8B-B14F-4D97-AF65-F5344CB8AC3E}">
        <p14:creationId xmlns:p14="http://schemas.microsoft.com/office/powerpoint/2010/main" val="27419687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2567</TotalTime>
  <Words>2594</Words>
  <Application>Microsoft Office PowerPoint</Application>
  <PresentationFormat>Widescreen</PresentationFormat>
  <Paragraphs>275</Paragraphs>
  <Slides>33</Slides>
  <Notes>8</Notes>
  <HiddenSlides>6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1" baseType="lpstr">
      <vt:lpstr>Aptos</vt:lpstr>
      <vt:lpstr>Aptos Display</vt:lpstr>
      <vt:lpstr>NimbusRomNo9L</vt:lpstr>
      <vt:lpstr>Times-Roman</vt:lpstr>
      <vt:lpstr>Arial</vt:lpstr>
      <vt:lpstr>Cambria Math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KUANG, nick370 [Student]</dc:creator>
  <cp:lastModifiedBy>hkpuadmin</cp:lastModifiedBy>
  <cp:revision>4</cp:revision>
  <dcterms:created xsi:type="dcterms:W3CDTF">2024-08-26T02:12:43Z</dcterms:created>
  <dcterms:modified xsi:type="dcterms:W3CDTF">2025-06-11T10:29:51Z</dcterms:modified>
</cp:coreProperties>
</file>